
<file path=[Content_Types].xml><?xml version="1.0" encoding="utf-8"?>
<Types xmlns="http://schemas.openxmlformats.org/package/2006/content-types"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9"/>
  </p:notesMasterIdLst>
  <p:sldIdLst>
    <p:sldId id="256" r:id="rId3"/>
    <p:sldId id="257" r:id="rId4"/>
    <p:sldId id="790" r:id="rId5"/>
    <p:sldId id="385" r:id="rId6"/>
    <p:sldId id="386" r:id="rId7"/>
    <p:sldId id="260" r:id="rId8"/>
    <p:sldId id="388" r:id="rId9"/>
    <p:sldId id="266" r:id="rId10"/>
    <p:sldId id="258" r:id="rId11"/>
    <p:sldId id="261" r:id="rId12"/>
    <p:sldId id="291" r:id="rId13"/>
    <p:sldId id="789" r:id="rId14"/>
    <p:sldId id="259" r:id="rId15"/>
    <p:sldId id="791" r:id="rId16"/>
    <p:sldId id="263" r:id="rId17"/>
    <p:sldId id="792" r:id="rId18"/>
    <p:sldId id="264" r:id="rId19"/>
    <p:sldId id="794" r:id="rId20"/>
    <p:sldId id="793" r:id="rId21"/>
    <p:sldId id="795" r:id="rId22"/>
    <p:sldId id="796" r:id="rId23"/>
    <p:sldId id="296" r:id="rId24"/>
    <p:sldId id="797" r:id="rId25"/>
    <p:sldId id="297" r:id="rId26"/>
    <p:sldId id="298" r:id="rId27"/>
    <p:sldId id="290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D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7" autoAdjust="0"/>
    <p:restoredTop sz="95033" autoAdjust="0"/>
  </p:normalViewPr>
  <p:slideViewPr>
    <p:cSldViewPr snapToGrid="0">
      <p:cViewPr varScale="1">
        <p:scale>
          <a:sx n="124" d="100"/>
          <a:sy n="124" d="100"/>
        </p:scale>
        <p:origin x="120" y="-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01" name="Google Shape;120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18" name="Google Shape;131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>
          <a:extLst>
            <a:ext uri="{FF2B5EF4-FFF2-40B4-BE49-F238E27FC236}">
              <a16:creationId xmlns:a16="http://schemas.microsoft.com/office/drawing/2014/main" id="{8A0DAC22-07EF-DA6B-B48A-C05E116C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d431007ba2_0_208:notes">
            <a:extLst>
              <a:ext uri="{FF2B5EF4-FFF2-40B4-BE49-F238E27FC236}">
                <a16:creationId xmlns:a16="http://schemas.microsoft.com/office/drawing/2014/main" id="{46D57722-B29E-BD0A-2060-4AA064012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18" name="Google Shape;1318;gd431007ba2_0_208:notes">
            <a:extLst>
              <a:ext uri="{FF2B5EF4-FFF2-40B4-BE49-F238E27FC236}">
                <a16:creationId xmlns:a16="http://schemas.microsoft.com/office/drawing/2014/main" id="{6CC31C0D-EDAD-2717-3A9D-480E55EBA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033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969895" algn="ctr"/>
                <a:tab pos="5044440" algn="l"/>
              </a:tabLst>
            </a:pPr>
            <a:endParaRPr lang="en-US" sz="1200" kern="1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914701-495E-477F-893D-F19A573AE7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720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914701-495E-477F-893D-F19A573AE7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689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914701-495E-477F-893D-F19A573AE7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680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914701-495E-477F-893D-F19A573AE7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000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914701-495E-477F-893D-F19A573AE7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734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30" name="Google Shape;133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1" name="Google Shape;1571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1" name="Google Shape;1571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>
          <a:extLst>
            <a:ext uri="{FF2B5EF4-FFF2-40B4-BE49-F238E27FC236}">
              <a16:creationId xmlns:a16="http://schemas.microsoft.com/office/drawing/2014/main" id="{F74C762F-6615-3A55-F5B0-CFC0A906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>
            <a:extLst>
              <a:ext uri="{FF2B5EF4-FFF2-40B4-BE49-F238E27FC236}">
                <a16:creationId xmlns:a16="http://schemas.microsoft.com/office/drawing/2014/main" id="{38E5A106-2B48-6FD3-9A3B-90AB43E8ED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1" name="Google Shape;1571;g14072739ea5_12_0:notes">
            <a:extLst>
              <a:ext uri="{FF2B5EF4-FFF2-40B4-BE49-F238E27FC236}">
                <a16:creationId xmlns:a16="http://schemas.microsoft.com/office/drawing/2014/main" id="{13E9564E-A122-E837-C82C-A5ED43A25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5560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6" name="Google Shape;1356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>
          <a:extLst>
            <a:ext uri="{FF2B5EF4-FFF2-40B4-BE49-F238E27FC236}">
              <a16:creationId xmlns:a16="http://schemas.microsoft.com/office/drawing/2014/main" id="{1C5C3758-9204-AEB1-351A-379885DD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54dda1946d_6_257:notes">
            <a:extLst>
              <a:ext uri="{FF2B5EF4-FFF2-40B4-BE49-F238E27FC236}">
                <a16:creationId xmlns:a16="http://schemas.microsoft.com/office/drawing/2014/main" id="{27BF600D-E3FE-BCAD-F5B1-D061BC7943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6" name="Google Shape;1356;g54dda1946d_6_257:notes">
            <a:extLst>
              <a:ext uri="{FF2B5EF4-FFF2-40B4-BE49-F238E27FC236}">
                <a16:creationId xmlns:a16="http://schemas.microsoft.com/office/drawing/2014/main" id="{DB8D6C86-F9FE-11DA-4BEF-DACBB38DB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79044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03" name="Google Shape;160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>
          <a:extLst>
            <a:ext uri="{FF2B5EF4-FFF2-40B4-BE49-F238E27FC236}">
              <a16:creationId xmlns:a16="http://schemas.microsoft.com/office/drawing/2014/main" id="{FD2E8854-502A-42CF-9BD2-87CA2D66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54dda1946d_6_332:notes">
            <a:extLst>
              <a:ext uri="{FF2B5EF4-FFF2-40B4-BE49-F238E27FC236}">
                <a16:creationId xmlns:a16="http://schemas.microsoft.com/office/drawing/2014/main" id="{3213E184-E159-155F-EA09-F820667AE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03" name="Google Shape;1603;g54dda1946d_6_332:notes">
            <a:extLst>
              <a:ext uri="{FF2B5EF4-FFF2-40B4-BE49-F238E27FC236}">
                <a16:creationId xmlns:a16="http://schemas.microsoft.com/office/drawing/2014/main" id="{EF0E44B5-C649-B2A7-6EA8-EED4A6322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519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92D73359-90DB-0674-E62A-49C270E3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>
            <a:extLst>
              <a:ext uri="{FF2B5EF4-FFF2-40B4-BE49-F238E27FC236}">
                <a16:creationId xmlns:a16="http://schemas.microsoft.com/office/drawing/2014/main" id="{343E278F-7F10-2BA7-450A-6E293601F3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>
            <a:extLst>
              <a:ext uri="{FF2B5EF4-FFF2-40B4-BE49-F238E27FC236}">
                <a16:creationId xmlns:a16="http://schemas.microsoft.com/office/drawing/2014/main" id="{E1000CE6-614E-AEA3-25FB-0707D416F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52260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C30942EA-80D2-3253-5A9F-4C0D67C1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>
            <a:extLst>
              <a:ext uri="{FF2B5EF4-FFF2-40B4-BE49-F238E27FC236}">
                <a16:creationId xmlns:a16="http://schemas.microsoft.com/office/drawing/2014/main" id="{85B88C14-0E09-B5F2-C476-41A80395C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>
            <a:extLst>
              <a:ext uri="{FF2B5EF4-FFF2-40B4-BE49-F238E27FC236}">
                <a16:creationId xmlns:a16="http://schemas.microsoft.com/office/drawing/2014/main" id="{CC1BC039-BEFC-A04B-FB1C-B4C82BA32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20631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9216EB0B-4F37-4FC9-59DF-FB606153D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>
            <a:extLst>
              <a:ext uri="{FF2B5EF4-FFF2-40B4-BE49-F238E27FC236}">
                <a16:creationId xmlns:a16="http://schemas.microsoft.com/office/drawing/2014/main" id="{C1D096EA-B182-9DDD-4ACC-7482B285C2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>
            <a:extLst>
              <a:ext uri="{FF2B5EF4-FFF2-40B4-BE49-F238E27FC236}">
                <a16:creationId xmlns:a16="http://schemas.microsoft.com/office/drawing/2014/main" id="{52CFA43A-DD68-6B8D-95C0-3CA48D009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89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1860957D-B6E3-8B48-78E0-7E78737E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>
            <a:extLst>
              <a:ext uri="{FF2B5EF4-FFF2-40B4-BE49-F238E27FC236}">
                <a16:creationId xmlns:a16="http://schemas.microsoft.com/office/drawing/2014/main" id="{3674746A-7837-B82F-6D39-1AC69AFE5A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>
            <a:extLst>
              <a:ext uri="{FF2B5EF4-FFF2-40B4-BE49-F238E27FC236}">
                <a16:creationId xmlns:a16="http://schemas.microsoft.com/office/drawing/2014/main" id="{B77A4060-4AF7-CCDC-9BFF-51EA72EAB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28569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E01CC491-3F98-6233-7D74-7DAAEF07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>
            <a:extLst>
              <a:ext uri="{FF2B5EF4-FFF2-40B4-BE49-F238E27FC236}">
                <a16:creationId xmlns:a16="http://schemas.microsoft.com/office/drawing/2014/main" id="{6D1EC0C3-720C-BD09-BB7A-69EE3A1A0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>
            <a:extLst>
              <a:ext uri="{FF2B5EF4-FFF2-40B4-BE49-F238E27FC236}">
                <a16:creationId xmlns:a16="http://schemas.microsoft.com/office/drawing/2014/main" id="{1E15EC26-EC27-8040-4584-62E9232B19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4974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666" name="Google Shape;2666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rot="3806465">
            <a:off x="18020" y="1238196"/>
            <a:ext cx="1136027" cy="1961303"/>
            <a:chOff x="1353097" y="1651879"/>
            <a:chExt cx="906223" cy="1564556"/>
          </a:xfrm>
        </p:grpSpPr>
        <p:sp>
          <p:nvSpPr>
            <p:cNvPr id="10" name="Google Shape;10;p2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close/>
                  <a:moveTo>
                    <a:pt x="227420" y="846367"/>
                  </a:moveTo>
                  <a:lnTo>
                    <a:pt x="511759" y="1337224"/>
                  </a:lnTo>
                  <a:lnTo>
                    <a:pt x="227420" y="1337224"/>
                  </a:lnTo>
                  <a:lnTo>
                    <a:pt x="227420" y="84636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061613" y="3109420"/>
              <a:ext cx="38867" cy="38867"/>
            </a:xfrm>
            <a:custGeom>
              <a:avLst/>
              <a:gdLst/>
              <a:ahLst/>
              <a:cxnLst/>
              <a:rect l="l" t="t" r="r" b="b"/>
              <a:pathLst>
                <a:path w="38867" h="38867" extrusionOk="0">
                  <a:moveTo>
                    <a:pt x="38868" y="19434"/>
                  </a:moveTo>
                  <a:cubicBezTo>
                    <a:pt x="38868" y="30144"/>
                    <a:pt x="30144" y="38868"/>
                    <a:pt x="19434" y="38868"/>
                  </a:cubicBezTo>
                  <a:cubicBezTo>
                    <a:pt x="8724" y="38868"/>
                    <a:pt x="0" y="30144"/>
                    <a:pt x="0" y="19434"/>
                  </a:cubicBezTo>
                  <a:cubicBezTo>
                    <a:pt x="0" y="8724"/>
                    <a:pt x="8724" y="0"/>
                    <a:pt x="19434" y="0"/>
                  </a:cubicBezTo>
                  <a:cubicBezTo>
                    <a:pt x="30144" y="0"/>
                    <a:pt x="38868" y="8724"/>
                    <a:pt x="38868" y="194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29194" y="108484"/>
                  </a:moveTo>
                  <a:lnTo>
                    <a:pt x="855695" y="1535449"/>
                  </a:lnTo>
                  <a:lnTo>
                    <a:pt x="29194" y="1535449"/>
                  </a:lnTo>
                  <a:lnTo>
                    <a:pt x="29194" y="108484"/>
                  </a:lnTo>
                  <a:moveTo>
                    <a:pt x="198312" y="1366331"/>
                  </a:moveTo>
                  <a:lnTo>
                    <a:pt x="562373" y="1366331"/>
                  </a:lnTo>
                  <a:lnTo>
                    <a:pt x="537066" y="1322540"/>
                  </a:lnTo>
                  <a:lnTo>
                    <a:pt x="252727" y="831684"/>
                  </a:lnTo>
                  <a:lnTo>
                    <a:pt x="198312" y="737797"/>
                  </a:lnTo>
                  <a:lnTo>
                    <a:pt x="198312" y="1366331"/>
                  </a:lnTo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227420" y="1337224"/>
                  </a:moveTo>
                  <a:lnTo>
                    <a:pt x="227420" y="846367"/>
                  </a:lnTo>
                  <a:lnTo>
                    <a:pt x="511759" y="1337224"/>
                  </a:lnTo>
                  <a:lnTo>
                    <a:pt x="227420" y="1337224"/>
                  </a:lnTo>
                  <a:close/>
                </a:path>
              </a:pathLst>
            </a:custGeom>
            <a:solidFill>
              <a:srgbClr val="F398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29194" y="108484"/>
                  </a:moveTo>
                  <a:lnTo>
                    <a:pt x="855695" y="1535449"/>
                  </a:lnTo>
                  <a:lnTo>
                    <a:pt x="29194" y="1535449"/>
                  </a:lnTo>
                  <a:lnTo>
                    <a:pt x="29194" y="108484"/>
                  </a:lnTo>
                  <a:moveTo>
                    <a:pt x="198312" y="1366331"/>
                  </a:moveTo>
                  <a:lnTo>
                    <a:pt x="562373" y="1366331"/>
                  </a:lnTo>
                  <a:lnTo>
                    <a:pt x="537066" y="1322540"/>
                  </a:lnTo>
                  <a:lnTo>
                    <a:pt x="252727" y="831684"/>
                  </a:lnTo>
                  <a:lnTo>
                    <a:pt x="198312" y="737797"/>
                  </a:lnTo>
                  <a:lnTo>
                    <a:pt x="198312" y="1366331"/>
                  </a:lnTo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227420" y="1337224"/>
                  </a:moveTo>
                  <a:lnTo>
                    <a:pt x="227420" y="846367"/>
                  </a:lnTo>
                  <a:lnTo>
                    <a:pt x="511759" y="1337224"/>
                  </a:lnTo>
                  <a:lnTo>
                    <a:pt x="227420" y="13372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1353097" y="1907975"/>
              <a:ext cx="113234" cy="1268557"/>
              <a:chOff x="1353097" y="1907975"/>
              <a:chExt cx="113234" cy="1268557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1353097" y="190797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353097" y="2012918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353097" y="2117947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353097" y="2222976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353097" y="2327919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353097" y="2432948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353097" y="2537891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353097" y="2642921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353097" y="2747950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353097" y="2852893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353097" y="2957922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353097" y="306286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353097" y="316789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28" name="Google Shape;28;p2"/>
          <p:cNvGrpSpPr/>
          <p:nvPr/>
        </p:nvGrpSpPr>
        <p:grpSpPr>
          <a:xfrm>
            <a:off x="450425" y="310675"/>
            <a:ext cx="8243134" cy="4670478"/>
            <a:chOff x="5447852" y="0"/>
            <a:chExt cx="5442090" cy="3618001"/>
          </a:xfrm>
        </p:grpSpPr>
        <p:sp>
          <p:nvSpPr>
            <p:cNvPr id="29" name="Google Shape;29;p2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30" name="Google Shape;30;p2"/>
            <p:cNvGrpSpPr/>
            <p:nvPr/>
          </p:nvGrpSpPr>
          <p:grpSpPr>
            <a:xfrm>
              <a:off x="5586054" y="0"/>
              <a:ext cx="5165785" cy="3492765"/>
              <a:chOff x="5586054" y="0"/>
              <a:chExt cx="5165785" cy="349276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 rot="10800000" flipH="1">
                <a:off x="8168947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10800000" flipH="1">
                <a:off x="5586054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35" name="Google Shape;35;p2"/>
          <p:cNvSpPr txBox="1">
            <a:spLocks noGrp="1"/>
          </p:cNvSpPr>
          <p:nvPr>
            <p:ph type="ctrTitle"/>
          </p:nvPr>
        </p:nvSpPr>
        <p:spPr>
          <a:xfrm>
            <a:off x="1151275" y="1144894"/>
            <a:ext cx="3792300" cy="22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ubTitle" idx="1"/>
          </p:nvPr>
        </p:nvSpPr>
        <p:spPr>
          <a:xfrm>
            <a:off x="1151275" y="3407419"/>
            <a:ext cx="2494200" cy="6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2618" y="2102153"/>
            <a:ext cx="4573962" cy="315095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4"/>
          <p:cNvGrpSpPr/>
          <p:nvPr/>
        </p:nvGrpSpPr>
        <p:grpSpPr>
          <a:xfrm>
            <a:off x="-149512" y="-214573"/>
            <a:ext cx="9588672" cy="5876307"/>
            <a:chOff x="-149512" y="-214573"/>
            <a:chExt cx="9588672" cy="5876307"/>
          </a:xfrm>
        </p:grpSpPr>
        <p:grpSp>
          <p:nvGrpSpPr>
            <p:cNvPr id="73" name="Google Shape;73;p4"/>
            <p:cNvGrpSpPr/>
            <p:nvPr/>
          </p:nvGrpSpPr>
          <p:grpSpPr>
            <a:xfrm rot="2021523">
              <a:off x="445885" y="-317881"/>
              <a:ext cx="305506" cy="2239206"/>
              <a:chOff x="4265846" y="1371340"/>
              <a:chExt cx="126709" cy="92868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4289685" y="1944338"/>
                <a:ext cx="102870" cy="202457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202457" extrusionOk="0">
                    <a:moveTo>
                      <a:pt x="102870" y="86"/>
                    </a:moveTo>
                    <a:lnTo>
                      <a:pt x="102179" y="202458"/>
                    </a:lnTo>
                    <a:lnTo>
                      <a:pt x="0" y="202285"/>
                    </a:lnTo>
                    <a:lnTo>
                      <a:pt x="777" y="0"/>
                    </a:lnTo>
                    <a:lnTo>
                      <a:pt x="102870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4299791" y="1484834"/>
                <a:ext cx="85163" cy="459589"/>
              </a:xfrm>
              <a:custGeom>
                <a:avLst/>
                <a:gdLst/>
                <a:ahLst/>
                <a:cxnLst/>
                <a:rect l="l" t="t" r="r" b="b"/>
                <a:pathLst>
                  <a:path w="85163" h="459589" extrusionOk="0">
                    <a:moveTo>
                      <a:pt x="85163" y="86"/>
                    </a:moveTo>
                    <a:lnTo>
                      <a:pt x="83436" y="459590"/>
                    </a:lnTo>
                    <a:lnTo>
                      <a:pt x="0" y="459503"/>
                    </a:lnTo>
                    <a:lnTo>
                      <a:pt x="1727" y="0"/>
                    </a:lnTo>
                    <a:lnTo>
                      <a:pt x="85163" y="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4301432" y="2146623"/>
                <a:ext cx="78512" cy="124290"/>
              </a:xfrm>
              <a:custGeom>
                <a:avLst/>
                <a:gdLst/>
                <a:ahLst/>
                <a:cxnLst/>
                <a:rect l="l" t="t" r="r" b="b"/>
                <a:pathLst>
                  <a:path w="78512" h="124290" extrusionOk="0">
                    <a:moveTo>
                      <a:pt x="0" y="41459"/>
                    </a:moveTo>
                    <a:lnTo>
                      <a:pt x="27466" y="124291"/>
                    </a:lnTo>
                    <a:lnTo>
                      <a:pt x="50269" y="124291"/>
                    </a:lnTo>
                    <a:lnTo>
                      <a:pt x="78340" y="41545"/>
                    </a:lnTo>
                    <a:lnTo>
                      <a:pt x="78513" y="86"/>
                    </a:lnTo>
                    <a:lnTo>
                      <a:pt x="173" y="0"/>
                    </a:lnTo>
                    <a:lnTo>
                      <a:pt x="0" y="4145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4336759" y="2270913"/>
                <a:ext cx="6909" cy="29107"/>
              </a:xfrm>
              <a:custGeom>
                <a:avLst/>
                <a:gdLst/>
                <a:ahLst/>
                <a:cxnLst/>
                <a:rect l="l" t="t" r="r" b="b"/>
                <a:pathLst>
                  <a:path w="6909" h="29107" extrusionOk="0">
                    <a:moveTo>
                      <a:pt x="6823" y="29108"/>
                    </a:moveTo>
                    <a:lnTo>
                      <a:pt x="6910" y="0"/>
                    </a:lnTo>
                    <a:lnTo>
                      <a:pt x="173" y="0"/>
                    </a:lnTo>
                    <a:lnTo>
                      <a:pt x="0" y="29108"/>
                    </a:lnTo>
                    <a:lnTo>
                      <a:pt x="6823" y="29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4313006" y="1443634"/>
                <a:ext cx="60633" cy="41286"/>
              </a:xfrm>
              <a:custGeom>
                <a:avLst/>
                <a:gdLst/>
                <a:ahLst/>
                <a:cxnLst/>
                <a:rect l="l" t="t" r="r" b="b"/>
                <a:pathLst>
                  <a:path w="60633" h="41286" extrusionOk="0">
                    <a:moveTo>
                      <a:pt x="60634" y="86"/>
                    </a:moveTo>
                    <a:lnTo>
                      <a:pt x="60461" y="41286"/>
                    </a:lnTo>
                    <a:lnTo>
                      <a:pt x="0" y="41200"/>
                    </a:lnTo>
                    <a:lnTo>
                      <a:pt x="173" y="0"/>
                    </a:lnTo>
                    <a:lnTo>
                      <a:pt x="60634" y="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4307564" y="1371340"/>
                <a:ext cx="71948" cy="72380"/>
              </a:xfrm>
              <a:custGeom>
                <a:avLst/>
                <a:gdLst/>
                <a:ahLst/>
                <a:cxnLst/>
                <a:rect l="l" t="t" r="r" b="b"/>
                <a:pathLst>
                  <a:path w="71948" h="72380" extrusionOk="0">
                    <a:moveTo>
                      <a:pt x="71948" y="86"/>
                    </a:moveTo>
                    <a:lnTo>
                      <a:pt x="71689" y="72380"/>
                    </a:lnTo>
                    <a:lnTo>
                      <a:pt x="0" y="72294"/>
                    </a:lnTo>
                    <a:lnTo>
                      <a:pt x="259" y="0"/>
                    </a:lnTo>
                    <a:lnTo>
                      <a:pt x="71948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4265846" y="1496581"/>
                <a:ext cx="35672" cy="247285"/>
              </a:xfrm>
              <a:custGeom>
                <a:avLst/>
                <a:gdLst/>
                <a:ahLst/>
                <a:cxnLst/>
                <a:rect l="l" t="t" r="r" b="b"/>
                <a:pathLst>
                  <a:path w="35672" h="247285" extrusionOk="0">
                    <a:moveTo>
                      <a:pt x="0" y="247285"/>
                    </a:moveTo>
                    <a:lnTo>
                      <a:pt x="25307" y="247285"/>
                    </a:lnTo>
                    <a:lnTo>
                      <a:pt x="26085" y="38090"/>
                    </a:lnTo>
                    <a:lnTo>
                      <a:pt x="35499" y="38090"/>
                    </a:lnTo>
                    <a:lnTo>
                      <a:pt x="35672" y="86"/>
                    </a:lnTo>
                    <a:lnTo>
                      <a:pt x="26257" y="86"/>
                    </a:lnTo>
                    <a:lnTo>
                      <a:pt x="11488" y="0"/>
                    </a:lnTo>
                    <a:lnTo>
                      <a:pt x="950" y="0"/>
                    </a:lnTo>
                    <a:lnTo>
                      <a:pt x="0" y="24728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81" name="Google Shape;81;p4"/>
            <p:cNvGrpSpPr/>
            <p:nvPr/>
          </p:nvGrpSpPr>
          <p:grpSpPr>
            <a:xfrm rot="-8882944">
              <a:off x="8528503" y="1061354"/>
              <a:ext cx="520581" cy="1623261"/>
              <a:chOff x="3419954" y="295999"/>
              <a:chExt cx="265198" cy="826933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3419954" y="300750"/>
                <a:ext cx="265198" cy="615233"/>
              </a:xfrm>
              <a:custGeom>
                <a:avLst/>
                <a:gdLst/>
                <a:ahLst/>
                <a:cxnLst/>
                <a:rect l="l" t="t" r="r" b="b"/>
                <a:pathLst>
                  <a:path w="265198" h="615233" extrusionOk="0">
                    <a:moveTo>
                      <a:pt x="202675" y="777"/>
                    </a:moveTo>
                    <a:cubicBezTo>
                      <a:pt x="202675" y="777"/>
                      <a:pt x="201897" y="259"/>
                      <a:pt x="201465" y="0"/>
                    </a:cubicBezTo>
                    <a:cubicBezTo>
                      <a:pt x="144287" y="12179"/>
                      <a:pt x="87194" y="24444"/>
                      <a:pt x="30015" y="36536"/>
                    </a:cubicBezTo>
                    <a:cubicBezTo>
                      <a:pt x="25006" y="37572"/>
                      <a:pt x="23365" y="39472"/>
                      <a:pt x="23192" y="44655"/>
                    </a:cubicBezTo>
                    <a:cubicBezTo>
                      <a:pt x="21119" y="101402"/>
                      <a:pt x="18700" y="158149"/>
                      <a:pt x="16368" y="214809"/>
                    </a:cubicBezTo>
                    <a:cubicBezTo>
                      <a:pt x="11013" y="346182"/>
                      <a:pt x="5744" y="477469"/>
                      <a:pt x="476" y="608842"/>
                    </a:cubicBezTo>
                    <a:cubicBezTo>
                      <a:pt x="389" y="611001"/>
                      <a:pt x="-1338" y="614111"/>
                      <a:pt x="2376" y="615233"/>
                    </a:cubicBezTo>
                    <a:cubicBezTo>
                      <a:pt x="4535" y="613938"/>
                      <a:pt x="6867" y="614542"/>
                      <a:pt x="9113" y="614542"/>
                    </a:cubicBezTo>
                    <a:cubicBezTo>
                      <a:pt x="37702" y="614111"/>
                      <a:pt x="66378" y="613851"/>
                      <a:pt x="94968" y="613506"/>
                    </a:cubicBezTo>
                    <a:cubicBezTo>
                      <a:pt x="141523" y="612988"/>
                      <a:pt x="188164" y="612210"/>
                      <a:pt x="234719" y="611865"/>
                    </a:cubicBezTo>
                    <a:cubicBezTo>
                      <a:pt x="243874" y="611865"/>
                      <a:pt x="253116" y="610397"/>
                      <a:pt x="262185" y="612383"/>
                    </a:cubicBezTo>
                    <a:lnTo>
                      <a:pt x="262013" y="612383"/>
                    </a:lnTo>
                    <a:cubicBezTo>
                      <a:pt x="262444" y="611606"/>
                      <a:pt x="263049" y="611433"/>
                      <a:pt x="263826" y="611865"/>
                    </a:cubicBezTo>
                    <a:cubicBezTo>
                      <a:pt x="266331" y="609446"/>
                      <a:pt x="264690" y="606510"/>
                      <a:pt x="264431" y="604005"/>
                    </a:cubicBezTo>
                    <a:cubicBezTo>
                      <a:pt x="251043" y="475050"/>
                      <a:pt x="237569" y="346182"/>
                      <a:pt x="224181" y="217228"/>
                    </a:cubicBezTo>
                    <a:cubicBezTo>
                      <a:pt x="216840" y="147093"/>
                      <a:pt x="209584" y="76958"/>
                      <a:pt x="202243" y="6737"/>
                    </a:cubicBezTo>
                    <a:cubicBezTo>
                      <a:pt x="202070" y="4750"/>
                      <a:pt x="200947" y="2678"/>
                      <a:pt x="202588" y="69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3456706" y="295999"/>
                <a:ext cx="150720" cy="40767"/>
              </a:xfrm>
              <a:custGeom>
                <a:avLst/>
                <a:gdLst/>
                <a:ahLst/>
                <a:cxnLst/>
                <a:rect l="l" t="t" r="r" b="b"/>
                <a:pathLst>
                  <a:path w="150720" h="40767" extrusionOk="0">
                    <a:moveTo>
                      <a:pt x="0" y="40682"/>
                    </a:moveTo>
                    <a:cubicBezTo>
                      <a:pt x="0" y="39559"/>
                      <a:pt x="86" y="38436"/>
                      <a:pt x="173" y="37313"/>
                    </a:cubicBezTo>
                    <a:cubicBezTo>
                      <a:pt x="346" y="32994"/>
                      <a:pt x="1728" y="31440"/>
                      <a:pt x="5873" y="30576"/>
                    </a:cubicBezTo>
                    <a:cubicBezTo>
                      <a:pt x="53810" y="20470"/>
                      <a:pt x="101747" y="10192"/>
                      <a:pt x="149684" y="0"/>
                    </a:cubicBezTo>
                    <a:cubicBezTo>
                      <a:pt x="150030" y="173"/>
                      <a:pt x="150375" y="432"/>
                      <a:pt x="150634" y="605"/>
                    </a:cubicBezTo>
                    <a:cubicBezTo>
                      <a:pt x="149339" y="2246"/>
                      <a:pt x="150202" y="3973"/>
                      <a:pt x="150375" y="5701"/>
                    </a:cubicBezTo>
                    <a:cubicBezTo>
                      <a:pt x="150462" y="6737"/>
                      <a:pt x="150548" y="7687"/>
                      <a:pt x="150721" y="8724"/>
                    </a:cubicBezTo>
                    <a:cubicBezTo>
                      <a:pt x="100452" y="19434"/>
                      <a:pt x="50269" y="30230"/>
                      <a:pt x="0" y="40768"/>
                    </a:cubicBezTo>
                    <a:close/>
                  </a:path>
                </a:pathLst>
              </a:custGeom>
              <a:solidFill>
                <a:srgbClr val="4C5BA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3531246" y="1027145"/>
                <a:ext cx="74626" cy="95787"/>
              </a:xfrm>
              <a:custGeom>
                <a:avLst/>
                <a:gdLst/>
                <a:ahLst/>
                <a:cxnLst/>
                <a:rect l="l" t="t" r="r" b="b"/>
                <a:pathLst>
                  <a:path w="74626" h="95787" extrusionOk="0">
                    <a:moveTo>
                      <a:pt x="0" y="86"/>
                    </a:moveTo>
                    <a:cubicBezTo>
                      <a:pt x="3196" y="15374"/>
                      <a:pt x="6478" y="30576"/>
                      <a:pt x="9501" y="45864"/>
                    </a:cubicBezTo>
                    <a:cubicBezTo>
                      <a:pt x="10192" y="49492"/>
                      <a:pt x="12092" y="51478"/>
                      <a:pt x="15029" y="53292"/>
                    </a:cubicBezTo>
                    <a:cubicBezTo>
                      <a:pt x="39300" y="68926"/>
                      <a:pt x="49578" y="80068"/>
                      <a:pt x="73849" y="95787"/>
                    </a:cubicBezTo>
                    <a:cubicBezTo>
                      <a:pt x="74108" y="95356"/>
                      <a:pt x="74367" y="95010"/>
                      <a:pt x="74626" y="94578"/>
                    </a:cubicBezTo>
                    <a:cubicBezTo>
                      <a:pt x="72899" y="82400"/>
                      <a:pt x="73158" y="38868"/>
                      <a:pt x="72985" y="29367"/>
                    </a:cubicBezTo>
                    <a:cubicBezTo>
                      <a:pt x="60547" y="24444"/>
                      <a:pt x="16929" y="5269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3422416" y="912239"/>
                <a:ext cx="259809" cy="148504"/>
              </a:xfrm>
              <a:custGeom>
                <a:avLst/>
                <a:gdLst/>
                <a:ahLst/>
                <a:cxnLst/>
                <a:rect l="l" t="t" r="r" b="b"/>
                <a:pathLst>
                  <a:path w="259809" h="148504" extrusionOk="0">
                    <a:moveTo>
                      <a:pt x="101402" y="114560"/>
                    </a:moveTo>
                    <a:cubicBezTo>
                      <a:pt x="118331" y="119829"/>
                      <a:pt x="134396" y="127430"/>
                      <a:pt x="150980" y="133648"/>
                    </a:cubicBezTo>
                    <a:cubicBezTo>
                      <a:pt x="163504" y="138313"/>
                      <a:pt x="175855" y="143495"/>
                      <a:pt x="188293" y="148505"/>
                    </a:cubicBezTo>
                    <a:cubicBezTo>
                      <a:pt x="189761" y="126911"/>
                      <a:pt x="192698" y="105664"/>
                      <a:pt x="199953" y="85193"/>
                    </a:cubicBezTo>
                    <a:cubicBezTo>
                      <a:pt x="211700" y="52372"/>
                      <a:pt x="230097" y="24387"/>
                      <a:pt x="258168" y="3139"/>
                    </a:cubicBezTo>
                    <a:cubicBezTo>
                      <a:pt x="258859" y="2621"/>
                      <a:pt x="259291" y="1757"/>
                      <a:pt x="259809" y="1066"/>
                    </a:cubicBezTo>
                    <a:cubicBezTo>
                      <a:pt x="250654" y="-920"/>
                      <a:pt x="241498" y="462"/>
                      <a:pt x="232343" y="548"/>
                    </a:cubicBezTo>
                    <a:cubicBezTo>
                      <a:pt x="185788" y="893"/>
                      <a:pt x="139147" y="1584"/>
                      <a:pt x="92592" y="2189"/>
                    </a:cubicBezTo>
                    <a:cubicBezTo>
                      <a:pt x="64002" y="2535"/>
                      <a:pt x="35326" y="2794"/>
                      <a:pt x="6737" y="3226"/>
                    </a:cubicBezTo>
                    <a:cubicBezTo>
                      <a:pt x="4491" y="3226"/>
                      <a:pt x="2073" y="2621"/>
                      <a:pt x="0" y="3917"/>
                    </a:cubicBezTo>
                    <a:cubicBezTo>
                      <a:pt x="49232" y="26719"/>
                      <a:pt x="82140" y="64464"/>
                      <a:pt x="101488" y="114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3682053" y="912512"/>
                <a:ext cx="1814" cy="1273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1273" extrusionOk="0">
                    <a:moveTo>
                      <a:pt x="0" y="794"/>
                    </a:moveTo>
                    <a:cubicBezTo>
                      <a:pt x="1037" y="1917"/>
                      <a:pt x="1382" y="794"/>
                      <a:pt x="1814" y="189"/>
                    </a:cubicBezTo>
                    <a:cubicBezTo>
                      <a:pt x="1037" y="-156"/>
                      <a:pt x="346" y="-70"/>
                      <a:pt x="0" y="794"/>
                    </a:cubicBezTo>
                    <a:close/>
                  </a:path>
                </a:pathLst>
              </a:custGeom>
              <a:solidFill>
                <a:srgbClr val="14141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3556467" y="1061262"/>
                <a:ext cx="34376" cy="24357"/>
              </a:xfrm>
              <a:custGeom>
                <a:avLst/>
                <a:gdLst/>
                <a:ahLst/>
                <a:cxnLst/>
                <a:rect l="l" t="t" r="r" b="b"/>
                <a:pathLst>
                  <a:path w="34376" h="24357" extrusionOk="0">
                    <a:moveTo>
                      <a:pt x="34376" y="24357"/>
                    </a:moveTo>
                    <a:lnTo>
                      <a:pt x="20643" y="0"/>
                    </a:lnTo>
                    <a:lnTo>
                      <a:pt x="0" y="9760"/>
                    </a:lnTo>
                  </a:path>
                </a:pathLst>
              </a:custGeom>
              <a:noFill/>
              <a:ln w="1130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3501706" y="417526"/>
                <a:ext cx="8637" cy="410357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410357" extrusionOk="0">
                    <a:moveTo>
                      <a:pt x="0" y="410357"/>
                    </a:moveTo>
                    <a:lnTo>
                      <a:pt x="0" y="0"/>
                    </a:lnTo>
                  </a:path>
                </a:pathLst>
              </a:custGeom>
              <a:noFill/>
              <a:ln w="28300" cap="rnd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89" name="Google Shape;89;p4"/>
            <p:cNvGrpSpPr/>
            <p:nvPr/>
          </p:nvGrpSpPr>
          <p:grpSpPr>
            <a:xfrm rot="3628580">
              <a:off x="-411327" y="4255750"/>
              <a:ext cx="2249112" cy="572694"/>
              <a:chOff x="7017251" y="5781017"/>
              <a:chExt cx="1017558" cy="259118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7017252" y="5781017"/>
                <a:ext cx="1017557" cy="259118"/>
              </a:xfrm>
              <a:custGeom>
                <a:avLst/>
                <a:gdLst/>
                <a:ahLst/>
                <a:cxnLst/>
                <a:rect l="l" t="t" r="r" b="b"/>
                <a:pathLst>
                  <a:path w="1017557" h="259118" extrusionOk="0">
                    <a:moveTo>
                      <a:pt x="1003565" y="0"/>
                    </a:moveTo>
                    <a:cubicBezTo>
                      <a:pt x="1011293" y="0"/>
                      <a:pt x="1017558" y="6264"/>
                      <a:pt x="1017558" y="13992"/>
                    </a:cubicBezTo>
                    <a:lnTo>
                      <a:pt x="1017558" y="245126"/>
                    </a:lnTo>
                    <a:cubicBezTo>
                      <a:pt x="1017558" y="252854"/>
                      <a:pt x="1011293" y="259118"/>
                      <a:pt x="1003565" y="259118"/>
                    </a:cubicBezTo>
                    <a:lnTo>
                      <a:pt x="13992" y="259118"/>
                    </a:lnTo>
                    <a:cubicBezTo>
                      <a:pt x="6264" y="259118"/>
                      <a:pt x="0" y="252854"/>
                      <a:pt x="0" y="245126"/>
                    </a:cubicBezTo>
                    <a:lnTo>
                      <a:pt x="0" y="13992"/>
                    </a:lnTo>
                    <a:cubicBezTo>
                      <a:pt x="0" y="6264"/>
                      <a:pt x="6264" y="0"/>
                      <a:pt x="139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7017251" y="5781017"/>
                <a:ext cx="1017557" cy="259118"/>
              </a:xfrm>
              <a:custGeom>
                <a:avLst/>
                <a:gdLst/>
                <a:ahLst/>
                <a:cxnLst/>
                <a:rect l="l" t="t" r="r" b="b"/>
                <a:pathLst>
                  <a:path w="1017557" h="259118" extrusionOk="0">
                    <a:moveTo>
                      <a:pt x="1003480" y="0"/>
                    </a:moveTo>
                    <a:lnTo>
                      <a:pt x="933344" y="0"/>
                    </a:lnTo>
                    <a:lnTo>
                      <a:pt x="933344" y="160999"/>
                    </a:lnTo>
                    <a:cubicBezTo>
                      <a:pt x="933344" y="168772"/>
                      <a:pt x="927039" y="174991"/>
                      <a:pt x="919352" y="174991"/>
                    </a:cubicBezTo>
                    <a:lnTo>
                      <a:pt x="0" y="174991"/>
                    </a:lnTo>
                    <a:lnTo>
                      <a:pt x="0" y="245126"/>
                    </a:lnTo>
                    <a:cubicBezTo>
                      <a:pt x="0" y="252900"/>
                      <a:pt x="6306" y="259118"/>
                      <a:pt x="13993" y="259118"/>
                    </a:cubicBezTo>
                    <a:lnTo>
                      <a:pt x="1003566" y="259118"/>
                    </a:lnTo>
                    <a:cubicBezTo>
                      <a:pt x="1011339" y="259118"/>
                      <a:pt x="1017558" y="252813"/>
                      <a:pt x="1017558" y="245126"/>
                    </a:cubicBezTo>
                    <a:lnTo>
                      <a:pt x="1017558" y="13992"/>
                    </a:lnTo>
                    <a:cubicBezTo>
                      <a:pt x="1017558" y="6219"/>
                      <a:pt x="1011253" y="0"/>
                      <a:pt x="1003566" y="0"/>
                    </a:cubicBezTo>
                    <a:close/>
                  </a:path>
                </a:pathLst>
              </a:custGeom>
              <a:solidFill>
                <a:srgbClr val="F3982C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7075035" y="5934847"/>
                <a:ext cx="47850" cy="47850"/>
              </a:xfrm>
              <a:custGeom>
                <a:avLst/>
                <a:gdLst/>
                <a:ahLst/>
                <a:cxnLst/>
                <a:rect l="l" t="t" r="r" b="b"/>
                <a:pathLst>
                  <a:path w="47850" h="47850" extrusionOk="0">
                    <a:moveTo>
                      <a:pt x="47851" y="23925"/>
                    </a:moveTo>
                    <a:cubicBezTo>
                      <a:pt x="47851" y="30317"/>
                      <a:pt x="45346" y="36363"/>
                      <a:pt x="40855" y="40854"/>
                    </a:cubicBezTo>
                    <a:cubicBezTo>
                      <a:pt x="36363" y="45346"/>
                      <a:pt x="30317" y="47850"/>
                      <a:pt x="23925" y="47850"/>
                    </a:cubicBezTo>
                    <a:cubicBezTo>
                      <a:pt x="17534" y="47850"/>
                      <a:pt x="11488" y="45346"/>
                      <a:pt x="6996" y="40854"/>
                    </a:cubicBezTo>
                    <a:cubicBezTo>
                      <a:pt x="2505" y="36363"/>
                      <a:pt x="0" y="30317"/>
                      <a:pt x="0" y="23925"/>
                    </a:cubicBezTo>
                    <a:cubicBezTo>
                      <a:pt x="0" y="17534"/>
                      <a:pt x="2505" y="11574"/>
                      <a:pt x="6996" y="6996"/>
                    </a:cubicBezTo>
                    <a:cubicBezTo>
                      <a:pt x="11488" y="2505"/>
                      <a:pt x="17534" y="0"/>
                      <a:pt x="23925" y="0"/>
                    </a:cubicBezTo>
                    <a:cubicBezTo>
                      <a:pt x="37141" y="0"/>
                      <a:pt x="47851" y="10710"/>
                      <a:pt x="47851" y="239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7583944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rgbClr val="F9CDC7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7635940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7688023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7740106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7792102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7844185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7896181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7948264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8000347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7219537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rgbClr val="F9CDC7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7271620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7323616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7375699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7427782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7479778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7531861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7583944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7063375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7115458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7167454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7219537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14" name="Google Shape;114;p4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115" name="Google Shape;115;p4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6" name="Google Shape;116;p4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117" name="Google Shape;117;p4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948600" y="1215750"/>
            <a:ext cx="7242900" cy="3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9"/>
          <p:cNvGrpSpPr/>
          <p:nvPr/>
        </p:nvGrpSpPr>
        <p:grpSpPr>
          <a:xfrm rot="9432368">
            <a:off x="294109" y="3100"/>
            <a:ext cx="520584" cy="1623271"/>
            <a:chOff x="3419954" y="295999"/>
            <a:chExt cx="265198" cy="826933"/>
          </a:xfrm>
        </p:grpSpPr>
        <p:sp>
          <p:nvSpPr>
            <p:cNvPr id="307" name="Google Shape;307;p9"/>
            <p:cNvSpPr/>
            <p:nvPr/>
          </p:nvSpPr>
          <p:spPr>
            <a:xfrm>
              <a:off x="3419954" y="300750"/>
              <a:ext cx="265198" cy="615233"/>
            </a:xfrm>
            <a:custGeom>
              <a:avLst/>
              <a:gdLst/>
              <a:ahLst/>
              <a:cxnLst/>
              <a:rect l="l" t="t" r="r" b="b"/>
              <a:pathLst>
                <a:path w="265198" h="615233" extrusionOk="0">
                  <a:moveTo>
                    <a:pt x="202675" y="777"/>
                  </a:moveTo>
                  <a:cubicBezTo>
                    <a:pt x="202675" y="777"/>
                    <a:pt x="201897" y="259"/>
                    <a:pt x="201465" y="0"/>
                  </a:cubicBezTo>
                  <a:cubicBezTo>
                    <a:pt x="144287" y="12179"/>
                    <a:pt x="87194" y="24444"/>
                    <a:pt x="30015" y="36536"/>
                  </a:cubicBezTo>
                  <a:cubicBezTo>
                    <a:pt x="25006" y="37572"/>
                    <a:pt x="23365" y="39472"/>
                    <a:pt x="23192" y="44655"/>
                  </a:cubicBezTo>
                  <a:cubicBezTo>
                    <a:pt x="21119" y="101402"/>
                    <a:pt x="18700" y="158149"/>
                    <a:pt x="16368" y="214809"/>
                  </a:cubicBezTo>
                  <a:cubicBezTo>
                    <a:pt x="11013" y="346182"/>
                    <a:pt x="5744" y="477469"/>
                    <a:pt x="476" y="608842"/>
                  </a:cubicBezTo>
                  <a:cubicBezTo>
                    <a:pt x="389" y="611001"/>
                    <a:pt x="-1338" y="614111"/>
                    <a:pt x="2376" y="615233"/>
                  </a:cubicBezTo>
                  <a:cubicBezTo>
                    <a:pt x="4535" y="613938"/>
                    <a:pt x="6867" y="614542"/>
                    <a:pt x="9113" y="614542"/>
                  </a:cubicBezTo>
                  <a:cubicBezTo>
                    <a:pt x="37702" y="614111"/>
                    <a:pt x="66378" y="613851"/>
                    <a:pt x="94968" y="613506"/>
                  </a:cubicBezTo>
                  <a:cubicBezTo>
                    <a:pt x="141523" y="612988"/>
                    <a:pt x="188164" y="612210"/>
                    <a:pt x="234719" y="611865"/>
                  </a:cubicBezTo>
                  <a:cubicBezTo>
                    <a:pt x="243874" y="611865"/>
                    <a:pt x="253116" y="610397"/>
                    <a:pt x="262185" y="612383"/>
                  </a:cubicBezTo>
                  <a:lnTo>
                    <a:pt x="262013" y="612383"/>
                  </a:lnTo>
                  <a:cubicBezTo>
                    <a:pt x="262444" y="611606"/>
                    <a:pt x="263049" y="611433"/>
                    <a:pt x="263826" y="611865"/>
                  </a:cubicBezTo>
                  <a:cubicBezTo>
                    <a:pt x="266331" y="609446"/>
                    <a:pt x="264690" y="606510"/>
                    <a:pt x="264431" y="604005"/>
                  </a:cubicBezTo>
                  <a:cubicBezTo>
                    <a:pt x="251043" y="475050"/>
                    <a:pt x="237569" y="346182"/>
                    <a:pt x="224181" y="217228"/>
                  </a:cubicBezTo>
                  <a:cubicBezTo>
                    <a:pt x="216840" y="147093"/>
                    <a:pt x="209584" y="76958"/>
                    <a:pt x="202243" y="6737"/>
                  </a:cubicBezTo>
                  <a:cubicBezTo>
                    <a:pt x="202070" y="4750"/>
                    <a:pt x="200947" y="2678"/>
                    <a:pt x="202588" y="6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3456706" y="295999"/>
              <a:ext cx="150720" cy="40767"/>
            </a:xfrm>
            <a:custGeom>
              <a:avLst/>
              <a:gdLst/>
              <a:ahLst/>
              <a:cxnLst/>
              <a:rect l="l" t="t" r="r" b="b"/>
              <a:pathLst>
                <a:path w="150720" h="40767" extrusionOk="0">
                  <a:moveTo>
                    <a:pt x="0" y="40682"/>
                  </a:moveTo>
                  <a:cubicBezTo>
                    <a:pt x="0" y="39559"/>
                    <a:pt x="86" y="38436"/>
                    <a:pt x="173" y="37313"/>
                  </a:cubicBezTo>
                  <a:cubicBezTo>
                    <a:pt x="346" y="32994"/>
                    <a:pt x="1728" y="31440"/>
                    <a:pt x="5873" y="30576"/>
                  </a:cubicBezTo>
                  <a:cubicBezTo>
                    <a:pt x="53810" y="20470"/>
                    <a:pt x="101747" y="10192"/>
                    <a:pt x="149684" y="0"/>
                  </a:cubicBezTo>
                  <a:cubicBezTo>
                    <a:pt x="150030" y="173"/>
                    <a:pt x="150375" y="432"/>
                    <a:pt x="150634" y="605"/>
                  </a:cubicBezTo>
                  <a:cubicBezTo>
                    <a:pt x="149339" y="2246"/>
                    <a:pt x="150202" y="3973"/>
                    <a:pt x="150375" y="5701"/>
                  </a:cubicBezTo>
                  <a:cubicBezTo>
                    <a:pt x="150462" y="6737"/>
                    <a:pt x="150548" y="7687"/>
                    <a:pt x="150721" y="8724"/>
                  </a:cubicBezTo>
                  <a:cubicBezTo>
                    <a:pt x="100452" y="19434"/>
                    <a:pt x="50269" y="30230"/>
                    <a:pt x="0" y="40768"/>
                  </a:cubicBezTo>
                  <a:close/>
                </a:path>
              </a:pathLst>
            </a:custGeom>
            <a:solidFill>
              <a:srgbClr val="4C5B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3531246" y="1027145"/>
              <a:ext cx="74626" cy="95787"/>
            </a:xfrm>
            <a:custGeom>
              <a:avLst/>
              <a:gdLst/>
              <a:ahLst/>
              <a:cxnLst/>
              <a:rect l="l" t="t" r="r" b="b"/>
              <a:pathLst>
                <a:path w="74626" h="95787" extrusionOk="0">
                  <a:moveTo>
                    <a:pt x="0" y="86"/>
                  </a:moveTo>
                  <a:cubicBezTo>
                    <a:pt x="3196" y="15374"/>
                    <a:pt x="6478" y="30576"/>
                    <a:pt x="9501" y="45864"/>
                  </a:cubicBezTo>
                  <a:cubicBezTo>
                    <a:pt x="10192" y="49492"/>
                    <a:pt x="12092" y="51478"/>
                    <a:pt x="15029" y="53292"/>
                  </a:cubicBezTo>
                  <a:cubicBezTo>
                    <a:pt x="39300" y="68926"/>
                    <a:pt x="49578" y="80068"/>
                    <a:pt x="73849" y="95787"/>
                  </a:cubicBezTo>
                  <a:cubicBezTo>
                    <a:pt x="74108" y="95356"/>
                    <a:pt x="74367" y="95010"/>
                    <a:pt x="74626" y="94578"/>
                  </a:cubicBezTo>
                  <a:cubicBezTo>
                    <a:pt x="72899" y="82400"/>
                    <a:pt x="73158" y="38868"/>
                    <a:pt x="72985" y="29367"/>
                  </a:cubicBezTo>
                  <a:cubicBezTo>
                    <a:pt x="60547" y="24444"/>
                    <a:pt x="16929" y="526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3422416" y="912239"/>
              <a:ext cx="259809" cy="148504"/>
            </a:xfrm>
            <a:custGeom>
              <a:avLst/>
              <a:gdLst/>
              <a:ahLst/>
              <a:cxnLst/>
              <a:rect l="l" t="t" r="r" b="b"/>
              <a:pathLst>
                <a:path w="259809" h="148504" extrusionOk="0">
                  <a:moveTo>
                    <a:pt x="101402" y="114560"/>
                  </a:moveTo>
                  <a:cubicBezTo>
                    <a:pt x="118331" y="119829"/>
                    <a:pt x="134396" y="127430"/>
                    <a:pt x="150980" y="133648"/>
                  </a:cubicBezTo>
                  <a:cubicBezTo>
                    <a:pt x="163504" y="138313"/>
                    <a:pt x="175855" y="143495"/>
                    <a:pt x="188293" y="148505"/>
                  </a:cubicBezTo>
                  <a:cubicBezTo>
                    <a:pt x="189761" y="126911"/>
                    <a:pt x="192698" y="105664"/>
                    <a:pt x="199953" y="85193"/>
                  </a:cubicBezTo>
                  <a:cubicBezTo>
                    <a:pt x="211700" y="52372"/>
                    <a:pt x="230097" y="24387"/>
                    <a:pt x="258168" y="3139"/>
                  </a:cubicBezTo>
                  <a:cubicBezTo>
                    <a:pt x="258859" y="2621"/>
                    <a:pt x="259291" y="1757"/>
                    <a:pt x="259809" y="1066"/>
                  </a:cubicBezTo>
                  <a:cubicBezTo>
                    <a:pt x="250654" y="-920"/>
                    <a:pt x="241498" y="462"/>
                    <a:pt x="232343" y="548"/>
                  </a:cubicBezTo>
                  <a:cubicBezTo>
                    <a:pt x="185788" y="893"/>
                    <a:pt x="139147" y="1584"/>
                    <a:pt x="92592" y="2189"/>
                  </a:cubicBezTo>
                  <a:cubicBezTo>
                    <a:pt x="64002" y="2535"/>
                    <a:pt x="35326" y="2794"/>
                    <a:pt x="6737" y="3226"/>
                  </a:cubicBezTo>
                  <a:cubicBezTo>
                    <a:pt x="4491" y="3226"/>
                    <a:pt x="2073" y="2621"/>
                    <a:pt x="0" y="3917"/>
                  </a:cubicBezTo>
                  <a:cubicBezTo>
                    <a:pt x="49232" y="26719"/>
                    <a:pt x="82140" y="64464"/>
                    <a:pt x="101488" y="1146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3682053" y="912512"/>
              <a:ext cx="1814" cy="1273"/>
            </a:xfrm>
            <a:custGeom>
              <a:avLst/>
              <a:gdLst/>
              <a:ahLst/>
              <a:cxnLst/>
              <a:rect l="l" t="t" r="r" b="b"/>
              <a:pathLst>
                <a:path w="1814" h="1273" extrusionOk="0">
                  <a:moveTo>
                    <a:pt x="0" y="794"/>
                  </a:moveTo>
                  <a:cubicBezTo>
                    <a:pt x="1037" y="1917"/>
                    <a:pt x="1382" y="794"/>
                    <a:pt x="1814" y="189"/>
                  </a:cubicBezTo>
                  <a:cubicBezTo>
                    <a:pt x="1037" y="-156"/>
                    <a:pt x="346" y="-70"/>
                    <a:pt x="0" y="794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3556467" y="1061262"/>
              <a:ext cx="34376" cy="24357"/>
            </a:xfrm>
            <a:custGeom>
              <a:avLst/>
              <a:gdLst/>
              <a:ahLst/>
              <a:cxnLst/>
              <a:rect l="l" t="t" r="r" b="b"/>
              <a:pathLst>
                <a:path w="34376" h="24357" extrusionOk="0">
                  <a:moveTo>
                    <a:pt x="34376" y="24357"/>
                  </a:moveTo>
                  <a:lnTo>
                    <a:pt x="20643" y="0"/>
                  </a:lnTo>
                  <a:lnTo>
                    <a:pt x="0" y="9760"/>
                  </a:lnTo>
                </a:path>
              </a:pathLst>
            </a:custGeom>
            <a:noFill/>
            <a:ln w="113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3501706" y="417526"/>
              <a:ext cx="8637" cy="410357"/>
            </a:xfrm>
            <a:custGeom>
              <a:avLst/>
              <a:gdLst/>
              <a:ahLst/>
              <a:cxnLst/>
              <a:rect l="l" t="t" r="r" b="b"/>
              <a:pathLst>
                <a:path w="8637" h="410357" extrusionOk="0">
                  <a:moveTo>
                    <a:pt x="0" y="410357"/>
                  </a:moveTo>
                  <a:lnTo>
                    <a:pt x="0" y="0"/>
                  </a:lnTo>
                </a:path>
              </a:pathLst>
            </a:custGeom>
            <a:noFill/>
            <a:ln w="28300" cap="rnd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14" name="Google Shape;314;p9"/>
          <p:cNvGrpSpPr/>
          <p:nvPr/>
        </p:nvGrpSpPr>
        <p:grpSpPr>
          <a:xfrm>
            <a:off x="450425" y="310675"/>
            <a:ext cx="8243134" cy="4670478"/>
            <a:chOff x="5447852" y="0"/>
            <a:chExt cx="5442090" cy="3618001"/>
          </a:xfrm>
        </p:grpSpPr>
        <p:sp>
          <p:nvSpPr>
            <p:cNvPr id="315" name="Google Shape;315;p9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316" name="Google Shape;316;p9"/>
            <p:cNvGrpSpPr/>
            <p:nvPr/>
          </p:nvGrpSpPr>
          <p:grpSpPr>
            <a:xfrm>
              <a:off x="5586054" y="0"/>
              <a:ext cx="5165785" cy="3492765"/>
              <a:chOff x="5586054" y="0"/>
              <a:chExt cx="5165785" cy="3492765"/>
            </a:xfrm>
          </p:grpSpPr>
          <p:sp>
            <p:nvSpPr>
              <p:cNvPr id="317" name="Google Shape;317;p9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18" name="Google Shape;318;p9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19" name="Google Shape;319;p9"/>
              <p:cNvSpPr/>
              <p:nvPr/>
            </p:nvSpPr>
            <p:spPr>
              <a:xfrm rot="10800000" flipH="1">
                <a:off x="8168947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20" name="Google Shape;320;p9"/>
              <p:cNvSpPr/>
              <p:nvPr/>
            </p:nvSpPr>
            <p:spPr>
              <a:xfrm rot="10800000" flipH="1">
                <a:off x="5586054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321" name="Google Shape;321;p9"/>
          <p:cNvSpPr txBox="1">
            <a:spLocks noGrp="1"/>
          </p:cNvSpPr>
          <p:nvPr>
            <p:ph type="title"/>
          </p:nvPr>
        </p:nvSpPr>
        <p:spPr>
          <a:xfrm>
            <a:off x="1165975" y="1503075"/>
            <a:ext cx="34782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9"/>
          <p:cNvSpPr txBox="1">
            <a:spLocks noGrp="1"/>
          </p:cNvSpPr>
          <p:nvPr>
            <p:ph type="subTitle" idx="1"/>
          </p:nvPr>
        </p:nvSpPr>
        <p:spPr>
          <a:xfrm>
            <a:off x="1165975" y="2664488"/>
            <a:ext cx="3478200" cy="9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13"/>
          <p:cNvGrpSpPr/>
          <p:nvPr/>
        </p:nvGrpSpPr>
        <p:grpSpPr>
          <a:xfrm>
            <a:off x="-62562" y="-727673"/>
            <a:ext cx="9722808" cy="5413524"/>
            <a:chOff x="-157012" y="-727673"/>
            <a:chExt cx="9722808" cy="5413524"/>
          </a:xfrm>
        </p:grpSpPr>
        <p:grpSp>
          <p:nvGrpSpPr>
            <p:cNvPr id="347" name="Google Shape;347;p13"/>
            <p:cNvGrpSpPr/>
            <p:nvPr/>
          </p:nvGrpSpPr>
          <p:grpSpPr>
            <a:xfrm rot="2021523">
              <a:off x="438396" y="-830981"/>
              <a:ext cx="305506" cy="2239206"/>
              <a:chOff x="4265846" y="1371340"/>
              <a:chExt cx="126709" cy="928680"/>
            </a:xfrm>
          </p:grpSpPr>
          <p:sp>
            <p:nvSpPr>
              <p:cNvPr id="348" name="Google Shape;348;p13"/>
              <p:cNvSpPr/>
              <p:nvPr/>
            </p:nvSpPr>
            <p:spPr>
              <a:xfrm>
                <a:off x="4307564" y="1371340"/>
                <a:ext cx="71948" cy="72380"/>
              </a:xfrm>
              <a:custGeom>
                <a:avLst/>
                <a:gdLst/>
                <a:ahLst/>
                <a:cxnLst/>
                <a:rect l="l" t="t" r="r" b="b"/>
                <a:pathLst>
                  <a:path w="71948" h="72380" extrusionOk="0">
                    <a:moveTo>
                      <a:pt x="71948" y="86"/>
                    </a:moveTo>
                    <a:lnTo>
                      <a:pt x="71689" y="72380"/>
                    </a:lnTo>
                    <a:lnTo>
                      <a:pt x="0" y="72294"/>
                    </a:lnTo>
                    <a:lnTo>
                      <a:pt x="259" y="0"/>
                    </a:lnTo>
                    <a:lnTo>
                      <a:pt x="71948" y="8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9" name="Google Shape;349;p13"/>
              <p:cNvSpPr/>
              <p:nvPr/>
            </p:nvSpPr>
            <p:spPr>
              <a:xfrm>
                <a:off x="4313006" y="1443634"/>
                <a:ext cx="60633" cy="41286"/>
              </a:xfrm>
              <a:custGeom>
                <a:avLst/>
                <a:gdLst/>
                <a:ahLst/>
                <a:cxnLst/>
                <a:rect l="l" t="t" r="r" b="b"/>
                <a:pathLst>
                  <a:path w="60633" h="41286" extrusionOk="0">
                    <a:moveTo>
                      <a:pt x="60634" y="86"/>
                    </a:moveTo>
                    <a:lnTo>
                      <a:pt x="60461" y="41286"/>
                    </a:lnTo>
                    <a:lnTo>
                      <a:pt x="0" y="41200"/>
                    </a:lnTo>
                    <a:lnTo>
                      <a:pt x="173" y="0"/>
                    </a:lnTo>
                    <a:lnTo>
                      <a:pt x="60634" y="8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0" name="Google Shape;350;p13"/>
              <p:cNvSpPr/>
              <p:nvPr/>
            </p:nvSpPr>
            <p:spPr>
              <a:xfrm>
                <a:off x="4265846" y="1496581"/>
                <a:ext cx="35672" cy="247285"/>
              </a:xfrm>
              <a:custGeom>
                <a:avLst/>
                <a:gdLst/>
                <a:ahLst/>
                <a:cxnLst/>
                <a:rect l="l" t="t" r="r" b="b"/>
                <a:pathLst>
                  <a:path w="35672" h="247285" extrusionOk="0">
                    <a:moveTo>
                      <a:pt x="0" y="247285"/>
                    </a:moveTo>
                    <a:lnTo>
                      <a:pt x="25307" y="247285"/>
                    </a:lnTo>
                    <a:lnTo>
                      <a:pt x="26085" y="38090"/>
                    </a:lnTo>
                    <a:lnTo>
                      <a:pt x="35499" y="38090"/>
                    </a:lnTo>
                    <a:lnTo>
                      <a:pt x="35672" y="86"/>
                    </a:lnTo>
                    <a:lnTo>
                      <a:pt x="26257" y="86"/>
                    </a:lnTo>
                    <a:lnTo>
                      <a:pt x="11488" y="0"/>
                    </a:lnTo>
                    <a:lnTo>
                      <a:pt x="950" y="0"/>
                    </a:lnTo>
                    <a:lnTo>
                      <a:pt x="0" y="24728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1" name="Google Shape;351;p13"/>
              <p:cNvSpPr/>
              <p:nvPr/>
            </p:nvSpPr>
            <p:spPr>
              <a:xfrm>
                <a:off x="4299791" y="1484834"/>
                <a:ext cx="85163" cy="459589"/>
              </a:xfrm>
              <a:custGeom>
                <a:avLst/>
                <a:gdLst/>
                <a:ahLst/>
                <a:cxnLst/>
                <a:rect l="l" t="t" r="r" b="b"/>
                <a:pathLst>
                  <a:path w="85163" h="459589" extrusionOk="0">
                    <a:moveTo>
                      <a:pt x="85163" y="86"/>
                    </a:moveTo>
                    <a:lnTo>
                      <a:pt x="83436" y="459590"/>
                    </a:lnTo>
                    <a:lnTo>
                      <a:pt x="0" y="459503"/>
                    </a:lnTo>
                    <a:lnTo>
                      <a:pt x="1727" y="0"/>
                    </a:lnTo>
                    <a:lnTo>
                      <a:pt x="85163" y="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2" name="Google Shape;352;p13"/>
              <p:cNvSpPr/>
              <p:nvPr/>
            </p:nvSpPr>
            <p:spPr>
              <a:xfrm>
                <a:off x="4289685" y="1944338"/>
                <a:ext cx="102870" cy="202457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202457" extrusionOk="0">
                    <a:moveTo>
                      <a:pt x="102870" y="86"/>
                    </a:moveTo>
                    <a:lnTo>
                      <a:pt x="102179" y="202458"/>
                    </a:lnTo>
                    <a:lnTo>
                      <a:pt x="0" y="202285"/>
                    </a:lnTo>
                    <a:lnTo>
                      <a:pt x="777" y="0"/>
                    </a:lnTo>
                    <a:lnTo>
                      <a:pt x="102870" y="8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3" name="Google Shape;353;p13"/>
              <p:cNvSpPr/>
              <p:nvPr/>
            </p:nvSpPr>
            <p:spPr>
              <a:xfrm>
                <a:off x="4301432" y="2146623"/>
                <a:ext cx="78512" cy="124290"/>
              </a:xfrm>
              <a:custGeom>
                <a:avLst/>
                <a:gdLst/>
                <a:ahLst/>
                <a:cxnLst/>
                <a:rect l="l" t="t" r="r" b="b"/>
                <a:pathLst>
                  <a:path w="78512" h="124290" extrusionOk="0">
                    <a:moveTo>
                      <a:pt x="0" y="41459"/>
                    </a:moveTo>
                    <a:lnTo>
                      <a:pt x="27466" y="124291"/>
                    </a:lnTo>
                    <a:lnTo>
                      <a:pt x="50269" y="124291"/>
                    </a:lnTo>
                    <a:lnTo>
                      <a:pt x="78340" y="41545"/>
                    </a:lnTo>
                    <a:lnTo>
                      <a:pt x="78513" y="86"/>
                    </a:lnTo>
                    <a:lnTo>
                      <a:pt x="173" y="0"/>
                    </a:lnTo>
                    <a:lnTo>
                      <a:pt x="0" y="4145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4" name="Google Shape;354;p13"/>
              <p:cNvSpPr/>
              <p:nvPr/>
            </p:nvSpPr>
            <p:spPr>
              <a:xfrm>
                <a:off x="4336759" y="2270913"/>
                <a:ext cx="6909" cy="29107"/>
              </a:xfrm>
              <a:custGeom>
                <a:avLst/>
                <a:gdLst/>
                <a:ahLst/>
                <a:cxnLst/>
                <a:rect l="l" t="t" r="r" b="b"/>
                <a:pathLst>
                  <a:path w="6909" h="29107" extrusionOk="0">
                    <a:moveTo>
                      <a:pt x="6823" y="29108"/>
                    </a:moveTo>
                    <a:lnTo>
                      <a:pt x="6910" y="0"/>
                    </a:lnTo>
                    <a:lnTo>
                      <a:pt x="173" y="0"/>
                    </a:lnTo>
                    <a:lnTo>
                      <a:pt x="0" y="29108"/>
                    </a:lnTo>
                    <a:lnTo>
                      <a:pt x="6823" y="29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55" name="Google Shape;355;p13"/>
            <p:cNvGrpSpPr/>
            <p:nvPr/>
          </p:nvGrpSpPr>
          <p:grpSpPr>
            <a:xfrm rot="-3806465" flipH="1">
              <a:off x="7866645" y="-62642"/>
              <a:ext cx="1136027" cy="1961303"/>
              <a:chOff x="1353097" y="1651879"/>
              <a:chExt cx="906223" cy="1564556"/>
            </a:xfrm>
          </p:grpSpPr>
          <p:sp>
            <p:nvSpPr>
              <p:cNvPr id="356" name="Google Shape;356;p13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close/>
                    <a:moveTo>
                      <a:pt x="227420" y="846367"/>
                    </a:moveTo>
                    <a:lnTo>
                      <a:pt x="511759" y="1337224"/>
                    </a:lnTo>
                    <a:lnTo>
                      <a:pt x="227420" y="1337224"/>
                    </a:lnTo>
                    <a:lnTo>
                      <a:pt x="227420" y="8463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7" name="Google Shape;357;p13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rgbClr val="F3982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8" name="Google Shape;358;p13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359" name="Google Shape;359;p13"/>
              <p:cNvGrpSpPr/>
              <p:nvPr/>
            </p:nvGrpSpPr>
            <p:grpSpPr>
              <a:xfrm>
                <a:off x="1353097" y="1907975"/>
                <a:ext cx="113234" cy="1268557"/>
                <a:chOff x="1353097" y="1907975"/>
                <a:chExt cx="113234" cy="1268557"/>
              </a:xfrm>
            </p:grpSpPr>
            <p:sp>
              <p:nvSpPr>
                <p:cNvPr id="360" name="Google Shape;360;p13"/>
                <p:cNvSpPr/>
                <p:nvPr/>
              </p:nvSpPr>
              <p:spPr>
                <a:xfrm>
                  <a:off x="1353097" y="190797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1" name="Google Shape;361;p13"/>
                <p:cNvSpPr/>
                <p:nvPr/>
              </p:nvSpPr>
              <p:spPr>
                <a:xfrm>
                  <a:off x="1353097" y="201291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2" name="Google Shape;362;p13"/>
                <p:cNvSpPr/>
                <p:nvPr/>
              </p:nvSpPr>
              <p:spPr>
                <a:xfrm>
                  <a:off x="1353097" y="2117947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3" name="Google Shape;363;p13"/>
                <p:cNvSpPr/>
                <p:nvPr/>
              </p:nvSpPr>
              <p:spPr>
                <a:xfrm>
                  <a:off x="1353097" y="2222976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4" name="Google Shape;364;p13"/>
                <p:cNvSpPr/>
                <p:nvPr/>
              </p:nvSpPr>
              <p:spPr>
                <a:xfrm>
                  <a:off x="1353097" y="2327919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5" name="Google Shape;365;p13"/>
                <p:cNvSpPr/>
                <p:nvPr/>
              </p:nvSpPr>
              <p:spPr>
                <a:xfrm>
                  <a:off x="1353097" y="243294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6" name="Google Shape;366;p13"/>
                <p:cNvSpPr/>
                <p:nvPr/>
              </p:nvSpPr>
              <p:spPr>
                <a:xfrm>
                  <a:off x="1353097" y="253789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7" name="Google Shape;367;p13"/>
                <p:cNvSpPr/>
                <p:nvPr/>
              </p:nvSpPr>
              <p:spPr>
                <a:xfrm>
                  <a:off x="1353097" y="264292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8" name="Google Shape;368;p13"/>
                <p:cNvSpPr/>
                <p:nvPr/>
              </p:nvSpPr>
              <p:spPr>
                <a:xfrm>
                  <a:off x="1353097" y="2747950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9" name="Google Shape;369;p13"/>
                <p:cNvSpPr/>
                <p:nvPr/>
              </p:nvSpPr>
              <p:spPr>
                <a:xfrm>
                  <a:off x="1353097" y="2852893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70" name="Google Shape;370;p13"/>
                <p:cNvSpPr/>
                <p:nvPr/>
              </p:nvSpPr>
              <p:spPr>
                <a:xfrm>
                  <a:off x="1353097" y="2957922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71" name="Google Shape;371;p13"/>
                <p:cNvSpPr/>
                <p:nvPr/>
              </p:nvSpPr>
              <p:spPr>
                <a:xfrm>
                  <a:off x="1353097" y="306286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72" name="Google Shape;372;p13"/>
                <p:cNvSpPr/>
                <p:nvPr/>
              </p:nvSpPr>
              <p:spPr>
                <a:xfrm>
                  <a:off x="1353097" y="316789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373" name="Google Shape;373;p13"/>
              <p:cNvSpPr/>
              <p:nvPr/>
            </p:nvSpPr>
            <p:spPr>
              <a:xfrm>
                <a:off x="2061613" y="3109420"/>
                <a:ext cx="38867" cy="38867"/>
              </a:xfrm>
              <a:custGeom>
                <a:avLst/>
                <a:gdLst/>
                <a:ahLst/>
                <a:cxnLst/>
                <a:rect l="l" t="t" r="r" b="b"/>
                <a:pathLst>
                  <a:path w="38867" h="38867" extrusionOk="0">
                    <a:moveTo>
                      <a:pt x="38868" y="19434"/>
                    </a:moveTo>
                    <a:cubicBezTo>
                      <a:pt x="38868" y="30144"/>
                      <a:pt x="30144" y="38868"/>
                      <a:pt x="19434" y="38868"/>
                    </a:cubicBezTo>
                    <a:cubicBezTo>
                      <a:pt x="8724" y="38868"/>
                      <a:pt x="0" y="30144"/>
                      <a:pt x="0" y="19434"/>
                    </a:cubicBezTo>
                    <a:cubicBezTo>
                      <a:pt x="0" y="8724"/>
                      <a:pt x="8724" y="0"/>
                      <a:pt x="19434" y="0"/>
                    </a:cubicBezTo>
                    <a:cubicBezTo>
                      <a:pt x="30144" y="0"/>
                      <a:pt x="38868" y="8724"/>
                      <a:pt x="38868" y="194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74" name="Google Shape;374;p13"/>
            <p:cNvGrpSpPr/>
            <p:nvPr/>
          </p:nvGrpSpPr>
          <p:grpSpPr>
            <a:xfrm rot="-8827366" flipH="1">
              <a:off x="-147274" y="4283399"/>
              <a:ext cx="680576" cy="236683"/>
              <a:chOff x="2832375" y="669000"/>
              <a:chExt cx="491675" cy="215825"/>
            </a:xfrm>
          </p:grpSpPr>
          <p:sp>
            <p:nvSpPr>
              <p:cNvPr id="375" name="Google Shape;375;p13"/>
              <p:cNvSpPr/>
              <p:nvPr/>
            </p:nvSpPr>
            <p:spPr>
              <a:xfrm>
                <a:off x="2832375" y="669000"/>
                <a:ext cx="491675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19667" h="8633" extrusionOk="0">
                    <a:moveTo>
                      <a:pt x="730" y="0"/>
                    </a:moveTo>
                    <a:cubicBezTo>
                      <a:pt x="305" y="0"/>
                      <a:pt x="1" y="365"/>
                      <a:pt x="1" y="730"/>
                    </a:cubicBezTo>
                    <a:lnTo>
                      <a:pt x="1" y="7903"/>
                    </a:lnTo>
                    <a:cubicBezTo>
                      <a:pt x="1" y="8329"/>
                      <a:pt x="335" y="8633"/>
                      <a:pt x="730" y="8633"/>
                    </a:cubicBezTo>
                    <a:lnTo>
                      <a:pt x="18968" y="8633"/>
                    </a:lnTo>
                    <a:cubicBezTo>
                      <a:pt x="19363" y="8633"/>
                      <a:pt x="19667" y="8298"/>
                      <a:pt x="19667" y="7903"/>
                    </a:cubicBezTo>
                    <a:lnTo>
                      <a:pt x="19667" y="730"/>
                    </a:lnTo>
                    <a:cubicBezTo>
                      <a:pt x="19667" y="304"/>
                      <a:pt x="19333" y="0"/>
                      <a:pt x="18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3078600" y="669000"/>
                <a:ext cx="245450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8633" extrusionOk="0">
                    <a:moveTo>
                      <a:pt x="0" y="0"/>
                    </a:moveTo>
                    <a:lnTo>
                      <a:pt x="0" y="8633"/>
                    </a:lnTo>
                    <a:lnTo>
                      <a:pt x="9119" y="8633"/>
                    </a:lnTo>
                    <a:cubicBezTo>
                      <a:pt x="9484" y="8633"/>
                      <a:pt x="9818" y="8329"/>
                      <a:pt x="9818" y="7903"/>
                    </a:cubicBezTo>
                    <a:lnTo>
                      <a:pt x="9818" y="578"/>
                    </a:lnTo>
                    <a:cubicBezTo>
                      <a:pt x="9818" y="213"/>
                      <a:pt x="9514" y="0"/>
                      <a:pt x="91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7" name="Google Shape;377;p13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378" name="Google Shape;378;p13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379" name="Google Shape;379;p13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380" name="Google Shape;380;p13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81" name="Google Shape;381;p13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82" name="Google Shape;382;p13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83" name="Google Shape;383;p13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384" name="Google Shape;38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3"/>
          <p:cNvSpPr txBox="1">
            <a:spLocks noGrp="1"/>
          </p:cNvSpPr>
          <p:nvPr>
            <p:ph type="subTitle" idx="1"/>
          </p:nvPr>
        </p:nvSpPr>
        <p:spPr>
          <a:xfrm>
            <a:off x="720000" y="21329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3"/>
          <p:cNvSpPr txBox="1">
            <a:spLocks noGrp="1"/>
          </p:cNvSpPr>
          <p:nvPr>
            <p:ph type="subTitle" idx="2"/>
          </p:nvPr>
        </p:nvSpPr>
        <p:spPr>
          <a:xfrm>
            <a:off x="3419271" y="21329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3"/>
          <p:cNvSpPr txBox="1">
            <a:spLocks noGrp="1"/>
          </p:cNvSpPr>
          <p:nvPr>
            <p:ph type="subTitle" idx="3"/>
          </p:nvPr>
        </p:nvSpPr>
        <p:spPr>
          <a:xfrm>
            <a:off x="720000" y="3866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13"/>
          <p:cNvSpPr txBox="1">
            <a:spLocks noGrp="1"/>
          </p:cNvSpPr>
          <p:nvPr>
            <p:ph type="subTitle" idx="4"/>
          </p:nvPr>
        </p:nvSpPr>
        <p:spPr>
          <a:xfrm>
            <a:off x="3419271" y="3866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13"/>
          <p:cNvSpPr txBox="1">
            <a:spLocks noGrp="1"/>
          </p:cNvSpPr>
          <p:nvPr>
            <p:ph type="subTitle" idx="5"/>
          </p:nvPr>
        </p:nvSpPr>
        <p:spPr>
          <a:xfrm>
            <a:off x="6118549" y="21329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13"/>
          <p:cNvSpPr txBox="1">
            <a:spLocks noGrp="1"/>
          </p:cNvSpPr>
          <p:nvPr>
            <p:ph type="subTitle" idx="6"/>
          </p:nvPr>
        </p:nvSpPr>
        <p:spPr>
          <a:xfrm>
            <a:off x="6118549" y="3866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140700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2" name="Google Shape;392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873225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3" name="Google Shape;393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140700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4" name="Google Shape;394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873225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5" name="Google Shape;395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49" y="1140700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6" name="Google Shape;396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49" y="2873225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7" name="Google Shape;397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98" name="Google Shape;398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99" name="Google Shape;399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00" name="Google Shape;400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01" name="Google Shape;401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02" name="Google Shape;402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575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Google Shape;631;p19"/>
          <p:cNvGrpSpPr/>
          <p:nvPr/>
        </p:nvGrpSpPr>
        <p:grpSpPr>
          <a:xfrm>
            <a:off x="-247779" y="-290431"/>
            <a:ext cx="9714067" cy="4438782"/>
            <a:chOff x="-247779" y="-290431"/>
            <a:chExt cx="9714067" cy="4438782"/>
          </a:xfrm>
        </p:grpSpPr>
        <p:grpSp>
          <p:nvGrpSpPr>
            <p:cNvPr id="632" name="Google Shape;632;p19"/>
            <p:cNvGrpSpPr/>
            <p:nvPr/>
          </p:nvGrpSpPr>
          <p:grpSpPr>
            <a:xfrm rot="-2021523" flipH="1">
              <a:off x="8565385" y="-388231"/>
              <a:ext cx="305506" cy="2239206"/>
              <a:chOff x="4265846" y="1371340"/>
              <a:chExt cx="126709" cy="928680"/>
            </a:xfrm>
          </p:grpSpPr>
          <p:sp>
            <p:nvSpPr>
              <p:cNvPr id="633" name="Google Shape;633;p19"/>
              <p:cNvSpPr/>
              <p:nvPr/>
            </p:nvSpPr>
            <p:spPr>
              <a:xfrm>
                <a:off x="4289685" y="1944338"/>
                <a:ext cx="102870" cy="202457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202457" extrusionOk="0">
                    <a:moveTo>
                      <a:pt x="102870" y="86"/>
                    </a:moveTo>
                    <a:lnTo>
                      <a:pt x="102179" y="202458"/>
                    </a:lnTo>
                    <a:lnTo>
                      <a:pt x="0" y="202285"/>
                    </a:lnTo>
                    <a:lnTo>
                      <a:pt x="777" y="0"/>
                    </a:lnTo>
                    <a:lnTo>
                      <a:pt x="102870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4" name="Google Shape;634;p19"/>
              <p:cNvSpPr/>
              <p:nvPr/>
            </p:nvSpPr>
            <p:spPr>
              <a:xfrm>
                <a:off x="4299791" y="1484834"/>
                <a:ext cx="85163" cy="459589"/>
              </a:xfrm>
              <a:custGeom>
                <a:avLst/>
                <a:gdLst/>
                <a:ahLst/>
                <a:cxnLst/>
                <a:rect l="l" t="t" r="r" b="b"/>
                <a:pathLst>
                  <a:path w="85163" h="459589" extrusionOk="0">
                    <a:moveTo>
                      <a:pt x="85163" y="86"/>
                    </a:moveTo>
                    <a:lnTo>
                      <a:pt x="83436" y="459590"/>
                    </a:lnTo>
                    <a:lnTo>
                      <a:pt x="0" y="459503"/>
                    </a:lnTo>
                    <a:lnTo>
                      <a:pt x="1727" y="0"/>
                    </a:lnTo>
                    <a:lnTo>
                      <a:pt x="85163" y="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5" name="Google Shape;635;p19"/>
              <p:cNvSpPr/>
              <p:nvPr/>
            </p:nvSpPr>
            <p:spPr>
              <a:xfrm>
                <a:off x="4301432" y="2146623"/>
                <a:ext cx="78512" cy="124290"/>
              </a:xfrm>
              <a:custGeom>
                <a:avLst/>
                <a:gdLst/>
                <a:ahLst/>
                <a:cxnLst/>
                <a:rect l="l" t="t" r="r" b="b"/>
                <a:pathLst>
                  <a:path w="78512" h="124290" extrusionOk="0">
                    <a:moveTo>
                      <a:pt x="0" y="41459"/>
                    </a:moveTo>
                    <a:lnTo>
                      <a:pt x="27466" y="124291"/>
                    </a:lnTo>
                    <a:lnTo>
                      <a:pt x="50269" y="124291"/>
                    </a:lnTo>
                    <a:lnTo>
                      <a:pt x="78340" y="41545"/>
                    </a:lnTo>
                    <a:lnTo>
                      <a:pt x="78513" y="86"/>
                    </a:lnTo>
                    <a:lnTo>
                      <a:pt x="173" y="0"/>
                    </a:lnTo>
                    <a:lnTo>
                      <a:pt x="0" y="4145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6" name="Google Shape;636;p19"/>
              <p:cNvSpPr/>
              <p:nvPr/>
            </p:nvSpPr>
            <p:spPr>
              <a:xfrm>
                <a:off x="4336759" y="2270913"/>
                <a:ext cx="6909" cy="29107"/>
              </a:xfrm>
              <a:custGeom>
                <a:avLst/>
                <a:gdLst/>
                <a:ahLst/>
                <a:cxnLst/>
                <a:rect l="l" t="t" r="r" b="b"/>
                <a:pathLst>
                  <a:path w="6909" h="29107" extrusionOk="0">
                    <a:moveTo>
                      <a:pt x="6823" y="29108"/>
                    </a:moveTo>
                    <a:lnTo>
                      <a:pt x="6910" y="0"/>
                    </a:lnTo>
                    <a:lnTo>
                      <a:pt x="173" y="0"/>
                    </a:lnTo>
                    <a:lnTo>
                      <a:pt x="0" y="29108"/>
                    </a:lnTo>
                    <a:lnTo>
                      <a:pt x="6823" y="29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7" name="Google Shape;637;p19"/>
              <p:cNvSpPr/>
              <p:nvPr/>
            </p:nvSpPr>
            <p:spPr>
              <a:xfrm>
                <a:off x="4313006" y="1443634"/>
                <a:ext cx="60633" cy="41286"/>
              </a:xfrm>
              <a:custGeom>
                <a:avLst/>
                <a:gdLst/>
                <a:ahLst/>
                <a:cxnLst/>
                <a:rect l="l" t="t" r="r" b="b"/>
                <a:pathLst>
                  <a:path w="60633" h="41286" extrusionOk="0">
                    <a:moveTo>
                      <a:pt x="60634" y="86"/>
                    </a:moveTo>
                    <a:lnTo>
                      <a:pt x="60461" y="41286"/>
                    </a:lnTo>
                    <a:lnTo>
                      <a:pt x="0" y="41200"/>
                    </a:lnTo>
                    <a:lnTo>
                      <a:pt x="173" y="0"/>
                    </a:lnTo>
                    <a:lnTo>
                      <a:pt x="60634" y="8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8" name="Google Shape;638;p19"/>
              <p:cNvSpPr/>
              <p:nvPr/>
            </p:nvSpPr>
            <p:spPr>
              <a:xfrm>
                <a:off x="4307564" y="1371340"/>
                <a:ext cx="71948" cy="72380"/>
              </a:xfrm>
              <a:custGeom>
                <a:avLst/>
                <a:gdLst/>
                <a:ahLst/>
                <a:cxnLst/>
                <a:rect l="l" t="t" r="r" b="b"/>
                <a:pathLst>
                  <a:path w="71948" h="72380" extrusionOk="0">
                    <a:moveTo>
                      <a:pt x="71948" y="86"/>
                    </a:moveTo>
                    <a:lnTo>
                      <a:pt x="71689" y="72380"/>
                    </a:lnTo>
                    <a:lnTo>
                      <a:pt x="0" y="72294"/>
                    </a:lnTo>
                    <a:lnTo>
                      <a:pt x="259" y="0"/>
                    </a:lnTo>
                    <a:lnTo>
                      <a:pt x="71948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9" name="Google Shape;639;p19"/>
              <p:cNvSpPr/>
              <p:nvPr/>
            </p:nvSpPr>
            <p:spPr>
              <a:xfrm>
                <a:off x="4265846" y="1496581"/>
                <a:ext cx="35672" cy="247285"/>
              </a:xfrm>
              <a:custGeom>
                <a:avLst/>
                <a:gdLst/>
                <a:ahLst/>
                <a:cxnLst/>
                <a:rect l="l" t="t" r="r" b="b"/>
                <a:pathLst>
                  <a:path w="35672" h="247285" extrusionOk="0">
                    <a:moveTo>
                      <a:pt x="0" y="247285"/>
                    </a:moveTo>
                    <a:lnTo>
                      <a:pt x="25307" y="247285"/>
                    </a:lnTo>
                    <a:lnTo>
                      <a:pt x="26085" y="38090"/>
                    </a:lnTo>
                    <a:lnTo>
                      <a:pt x="35499" y="38090"/>
                    </a:lnTo>
                    <a:lnTo>
                      <a:pt x="35672" y="86"/>
                    </a:lnTo>
                    <a:lnTo>
                      <a:pt x="26257" y="86"/>
                    </a:lnTo>
                    <a:lnTo>
                      <a:pt x="11488" y="0"/>
                    </a:lnTo>
                    <a:lnTo>
                      <a:pt x="950" y="0"/>
                    </a:lnTo>
                    <a:lnTo>
                      <a:pt x="0" y="24728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640" name="Google Shape;640;p19"/>
            <p:cNvGrpSpPr/>
            <p:nvPr/>
          </p:nvGrpSpPr>
          <p:grpSpPr>
            <a:xfrm rot="1929500">
              <a:off x="386829" y="2294737"/>
              <a:ext cx="277071" cy="1927755"/>
              <a:chOff x="5771324" y="4276662"/>
              <a:chExt cx="124377" cy="865369"/>
            </a:xfrm>
          </p:grpSpPr>
          <p:sp>
            <p:nvSpPr>
              <p:cNvPr id="641" name="Google Shape;641;p19"/>
              <p:cNvSpPr/>
              <p:nvPr/>
            </p:nvSpPr>
            <p:spPr>
              <a:xfrm rot="10800000">
                <a:off x="587065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2" name="Google Shape;642;p19"/>
              <p:cNvSpPr/>
              <p:nvPr/>
            </p:nvSpPr>
            <p:spPr>
              <a:xfrm rot="10800000">
                <a:off x="584586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3" name="Google Shape;643;p19"/>
              <p:cNvSpPr/>
              <p:nvPr/>
            </p:nvSpPr>
            <p:spPr>
              <a:xfrm rot="10800000">
                <a:off x="5821075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4" name="Google Shape;644;p19"/>
              <p:cNvSpPr/>
              <p:nvPr/>
            </p:nvSpPr>
            <p:spPr>
              <a:xfrm rot="10800000">
                <a:off x="579611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5" name="Google Shape;645;p19"/>
              <p:cNvSpPr/>
              <p:nvPr/>
            </p:nvSpPr>
            <p:spPr>
              <a:xfrm rot="10800000">
                <a:off x="577132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6" name="Google Shape;646;p19"/>
              <p:cNvSpPr/>
              <p:nvPr/>
            </p:nvSpPr>
            <p:spPr>
              <a:xfrm>
                <a:off x="5771324" y="5017395"/>
                <a:ext cx="124204" cy="124635"/>
              </a:xfrm>
              <a:custGeom>
                <a:avLst/>
                <a:gdLst/>
                <a:ahLst/>
                <a:cxnLst/>
                <a:rect l="l" t="t" r="r" b="b"/>
                <a:pathLst>
                  <a:path w="124204" h="124635" extrusionOk="0">
                    <a:moveTo>
                      <a:pt x="62102" y="124636"/>
                    </a:moveTo>
                    <a:cubicBezTo>
                      <a:pt x="76872" y="124636"/>
                      <a:pt x="124204" y="0"/>
                      <a:pt x="124204" y="0"/>
                    </a:cubicBezTo>
                    <a:lnTo>
                      <a:pt x="0" y="0"/>
                    </a:lnTo>
                    <a:cubicBezTo>
                      <a:pt x="0" y="0"/>
                      <a:pt x="47851" y="124636"/>
                      <a:pt x="62102" y="1246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7" name="Google Shape;647;p19"/>
              <p:cNvSpPr/>
              <p:nvPr/>
            </p:nvSpPr>
            <p:spPr>
              <a:xfrm>
                <a:off x="5815720" y="5108691"/>
                <a:ext cx="35499" cy="33340"/>
              </a:xfrm>
              <a:custGeom>
                <a:avLst/>
                <a:gdLst/>
                <a:ahLst/>
                <a:cxnLst/>
                <a:rect l="l" t="t" r="r" b="b"/>
                <a:pathLst>
                  <a:path w="35499" h="33340" extrusionOk="0">
                    <a:moveTo>
                      <a:pt x="17706" y="0"/>
                    </a:moveTo>
                    <a:cubicBezTo>
                      <a:pt x="10797" y="0"/>
                      <a:pt x="4492" y="3887"/>
                      <a:pt x="0" y="10192"/>
                    </a:cubicBezTo>
                    <a:cubicBezTo>
                      <a:pt x="7342" y="23839"/>
                      <a:pt x="13734" y="33340"/>
                      <a:pt x="17706" y="33340"/>
                    </a:cubicBezTo>
                    <a:cubicBezTo>
                      <a:pt x="21680" y="33340"/>
                      <a:pt x="28244" y="24012"/>
                      <a:pt x="35499" y="10451"/>
                    </a:cubicBezTo>
                    <a:cubicBezTo>
                      <a:pt x="31008" y="4060"/>
                      <a:pt x="24702" y="86"/>
                      <a:pt x="17706" y="8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8" name="Google Shape;648;p19"/>
              <p:cNvSpPr/>
              <p:nvPr/>
            </p:nvSpPr>
            <p:spPr>
              <a:xfrm rot="10800000">
                <a:off x="5771411" y="4276662"/>
                <a:ext cx="124290" cy="110470"/>
              </a:xfrm>
              <a:custGeom>
                <a:avLst/>
                <a:gdLst/>
                <a:ahLst/>
                <a:cxnLst/>
                <a:rect l="l" t="t" r="r" b="b"/>
                <a:pathLst>
                  <a:path w="124290" h="110470" extrusionOk="0">
                    <a:moveTo>
                      <a:pt x="86" y="0"/>
                    </a:moveTo>
                    <a:lnTo>
                      <a:pt x="124290" y="0"/>
                    </a:lnTo>
                    <a:lnTo>
                      <a:pt x="124290" y="88532"/>
                    </a:lnTo>
                    <a:cubicBezTo>
                      <a:pt x="124290" y="100624"/>
                      <a:pt x="114444" y="110471"/>
                      <a:pt x="102352" y="110471"/>
                    </a:cubicBezTo>
                    <a:lnTo>
                      <a:pt x="21939" y="110471"/>
                    </a:lnTo>
                    <a:cubicBezTo>
                      <a:pt x="9846" y="110471"/>
                      <a:pt x="0" y="100624"/>
                      <a:pt x="0" y="88532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649" name="Google Shape;649;p19"/>
            <p:cNvGrpSpPr/>
            <p:nvPr/>
          </p:nvGrpSpPr>
          <p:grpSpPr>
            <a:xfrm rot="3806465">
              <a:off x="315345" y="-324542"/>
              <a:ext cx="1136027" cy="1961303"/>
              <a:chOff x="1353097" y="1651879"/>
              <a:chExt cx="906223" cy="1564556"/>
            </a:xfrm>
          </p:grpSpPr>
          <p:sp>
            <p:nvSpPr>
              <p:cNvPr id="650" name="Google Shape;650;p19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close/>
                    <a:moveTo>
                      <a:pt x="227420" y="846367"/>
                    </a:moveTo>
                    <a:lnTo>
                      <a:pt x="511759" y="1337224"/>
                    </a:lnTo>
                    <a:lnTo>
                      <a:pt x="227420" y="1337224"/>
                    </a:lnTo>
                    <a:lnTo>
                      <a:pt x="227420" y="8463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51" name="Google Shape;651;p19"/>
              <p:cNvSpPr/>
              <p:nvPr/>
            </p:nvSpPr>
            <p:spPr>
              <a:xfrm>
                <a:off x="2061613" y="3109420"/>
                <a:ext cx="38867" cy="38867"/>
              </a:xfrm>
              <a:custGeom>
                <a:avLst/>
                <a:gdLst/>
                <a:ahLst/>
                <a:cxnLst/>
                <a:rect l="l" t="t" r="r" b="b"/>
                <a:pathLst>
                  <a:path w="38867" h="38867" extrusionOk="0">
                    <a:moveTo>
                      <a:pt x="38868" y="19434"/>
                    </a:moveTo>
                    <a:cubicBezTo>
                      <a:pt x="38868" y="30144"/>
                      <a:pt x="30144" y="38868"/>
                      <a:pt x="19434" y="38868"/>
                    </a:cubicBezTo>
                    <a:cubicBezTo>
                      <a:pt x="8724" y="38868"/>
                      <a:pt x="0" y="30144"/>
                      <a:pt x="0" y="19434"/>
                    </a:cubicBezTo>
                    <a:cubicBezTo>
                      <a:pt x="0" y="8724"/>
                      <a:pt x="8724" y="0"/>
                      <a:pt x="19434" y="0"/>
                    </a:cubicBezTo>
                    <a:cubicBezTo>
                      <a:pt x="30144" y="0"/>
                      <a:pt x="38868" y="8724"/>
                      <a:pt x="38868" y="194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52" name="Google Shape;652;p19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rgbClr val="F3982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53" name="Google Shape;653;p19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654" name="Google Shape;654;p19"/>
              <p:cNvGrpSpPr/>
              <p:nvPr/>
            </p:nvGrpSpPr>
            <p:grpSpPr>
              <a:xfrm>
                <a:off x="1353097" y="1907975"/>
                <a:ext cx="113234" cy="1268557"/>
                <a:chOff x="1353097" y="1907975"/>
                <a:chExt cx="113234" cy="1268557"/>
              </a:xfrm>
            </p:grpSpPr>
            <p:sp>
              <p:nvSpPr>
                <p:cNvPr id="655" name="Google Shape;655;p19"/>
                <p:cNvSpPr/>
                <p:nvPr/>
              </p:nvSpPr>
              <p:spPr>
                <a:xfrm>
                  <a:off x="1353097" y="190797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6" name="Google Shape;656;p19"/>
                <p:cNvSpPr/>
                <p:nvPr/>
              </p:nvSpPr>
              <p:spPr>
                <a:xfrm>
                  <a:off x="1353097" y="201291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7" name="Google Shape;657;p19"/>
                <p:cNvSpPr/>
                <p:nvPr/>
              </p:nvSpPr>
              <p:spPr>
                <a:xfrm>
                  <a:off x="1353097" y="2117947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8" name="Google Shape;658;p19"/>
                <p:cNvSpPr/>
                <p:nvPr/>
              </p:nvSpPr>
              <p:spPr>
                <a:xfrm>
                  <a:off x="1353097" y="2222976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9" name="Google Shape;659;p19"/>
                <p:cNvSpPr/>
                <p:nvPr/>
              </p:nvSpPr>
              <p:spPr>
                <a:xfrm>
                  <a:off x="1353097" y="2327919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0" name="Google Shape;660;p19"/>
                <p:cNvSpPr/>
                <p:nvPr/>
              </p:nvSpPr>
              <p:spPr>
                <a:xfrm>
                  <a:off x="1353097" y="243294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1" name="Google Shape;661;p19"/>
                <p:cNvSpPr/>
                <p:nvPr/>
              </p:nvSpPr>
              <p:spPr>
                <a:xfrm>
                  <a:off x="1353097" y="253789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2" name="Google Shape;662;p19"/>
                <p:cNvSpPr/>
                <p:nvPr/>
              </p:nvSpPr>
              <p:spPr>
                <a:xfrm>
                  <a:off x="1353097" y="264292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3" name="Google Shape;663;p19"/>
                <p:cNvSpPr/>
                <p:nvPr/>
              </p:nvSpPr>
              <p:spPr>
                <a:xfrm>
                  <a:off x="1353097" y="2747950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4" name="Google Shape;664;p19"/>
                <p:cNvSpPr/>
                <p:nvPr/>
              </p:nvSpPr>
              <p:spPr>
                <a:xfrm>
                  <a:off x="1353097" y="2852893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5" name="Google Shape;665;p19"/>
                <p:cNvSpPr/>
                <p:nvPr/>
              </p:nvSpPr>
              <p:spPr>
                <a:xfrm>
                  <a:off x="1353097" y="2957922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6" name="Google Shape;666;p19"/>
                <p:cNvSpPr/>
                <p:nvPr/>
              </p:nvSpPr>
              <p:spPr>
                <a:xfrm>
                  <a:off x="1353097" y="306286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7" name="Google Shape;667;p19"/>
                <p:cNvSpPr/>
                <p:nvPr/>
              </p:nvSpPr>
              <p:spPr>
                <a:xfrm>
                  <a:off x="1353097" y="316789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668" name="Google Shape;668;p19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669" name="Google Shape;669;p19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670" name="Google Shape;670;p19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671" name="Google Shape;671;p19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2" name="Google Shape;672;p19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3" name="Google Shape;673;p19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4" name="Google Shape;674;p19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675" name="Google Shape;67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19"/>
          <p:cNvSpPr txBox="1">
            <a:spLocks noGrp="1"/>
          </p:cNvSpPr>
          <p:nvPr>
            <p:ph type="subTitle" idx="1"/>
          </p:nvPr>
        </p:nvSpPr>
        <p:spPr>
          <a:xfrm>
            <a:off x="4771878" y="3006525"/>
            <a:ext cx="2603100" cy="10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19"/>
          <p:cNvSpPr txBox="1">
            <a:spLocks noGrp="1"/>
          </p:cNvSpPr>
          <p:nvPr>
            <p:ph type="subTitle" idx="2"/>
          </p:nvPr>
        </p:nvSpPr>
        <p:spPr>
          <a:xfrm>
            <a:off x="1783727" y="3006525"/>
            <a:ext cx="2603100" cy="10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19"/>
          <p:cNvSpPr txBox="1">
            <a:spLocks noGrp="1"/>
          </p:cNvSpPr>
          <p:nvPr>
            <p:ph type="subTitle" idx="3"/>
          </p:nvPr>
        </p:nvSpPr>
        <p:spPr>
          <a:xfrm>
            <a:off x="1783727" y="2600025"/>
            <a:ext cx="2603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79" name="Google Shape;679;p19"/>
          <p:cNvSpPr txBox="1">
            <a:spLocks noGrp="1"/>
          </p:cNvSpPr>
          <p:nvPr>
            <p:ph type="subTitle" idx="4"/>
          </p:nvPr>
        </p:nvSpPr>
        <p:spPr>
          <a:xfrm>
            <a:off x="4771878" y="2600025"/>
            <a:ext cx="2603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oogle Shape;681;p20"/>
          <p:cNvGrpSpPr/>
          <p:nvPr/>
        </p:nvGrpSpPr>
        <p:grpSpPr>
          <a:xfrm>
            <a:off x="-187378" y="-223473"/>
            <a:ext cx="9478716" cy="5981800"/>
            <a:chOff x="-187378" y="-223473"/>
            <a:chExt cx="9478716" cy="5981800"/>
          </a:xfrm>
        </p:grpSpPr>
        <p:grpSp>
          <p:nvGrpSpPr>
            <p:cNvPr id="682" name="Google Shape;682;p20"/>
            <p:cNvGrpSpPr/>
            <p:nvPr/>
          </p:nvGrpSpPr>
          <p:grpSpPr>
            <a:xfrm rot="-2021523" flipH="1">
              <a:off x="8390435" y="-326781"/>
              <a:ext cx="305506" cy="2239206"/>
              <a:chOff x="4265846" y="1371340"/>
              <a:chExt cx="126709" cy="928680"/>
            </a:xfrm>
          </p:grpSpPr>
          <p:sp>
            <p:nvSpPr>
              <p:cNvPr id="683" name="Google Shape;683;p20"/>
              <p:cNvSpPr/>
              <p:nvPr/>
            </p:nvSpPr>
            <p:spPr>
              <a:xfrm>
                <a:off x="4289685" y="1944338"/>
                <a:ext cx="102870" cy="202457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202457" extrusionOk="0">
                    <a:moveTo>
                      <a:pt x="102870" y="86"/>
                    </a:moveTo>
                    <a:lnTo>
                      <a:pt x="102179" y="202458"/>
                    </a:lnTo>
                    <a:lnTo>
                      <a:pt x="0" y="202285"/>
                    </a:lnTo>
                    <a:lnTo>
                      <a:pt x="777" y="0"/>
                    </a:lnTo>
                    <a:lnTo>
                      <a:pt x="102870" y="8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4" name="Google Shape;684;p20"/>
              <p:cNvSpPr/>
              <p:nvPr/>
            </p:nvSpPr>
            <p:spPr>
              <a:xfrm>
                <a:off x="4299791" y="1484834"/>
                <a:ext cx="85163" cy="459589"/>
              </a:xfrm>
              <a:custGeom>
                <a:avLst/>
                <a:gdLst/>
                <a:ahLst/>
                <a:cxnLst/>
                <a:rect l="l" t="t" r="r" b="b"/>
                <a:pathLst>
                  <a:path w="85163" h="459589" extrusionOk="0">
                    <a:moveTo>
                      <a:pt x="85163" y="86"/>
                    </a:moveTo>
                    <a:lnTo>
                      <a:pt x="83436" y="459590"/>
                    </a:lnTo>
                    <a:lnTo>
                      <a:pt x="0" y="459503"/>
                    </a:lnTo>
                    <a:lnTo>
                      <a:pt x="1727" y="0"/>
                    </a:lnTo>
                    <a:lnTo>
                      <a:pt x="85163" y="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5" name="Google Shape;685;p20"/>
              <p:cNvSpPr/>
              <p:nvPr/>
            </p:nvSpPr>
            <p:spPr>
              <a:xfrm>
                <a:off x="4301432" y="2146623"/>
                <a:ext cx="78512" cy="124290"/>
              </a:xfrm>
              <a:custGeom>
                <a:avLst/>
                <a:gdLst/>
                <a:ahLst/>
                <a:cxnLst/>
                <a:rect l="l" t="t" r="r" b="b"/>
                <a:pathLst>
                  <a:path w="78512" h="124290" extrusionOk="0">
                    <a:moveTo>
                      <a:pt x="0" y="41459"/>
                    </a:moveTo>
                    <a:lnTo>
                      <a:pt x="27466" y="124291"/>
                    </a:lnTo>
                    <a:lnTo>
                      <a:pt x="50269" y="124291"/>
                    </a:lnTo>
                    <a:lnTo>
                      <a:pt x="78340" y="41545"/>
                    </a:lnTo>
                    <a:lnTo>
                      <a:pt x="78513" y="86"/>
                    </a:lnTo>
                    <a:lnTo>
                      <a:pt x="173" y="0"/>
                    </a:lnTo>
                    <a:lnTo>
                      <a:pt x="0" y="4145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6" name="Google Shape;686;p20"/>
              <p:cNvSpPr/>
              <p:nvPr/>
            </p:nvSpPr>
            <p:spPr>
              <a:xfrm>
                <a:off x="4336759" y="2270913"/>
                <a:ext cx="6909" cy="29107"/>
              </a:xfrm>
              <a:custGeom>
                <a:avLst/>
                <a:gdLst/>
                <a:ahLst/>
                <a:cxnLst/>
                <a:rect l="l" t="t" r="r" b="b"/>
                <a:pathLst>
                  <a:path w="6909" h="29107" extrusionOk="0">
                    <a:moveTo>
                      <a:pt x="6823" y="29108"/>
                    </a:moveTo>
                    <a:lnTo>
                      <a:pt x="6910" y="0"/>
                    </a:lnTo>
                    <a:lnTo>
                      <a:pt x="173" y="0"/>
                    </a:lnTo>
                    <a:lnTo>
                      <a:pt x="0" y="29108"/>
                    </a:lnTo>
                    <a:lnTo>
                      <a:pt x="6823" y="29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7" name="Google Shape;687;p20"/>
              <p:cNvSpPr/>
              <p:nvPr/>
            </p:nvSpPr>
            <p:spPr>
              <a:xfrm>
                <a:off x="4313006" y="1443634"/>
                <a:ext cx="60633" cy="41286"/>
              </a:xfrm>
              <a:custGeom>
                <a:avLst/>
                <a:gdLst/>
                <a:ahLst/>
                <a:cxnLst/>
                <a:rect l="l" t="t" r="r" b="b"/>
                <a:pathLst>
                  <a:path w="60633" h="41286" extrusionOk="0">
                    <a:moveTo>
                      <a:pt x="60634" y="86"/>
                    </a:moveTo>
                    <a:lnTo>
                      <a:pt x="60461" y="41286"/>
                    </a:lnTo>
                    <a:lnTo>
                      <a:pt x="0" y="41200"/>
                    </a:lnTo>
                    <a:lnTo>
                      <a:pt x="173" y="0"/>
                    </a:lnTo>
                    <a:lnTo>
                      <a:pt x="60634" y="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8" name="Google Shape;688;p20"/>
              <p:cNvSpPr/>
              <p:nvPr/>
            </p:nvSpPr>
            <p:spPr>
              <a:xfrm>
                <a:off x="4307564" y="1371340"/>
                <a:ext cx="71948" cy="72380"/>
              </a:xfrm>
              <a:custGeom>
                <a:avLst/>
                <a:gdLst/>
                <a:ahLst/>
                <a:cxnLst/>
                <a:rect l="l" t="t" r="r" b="b"/>
                <a:pathLst>
                  <a:path w="71948" h="72380" extrusionOk="0">
                    <a:moveTo>
                      <a:pt x="71948" y="86"/>
                    </a:moveTo>
                    <a:lnTo>
                      <a:pt x="71689" y="72380"/>
                    </a:lnTo>
                    <a:lnTo>
                      <a:pt x="0" y="72294"/>
                    </a:lnTo>
                    <a:lnTo>
                      <a:pt x="259" y="0"/>
                    </a:lnTo>
                    <a:lnTo>
                      <a:pt x="71948" y="8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9" name="Google Shape;689;p20"/>
              <p:cNvSpPr/>
              <p:nvPr/>
            </p:nvSpPr>
            <p:spPr>
              <a:xfrm>
                <a:off x="4265846" y="1496581"/>
                <a:ext cx="35672" cy="247285"/>
              </a:xfrm>
              <a:custGeom>
                <a:avLst/>
                <a:gdLst/>
                <a:ahLst/>
                <a:cxnLst/>
                <a:rect l="l" t="t" r="r" b="b"/>
                <a:pathLst>
                  <a:path w="35672" h="247285" extrusionOk="0">
                    <a:moveTo>
                      <a:pt x="0" y="247285"/>
                    </a:moveTo>
                    <a:lnTo>
                      <a:pt x="25307" y="247285"/>
                    </a:lnTo>
                    <a:lnTo>
                      <a:pt x="26085" y="38090"/>
                    </a:lnTo>
                    <a:lnTo>
                      <a:pt x="35499" y="38090"/>
                    </a:lnTo>
                    <a:lnTo>
                      <a:pt x="35672" y="86"/>
                    </a:lnTo>
                    <a:lnTo>
                      <a:pt x="26257" y="86"/>
                    </a:lnTo>
                    <a:lnTo>
                      <a:pt x="11488" y="0"/>
                    </a:lnTo>
                    <a:lnTo>
                      <a:pt x="950" y="0"/>
                    </a:lnTo>
                    <a:lnTo>
                      <a:pt x="0" y="24728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690" name="Google Shape;690;p20"/>
            <p:cNvGrpSpPr/>
            <p:nvPr/>
          </p:nvGrpSpPr>
          <p:grpSpPr>
            <a:xfrm rot="9186830">
              <a:off x="203899" y="4105093"/>
              <a:ext cx="520580" cy="1623257"/>
              <a:chOff x="3419954" y="295999"/>
              <a:chExt cx="265198" cy="826933"/>
            </a:xfrm>
          </p:grpSpPr>
          <p:sp>
            <p:nvSpPr>
              <p:cNvPr id="691" name="Google Shape;691;p20"/>
              <p:cNvSpPr/>
              <p:nvPr/>
            </p:nvSpPr>
            <p:spPr>
              <a:xfrm>
                <a:off x="3419954" y="300750"/>
                <a:ext cx="265198" cy="615233"/>
              </a:xfrm>
              <a:custGeom>
                <a:avLst/>
                <a:gdLst/>
                <a:ahLst/>
                <a:cxnLst/>
                <a:rect l="l" t="t" r="r" b="b"/>
                <a:pathLst>
                  <a:path w="265198" h="615233" extrusionOk="0">
                    <a:moveTo>
                      <a:pt x="202675" y="777"/>
                    </a:moveTo>
                    <a:cubicBezTo>
                      <a:pt x="202675" y="777"/>
                      <a:pt x="201897" y="259"/>
                      <a:pt x="201465" y="0"/>
                    </a:cubicBezTo>
                    <a:cubicBezTo>
                      <a:pt x="144287" y="12179"/>
                      <a:pt x="87194" y="24444"/>
                      <a:pt x="30015" y="36536"/>
                    </a:cubicBezTo>
                    <a:cubicBezTo>
                      <a:pt x="25006" y="37572"/>
                      <a:pt x="23365" y="39472"/>
                      <a:pt x="23192" y="44655"/>
                    </a:cubicBezTo>
                    <a:cubicBezTo>
                      <a:pt x="21119" y="101402"/>
                      <a:pt x="18700" y="158149"/>
                      <a:pt x="16368" y="214809"/>
                    </a:cubicBezTo>
                    <a:cubicBezTo>
                      <a:pt x="11013" y="346182"/>
                      <a:pt x="5744" y="477469"/>
                      <a:pt x="476" y="608842"/>
                    </a:cubicBezTo>
                    <a:cubicBezTo>
                      <a:pt x="389" y="611001"/>
                      <a:pt x="-1338" y="614111"/>
                      <a:pt x="2376" y="615233"/>
                    </a:cubicBezTo>
                    <a:cubicBezTo>
                      <a:pt x="4535" y="613938"/>
                      <a:pt x="6867" y="614542"/>
                      <a:pt x="9113" y="614542"/>
                    </a:cubicBezTo>
                    <a:cubicBezTo>
                      <a:pt x="37702" y="614111"/>
                      <a:pt x="66378" y="613851"/>
                      <a:pt x="94968" y="613506"/>
                    </a:cubicBezTo>
                    <a:cubicBezTo>
                      <a:pt x="141523" y="612988"/>
                      <a:pt x="188164" y="612210"/>
                      <a:pt x="234719" y="611865"/>
                    </a:cubicBezTo>
                    <a:cubicBezTo>
                      <a:pt x="243874" y="611865"/>
                      <a:pt x="253116" y="610397"/>
                      <a:pt x="262185" y="612383"/>
                    </a:cubicBezTo>
                    <a:lnTo>
                      <a:pt x="262013" y="612383"/>
                    </a:lnTo>
                    <a:cubicBezTo>
                      <a:pt x="262444" y="611606"/>
                      <a:pt x="263049" y="611433"/>
                      <a:pt x="263826" y="611865"/>
                    </a:cubicBezTo>
                    <a:cubicBezTo>
                      <a:pt x="266331" y="609446"/>
                      <a:pt x="264690" y="606510"/>
                      <a:pt x="264431" y="604005"/>
                    </a:cubicBezTo>
                    <a:cubicBezTo>
                      <a:pt x="251043" y="475050"/>
                      <a:pt x="237569" y="346182"/>
                      <a:pt x="224181" y="217228"/>
                    </a:cubicBezTo>
                    <a:cubicBezTo>
                      <a:pt x="216840" y="147093"/>
                      <a:pt x="209584" y="76958"/>
                      <a:pt x="202243" y="6737"/>
                    </a:cubicBezTo>
                    <a:cubicBezTo>
                      <a:pt x="202070" y="4750"/>
                      <a:pt x="200947" y="2678"/>
                      <a:pt x="202588" y="6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2" name="Google Shape;692;p20"/>
              <p:cNvSpPr/>
              <p:nvPr/>
            </p:nvSpPr>
            <p:spPr>
              <a:xfrm>
                <a:off x="3456706" y="295999"/>
                <a:ext cx="150720" cy="40767"/>
              </a:xfrm>
              <a:custGeom>
                <a:avLst/>
                <a:gdLst/>
                <a:ahLst/>
                <a:cxnLst/>
                <a:rect l="l" t="t" r="r" b="b"/>
                <a:pathLst>
                  <a:path w="150720" h="40767" extrusionOk="0">
                    <a:moveTo>
                      <a:pt x="0" y="40682"/>
                    </a:moveTo>
                    <a:cubicBezTo>
                      <a:pt x="0" y="39559"/>
                      <a:pt x="86" y="38436"/>
                      <a:pt x="173" y="37313"/>
                    </a:cubicBezTo>
                    <a:cubicBezTo>
                      <a:pt x="346" y="32994"/>
                      <a:pt x="1728" y="31440"/>
                      <a:pt x="5873" y="30576"/>
                    </a:cubicBezTo>
                    <a:cubicBezTo>
                      <a:pt x="53810" y="20470"/>
                      <a:pt x="101747" y="10192"/>
                      <a:pt x="149684" y="0"/>
                    </a:cubicBezTo>
                    <a:cubicBezTo>
                      <a:pt x="150030" y="173"/>
                      <a:pt x="150375" y="432"/>
                      <a:pt x="150634" y="605"/>
                    </a:cubicBezTo>
                    <a:cubicBezTo>
                      <a:pt x="149339" y="2246"/>
                      <a:pt x="150202" y="3973"/>
                      <a:pt x="150375" y="5701"/>
                    </a:cubicBezTo>
                    <a:cubicBezTo>
                      <a:pt x="150462" y="6737"/>
                      <a:pt x="150548" y="7687"/>
                      <a:pt x="150721" y="8724"/>
                    </a:cubicBezTo>
                    <a:cubicBezTo>
                      <a:pt x="100452" y="19434"/>
                      <a:pt x="50269" y="30230"/>
                      <a:pt x="0" y="40768"/>
                    </a:cubicBezTo>
                    <a:close/>
                  </a:path>
                </a:pathLst>
              </a:custGeom>
              <a:solidFill>
                <a:srgbClr val="4C5BA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3" name="Google Shape;693;p20"/>
              <p:cNvSpPr/>
              <p:nvPr/>
            </p:nvSpPr>
            <p:spPr>
              <a:xfrm>
                <a:off x="3531246" y="1027145"/>
                <a:ext cx="74626" cy="95787"/>
              </a:xfrm>
              <a:custGeom>
                <a:avLst/>
                <a:gdLst/>
                <a:ahLst/>
                <a:cxnLst/>
                <a:rect l="l" t="t" r="r" b="b"/>
                <a:pathLst>
                  <a:path w="74626" h="95787" extrusionOk="0">
                    <a:moveTo>
                      <a:pt x="0" y="86"/>
                    </a:moveTo>
                    <a:cubicBezTo>
                      <a:pt x="3196" y="15374"/>
                      <a:pt x="6478" y="30576"/>
                      <a:pt x="9501" y="45864"/>
                    </a:cubicBezTo>
                    <a:cubicBezTo>
                      <a:pt x="10192" y="49492"/>
                      <a:pt x="12092" y="51478"/>
                      <a:pt x="15029" y="53292"/>
                    </a:cubicBezTo>
                    <a:cubicBezTo>
                      <a:pt x="39300" y="68926"/>
                      <a:pt x="49578" y="80068"/>
                      <a:pt x="73849" y="95787"/>
                    </a:cubicBezTo>
                    <a:cubicBezTo>
                      <a:pt x="74108" y="95356"/>
                      <a:pt x="74367" y="95010"/>
                      <a:pt x="74626" y="94578"/>
                    </a:cubicBezTo>
                    <a:cubicBezTo>
                      <a:pt x="72899" y="82400"/>
                      <a:pt x="73158" y="38868"/>
                      <a:pt x="72985" y="29367"/>
                    </a:cubicBezTo>
                    <a:cubicBezTo>
                      <a:pt x="60547" y="24444"/>
                      <a:pt x="16929" y="5269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4" name="Google Shape;694;p20"/>
              <p:cNvSpPr/>
              <p:nvPr/>
            </p:nvSpPr>
            <p:spPr>
              <a:xfrm>
                <a:off x="3422416" y="912239"/>
                <a:ext cx="259809" cy="148504"/>
              </a:xfrm>
              <a:custGeom>
                <a:avLst/>
                <a:gdLst/>
                <a:ahLst/>
                <a:cxnLst/>
                <a:rect l="l" t="t" r="r" b="b"/>
                <a:pathLst>
                  <a:path w="259809" h="148504" extrusionOk="0">
                    <a:moveTo>
                      <a:pt x="101402" y="114560"/>
                    </a:moveTo>
                    <a:cubicBezTo>
                      <a:pt x="118331" y="119829"/>
                      <a:pt x="134396" y="127430"/>
                      <a:pt x="150980" y="133648"/>
                    </a:cubicBezTo>
                    <a:cubicBezTo>
                      <a:pt x="163504" y="138313"/>
                      <a:pt x="175855" y="143495"/>
                      <a:pt x="188293" y="148505"/>
                    </a:cubicBezTo>
                    <a:cubicBezTo>
                      <a:pt x="189761" y="126911"/>
                      <a:pt x="192698" y="105664"/>
                      <a:pt x="199953" y="85193"/>
                    </a:cubicBezTo>
                    <a:cubicBezTo>
                      <a:pt x="211700" y="52372"/>
                      <a:pt x="230097" y="24387"/>
                      <a:pt x="258168" y="3139"/>
                    </a:cubicBezTo>
                    <a:cubicBezTo>
                      <a:pt x="258859" y="2621"/>
                      <a:pt x="259291" y="1757"/>
                      <a:pt x="259809" y="1066"/>
                    </a:cubicBezTo>
                    <a:cubicBezTo>
                      <a:pt x="250654" y="-920"/>
                      <a:pt x="241498" y="462"/>
                      <a:pt x="232343" y="548"/>
                    </a:cubicBezTo>
                    <a:cubicBezTo>
                      <a:pt x="185788" y="893"/>
                      <a:pt x="139147" y="1584"/>
                      <a:pt x="92592" y="2189"/>
                    </a:cubicBezTo>
                    <a:cubicBezTo>
                      <a:pt x="64002" y="2535"/>
                      <a:pt x="35326" y="2794"/>
                      <a:pt x="6737" y="3226"/>
                    </a:cubicBezTo>
                    <a:cubicBezTo>
                      <a:pt x="4491" y="3226"/>
                      <a:pt x="2073" y="2621"/>
                      <a:pt x="0" y="3917"/>
                    </a:cubicBezTo>
                    <a:cubicBezTo>
                      <a:pt x="49232" y="26719"/>
                      <a:pt x="82140" y="64464"/>
                      <a:pt x="101488" y="114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5" name="Google Shape;695;p20"/>
              <p:cNvSpPr/>
              <p:nvPr/>
            </p:nvSpPr>
            <p:spPr>
              <a:xfrm>
                <a:off x="3682053" y="912512"/>
                <a:ext cx="1814" cy="1273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1273" extrusionOk="0">
                    <a:moveTo>
                      <a:pt x="0" y="794"/>
                    </a:moveTo>
                    <a:cubicBezTo>
                      <a:pt x="1037" y="1917"/>
                      <a:pt x="1382" y="794"/>
                      <a:pt x="1814" y="189"/>
                    </a:cubicBezTo>
                    <a:cubicBezTo>
                      <a:pt x="1037" y="-156"/>
                      <a:pt x="346" y="-70"/>
                      <a:pt x="0" y="794"/>
                    </a:cubicBezTo>
                    <a:close/>
                  </a:path>
                </a:pathLst>
              </a:custGeom>
              <a:solidFill>
                <a:srgbClr val="14141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6" name="Google Shape;696;p20"/>
              <p:cNvSpPr/>
              <p:nvPr/>
            </p:nvSpPr>
            <p:spPr>
              <a:xfrm>
                <a:off x="3556467" y="1061262"/>
                <a:ext cx="34376" cy="24357"/>
              </a:xfrm>
              <a:custGeom>
                <a:avLst/>
                <a:gdLst/>
                <a:ahLst/>
                <a:cxnLst/>
                <a:rect l="l" t="t" r="r" b="b"/>
                <a:pathLst>
                  <a:path w="34376" h="24357" extrusionOk="0">
                    <a:moveTo>
                      <a:pt x="34376" y="24357"/>
                    </a:moveTo>
                    <a:lnTo>
                      <a:pt x="20643" y="0"/>
                    </a:lnTo>
                    <a:lnTo>
                      <a:pt x="0" y="9760"/>
                    </a:lnTo>
                  </a:path>
                </a:pathLst>
              </a:custGeom>
              <a:noFill/>
              <a:ln w="1130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7" name="Google Shape;697;p20"/>
              <p:cNvSpPr/>
              <p:nvPr/>
            </p:nvSpPr>
            <p:spPr>
              <a:xfrm>
                <a:off x="3501706" y="417526"/>
                <a:ext cx="8637" cy="410357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410357" extrusionOk="0">
                    <a:moveTo>
                      <a:pt x="0" y="410357"/>
                    </a:moveTo>
                    <a:lnTo>
                      <a:pt x="0" y="0"/>
                    </a:lnTo>
                  </a:path>
                </a:pathLst>
              </a:custGeom>
              <a:noFill/>
              <a:ln w="28300" cap="rnd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698" name="Google Shape;698;p20"/>
            <p:cNvGrpSpPr/>
            <p:nvPr/>
          </p:nvGrpSpPr>
          <p:grpSpPr>
            <a:xfrm rot="8827366">
              <a:off x="-177640" y="1780024"/>
              <a:ext cx="680576" cy="236683"/>
              <a:chOff x="2832375" y="669000"/>
              <a:chExt cx="491675" cy="215825"/>
            </a:xfrm>
          </p:grpSpPr>
          <p:sp>
            <p:nvSpPr>
              <p:cNvPr id="699" name="Google Shape;699;p20"/>
              <p:cNvSpPr/>
              <p:nvPr/>
            </p:nvSpPr>
            <p:spPr>
              <a:xfrm>
                <a:off x="2832375" y="669000"/>
                <a:ext cx="491675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19667" h="8633" extrusionOk="0">
                    <a:moveTo>
                      <a:pt x="730" y="0"/>
                    </a:moveTo>
                    <a:cubicBezTo>
                      <a:pt x="305" y="0"/>
                      <a:pt x="1" y="365"/>
                      <a:pt x="1" y="730"/>
                    </a:cubicBezTo>
                    <a:lnTo>
                      <a:pt x="1" y="7903"/>
                    </a:lnTo>
                    <a:cubicBezTo>
                      <a:pt x="1" y="8329"/>
                      <a:pt x="335" y="8633"/>
                      <a:pt x="730" y="8633"/>
                    </a:cubicBezTo>
                    <a:lnTo>
                      <a:pt x="18968" y="8633"/>
                    </a:lnTo>
                    <a:cubicBezTo>
                      <a:pt x="19363" y="8633"/>
                      <a:pt x="19667" y="8298"/>
                      <a:pt x="19667" y="7903"/>
                    </a:cubicBezTo>
                    <a:lnTo>
                      <a:pt x="19667" y="730"/>
                    </a:lnTo>
                    <a:cubicBezTo>
                      <a:pt x="19667" y="304"/>
                      <a:pt x="19333" y="0"/>
                      <a:pt x="18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0"/>
              <p:cNvSpPr/>
              <p:nvPr/>
            </p:nvSpPr>
            <p:spPr>
              <a:xfrm>
                <a:off x="3078600" y="669000"/>
                <a:ext cx="245450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8633" extrusionOk="0">
                    <a:moveTo>
                      <a:pt x="0" y="0"/>
                    </a:moveTo>
                    <a:lnTo>
                      <a:pt x="0" y="8633"/>
                    </a:lnTo>
                    <a:lnTo>
                      <a:pt x="9119" y="8633"/>
                    </a:lnTo>
                    <a:cubicBezTo>
                      <a:pt x="9484" y="8633"/>
                      <a:pt x="9818" y="8329"/>
                      <a:pt x="9818" y="7903"/>
                    </a:cubicBezTo>
                    <a:lnTo>
                      <a:pt x="9818" y="578"/>
                    </a:lnTo>
                    <a:cubicBezTo>
                      <a:pt x="9818" y="213"/>
                      <a:pt x="9514" y="0"/>
                      <a:pt x="91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1" name="Google Shape;701;p20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702" name="Google Shape;702;p20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703" name="Google Shape;703;p20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704" name="Google Shape;704;p20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05" name="Google Shape;705;p20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06" name="Google Shape;706;p20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07" name="Google Shape;707;p20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708" name="Google Shape;70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20"/>
          <p:cNvSpPr txBox="1">
            <a:spLocks noGrp="1"/>
          </p:cNvSpPr>
          <p:nvPr>
            <p:ph type="subTitle" idx="1"/>
          </p:nvPr>
        </p:nvSpPr>
        <p:spPr>
          <a:xfrm>
            <a:off x="4824580" y="1439025"/>
            <a:ext cx="3472500" cy="26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20"/>
          <p:cNvSpPr txBox="1">
            <a:spLocks noGrp="1"/>
          </p:cNvSpPr>
          <p:nvPr>
            <p:ph type="subTitle" idx="2"/>
          </p:nvPr>
        </p:nvSpPr>
        <p:spPr>
          <a:xfrm>
            <a:off x="831980" y="1439025"/>
            <a:ext cx="3472500" cy="26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6" name="Google Shape;766;p22"/>
          <p:cNvGrpSpPr/>
          <p:nvPr/>
        </p:nvGrpSpPr>
        <p:grpSpPr>
          <a:xfrm>
            <a:off x="-473582" y="1127728"/>
            <a:ext cx="9783830" cy="4292534"/>
            <a:chOff x="-473582" y="1127728"/>
            <a:chExt cx="9783830" cy="4292534"/>
          </a:xfrm>
        </p:grpSpPr>
        <p:grpSp>
          <p:nvGrpSpPr>
            <p:cNvPr id="767" name="Google Shape;767;p22"/>
            <p:cNvGrpSpPr/>
            <p:nvPr/>
          </p:nvGrpSpPr>
          <p:grpSpPr>
            <a:xfrm rot="6943988" flipH="1">
              <a:off x="88441" y="3502085"/>
              <a:ext cx="1136066" cy="1961370"/>
              <a:chOff x="1353097" y="1651879"/>
              <a:chExt cx="906223" cy="1564556"/>
            </a:xfrm>
          </p:grpSpPr>
          <p:sp>
            <p:nvSpPr>
              <p:cNvPr id="768" name="Google Shape;768;p22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close/>
                    <a:moveTo>
                      <a:pt x="227420" y="846367"/>
                    </a:moveTo>
                    <a:lnTo>
                      <a:pt x="511759" y="1337224"/>
                    </a:lnTo>
                    <a:lnTo>
                      <a:pt x="227420" y="1337224"/>
                    </a:lnTo>
                    <a:lnTo>
                      <a:pt x="227420" y="8463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69" name="Google Shape;769;p22"/>
              <p:cNvSpPr/>
              <p:nvPr/>
            </p:nvSpPr>
            <p:spPr>
              <a:xfrm>
                <a:off x="2061613" y="3109420"/>
                <a:ext cx="38867" cy="38867"/>
              </a:xfrm>
              <a:custGeom>
                <a:avLst/>
                <a:gdLst/>
                <a:ahLst/>
                <a:cxnLst/>
                <a:rect l="l" t="t" r="r" b="b"/>
                <a:pathLst>
                  <a:path w="38867" h="38867" extrusionOk="0">
                    <a:moveTo>
                      <a:pt x="38868" y="19434"/>
                    </a:moveTo>
                    <a:cubicBezTo>
                      <a:pt x="38868" y="30144"/>
                      <a:pt x="30144" y="38868"/>
                      <a:pt x="19434" y="38868"/>
                    </a:cubicBezTo>
                    <a:cubicBezTo>
                      <a:pt x="8724" y="38868"/>
                      <a:pt x="0" y="30144"/>
                      <a:pt x="0" y="19434"/>
                    </a:cubicBezTo>
                    <a:cubicBezTo>
                      <a:pt x="0" y="8724"/>
                      <a:pt x="8724" y="0"/>
                      <a:pt x="19434" y="0"/>
                    </a:cubicBezTo>
                    <a:cubicBezTo>
                      <a:pt x="30144" y="0"/>
                      <a:pt x="38868" y="8724"/>
                      <a:pt x="38868" y="194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0" name="Google Shape;770;p22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rgbClr val="F3982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1" name="Google Shape;771;p22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772" name="Google Shape;772;p22"/>
              <p:cNvGrpSpPr/>
              <p:nvPr/>
            </p:nvGrpSpPr>
            <p:grpSpPr>
              <a:xfrm>
                <a:off x="1353097" y="1907975"/>
                <a:ext cx="113234" cy="1268557"/>
                <a:chOff x="1353097" y="1907975"/>
                <a:chExt cx="113234" cy="1268557"/>
              </a:xfrm>
            </p:grpSpPr>
            <p:sp>
              <p:nvSpPr>
                <p:cNvPr id="773" name="Google Shape;773;p22"/>
                <p:cNvSpPr/>
                <p:nvPr/>
              </p:nvSpPr>
              <p:spPr>
                <a:xfrm>
                  <a:off x="1353097" y="190797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4" name="Google Shape;774;p22"/>
                <p:cNvSpPr/>
                <p:nvPr/>
              </p:nvSpPr>
              <p:spPr>
                <a:xfrm>
                  <a:off x="1353097" y="201291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5" name="Google Shape;775;p22"/>
                <p:cNvSpPr/>
                <p:nvPr/>
              </p:nvSpPr>
              <p:spPr>
                <a:xfrm>
                  <a:off x="1353097" y="2117947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6" name="Google Shape;776;p22"/>
                <p:cNvSpPr/>
                <p:nvPr/>
              </p:nvSpPr>
              <p:spPr>
                <a:xfrm>
                  <a:off x="1353097" y="2222976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7" name="Google Shape;777;p22"/>
                <p:cNvSpPr/>
                <p:nvPr/>
              </p:nvSpPr>
              <p:spPr>
                <a:xfrm>
                  <a:off x="1353097" y="2327919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8" name="Google Shape;778;p22"/>
                <p:cNvSpPr/>
                <p:nvPr/>
              </p:nvSpPr>
              <p:spPr>
                <a:xfrm>
                  <a:off x="1353097" y="243294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9" name="Google Shape;779;p22"/>
                <p:cNvSpPr/>
                <p:nvPr/>
              </p:nvSpPr>
              <p:spPr>
                <a:xfrm>
                  <a:off x="1353097" y="253789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0" name="Google Shape;780;p22"/>
                <p:cNvSpPr/>
                <p:nvPr/>
              </p:nvSpPr>
              <p:spPr>
                <a:xfrm>
                  <a:off x="1353097" y="264292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1" name="Google Shape;781;p22"/>
                <p:cNvSpPr/>
                <p:nvPr/>
              </p:nvSpPr>
              <p:spPr>
                <a:xfrm>
                  <a:off x="1353097" y="2747950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2" name="Google Shape;782;p22"/>
                <p:cNvSpPr/>
                <p:nvPr/>
              </p:nvSpPr>
              <p:spPr>
                <a:xfrm>
                  <a:off x="1353097" y="2852893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3" name="Google Shape;783;p22"/>
                <p:cNvSpPr/>
                <p:nvPr/>
              </p:nvSpPr>
              <p:spPr>
                <a:xfrm>
                  <a:off x="1353097" y="2957922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4" name="Google Shape;784;p22"/>
                <p:cNvSpPr/>
                <p:nvPr/>
              </p:nvSpPr>
              <p:spPr>
                <a:xfrm>
                  <a:off x="1353097" y="306286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5" name="Google Shape;785;p22"/>
                <p:cNvSpPr/>
                <p:nvPr/>
              </p:nvSpPr>
              <p:spPr>
                <a:xfrm>
                  <a:off x="1353097" y="316789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grpSp>
          <p:nvGrpSpPr>
            <p:cNvPr id="786" name="Google Shape;786;p22"/>
            <p:cNvGrpSpPr/>
            <p:nvPr/>
          </p:nvGrpSpPr>
          <p:grpSpPr>
            <a:xfrm rot="-8100000">
              <a:off x="8353629" y="3360914"/>
              <a:ext cx="277071" cy="1927756"/>
              <a:chOff x="5771324" y="4276662"/>
              <a:chExt cx="124377" cy="865369"/>
            </a:xfrm>
          </p:grpSpPr>
          <p:sp>
            <p:nvSpPr>
              <p:cNvPr id="787" name="Google Shape;787;p22"/>
              <p:cNvSpPr/>
              <p:nvPr/>
            </p:nvSpPr>
            <p:spPr>
              <a:xfrm rot="10800000">
                <a:off x="587065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8" name="Google Shape;788;p22"/>
              <p:cNvSpPr/>
              <p:nvPr/>
            </p:nvSpPr>
            <p:spPr>
              <a:xfrm rot="10800000">
                <a:off x="584586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9" name="Google Shape;789;p22"/>
              <p:cNvSpPr/>
              <p:nvPr/>
            </p:nvSpPr>
            <p:spPr>
              <a:xfrm rot="10800000">
                <a:off x="5821075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0" name="Google Shape;790;p22"/>
              <p:cNvSpPr/>
              <p:nvPr/>
            </p:nvSpPr>
            <p:spPr>
              <a:xfrm rot="10800000">
                <a:off x="579611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1" name="Google Shape;791;p22"/>
              <p:cNvSpPr/>
              <p:nvPr/>
            </p:nvSpPr>
            <p:spPr>
              <a:xfrm rot="10800000">
                <a:off x="577132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2" name="Google Shape;792;p22"/>
              <p:cNvSpPr/>
              <p:nvPr/>
            </p:nvSpPr>
            <p:spPr>
              <a:xfrm>
                <a:off x="5771324" y="5017395"/>
                <a:ext cx="124204" cy="124635"/>
              </a:xfrm>
              <a:custGeom>
                <a:avLst/>
                <a:gdLst/>
                <a:ahLst/>
                <a:cxnLst/>
                <a:rect l="l" t="t" r="r" b="b"/>
                <a:pathLst>
                  <a:path w="124204" h="124635" extrusionOk="0">
                    <a:moveTo>
                      <a:pt x="62102" y="124636"/>
                    </a:moveTo>
                    <a:cubicBezTo>
                      <a:pt x="76872" y="124636"/>
                      <a:pt x="124204" y="0"/>
                      <a:pt x="124204" y="0"/>
                    </a:cubicBezTo>
                    <a:lnTo>
                      <a:pt x="0" y="0"/>
                    </a:lnTo>
                    <a:cubicBezTo>
                      <a:pt x="0" y="0"/>
                      <a:pt x="47851" y="124636"/>
                      <a:pt x="62102" y="1246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3" name="Google Shape;793;p22"/>
              <p:cNvSpPr/>
              <p:nvPr/>
            </p:nvSpPr>
            <p:spPr>
              <a:xfrm>
                <a:off x="5815720" y="5108691"/>
                <a:ext cx="35499" cy="33340"/>
              </a:xfrm>
              <a:custGeom>
                <a:avLst/>
                <a:gdLst/>
                <a:ahLst/>
                <a:cxnLst/>
                <a:rect l="l" t="t" r="r" b="b"/>
                <a:pathLst>
                  <a:path w="35499" h="33340" extrusionOk="0">
                    <a:moveTo>
                      <a:pt x="17706" y="0"/>
                    </a:moveTo>
                    <a:cubicBezTo>
                      <a:pt x="10797" y="0"/>
                      <a:pt x="4492" y="3887"/>
                      <a:pt x="0" y="10192"/>
                    </a:cubicBezTo>
                    <a:cubicBezTo>
                      <a:pt x="7342" y="23839"/>
                      <a:pt x="13734" y="33340"/>
                      <a:pt x="17706" y="33340"/>
                    </a:cubicBezTo>
                    <a:cubicBezTo>
                      <a:pt x="21680" y="33340"/>
                      <a:pt x="28244" y="24012"/>
                      <a:pt x="35499" y="10451"/>
                    </a:cubicBezTo>
                    <a:cubicBezTo>
                      <a:pt x="31008" y="4060"/>
                      <a:pt x="24702" y="86"/>
                      <a:pt x="17706" y="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4" name="Google Shape;794;p22"/>
              <p:cNvSpPr/>
              <p:nvPr/>
            </p:nvSpPr>
            <p:spPr>
              <a:xfrm rot="10800000">
                <a:off x="5771411" y="4276662"/>
                <a:ext cx="124290" cy="110470"/>
              </a:xfrm>
              <a:custGeom>
                <a:avLst/>
                <a:gdLst/>
                <a:ahLst/>
                <a:cxnLst/>
                <a:rect l="l" t="t" r="r" b="b"/>
                <a:pathLst>
                  <a:path w="124290" h="110470" extrusionOk="0">
                    <a:moveTo>
                      <a:pt x="86" y="0"/>
                    </a:moveTo>
                    <a:lnTo>
                      <a:pt x="124290" y="0"/>
                    </a:lnTo>
                    <a:lnTo>
                      <a:pt x="124290" y="88532"/>
                    </a:lnTo>
                    <a:cubicBezTo>
                      <a:pt x="124290" y="100624"/>
                      <a:pt x="114444" y="110471"/>
                      <a:pt x="102352" y="110471"/>
                    </a:cubicBezTo>
                    <a:lnTo>
                      <a:pt x="21939" y="110471"/>
                    </a:lnTo>
                    <a:cubicBezTo>
                      <a:pt x="9846" y="110471"/>
                      <a:pt x="0" y="100624"/>
                      <a:pt x="0" y="88532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795" name="Google Shape;795;p22"/>
            <p:cNvGrpSpPr/>
            <p:nvPr/>
          </p:nvGrpSpPr>
          <p:grpSpPr>
            <a:xfrm rot="-9033759">
              <a:off x="8615436" y="1279691"/>
              <a:ext cx="680582" cy="236675"/>
              <a:chOff x="2832375" y="669000"/>
              <a:chExt cx="491675" cy="215825"/>
            </a:xfrm>
          </p:grpSpPr>
          <p:sp>
            <p:nvSpPr>
              <p:cNvPr id="796" name="Google Shape;796;p22"/>
              <p:cNvSpPr/>
              <p:nvPr/>
            </p:nvSpPr>
            <p:spPr>
              <a:xfrm>
                <a:off x="2832375" y="669000"/>
                <a:ext cx="491675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19667" h="8633" extrusionOk="0">
                    <a:moveTo>
                      <a:pt x="730" y="0"/>
                    </a:moveTo>
                    <a:cubicBezTo>
                      <a:pt x="305" y="0"/>
                      <a:pt x="1" y="365"/>
                      <a:pt x="1" y="730"/>
                    </a:cubicBezTo>
                    <a:lnTo>
                      <a:pt x="1" y="7903"/>
                    </a:lnTo>
                    <a:cubicBezTo>
                      <a:pt x="1" y="8329"/>
                      <a:pt x="335" y="8633"/>
                      <a:pt x="730" y="8633"/>
                    </a:cubicBezTo>
                    <a:lnTo>
                      <a:pt x="18968" y="8633"/>
                    </a:lnTo>
                    <a:cubicBezTo>
                      <a:pt x="19363" y="8633"/>
                      <a:pt x="19667" y="8298"/>
                      <a:pt x="19667" y="7903"/>
                    </a:cubicBezTo>
                    <a:lnTo>
                      <a:pt x="19667" y="730"/>
                    </a:lnTo>
                    <a:cubicBezTo>
                      <a:pt x="19667" y="304"/>
                      <a:pt x="19333" y="0"/>
                      <a:pt x="18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22"/>
              <p:cNvSpPr/>
              <p:nvPr/>
            </p:nvSpPr>
            <p:spPr>
              <a:xfrm>
                <a:off x="3078600" y="669000"/>
                <a:ext cx="245450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8633" extrusionOk="0">
                    <a:moveTo>
                      <a:pt x="0" y="0"/>
                    </a:moveTo>
                    <a:lnTo>
                      <a:pt x="0" y="8633"/>
                    </a:lnTo>
                    <a:lnTo>
                      <a:pt x="9119" y="8633"/>
                    </a:lnTo>
                    <a:cubicBezTo>
                      <a:pt x="9484" y="8633"/>
                      <a:pt x="9818" y="8329"/>
                      <a:pt x="9818" y="7903"/>
                    </a:cubicBezTo>
                    <a:lnTo>
                      <a:pt x="9818" y="578"/>
                    </a:lnTo>
                    <a:cubicBezTo>
                      <a:pt x="9818" y="213"/>
                      <a:pt x="9514" y="0"/>
                      <a:pt x="91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8" name="Google Shape;798;p22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799" name="Google Shape;799;p22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800" name="Google Shape;800;p22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801" name="Google Shape;801;p22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02" name="Google Shape;802;p22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03" name="Google Shape;803;p22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04" name="Google Shape;804;p22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805" name="Google Shape;80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22"/>
          <p:cNvSpPr txBox="1">
            <a:spLocks noGrp="1"/>
          </p:cNvSpPr>
          <p:nvPr>
            <p:ph type="subTitle" idx="1"/>
          </p:nvPr>
        </p:nvSpPr>
        <p:spPr>
          <a:xfrm>
            <a:off x="937625" y="3119625"/>
            <a:ext cx="21753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7" name="Google Shape;807;p22"/>
          <p:cNvSpPr txBox="1">
            <a:spLocks noGrp="1"/>
          </p:cNvSpPr>
          <p:nvPr>
            <p:ph type="subTitle" idx="2"/>
          </p:nvPr>
        </p:nvSpPr>
        <p:spPr>
          <a:xfrm>
            <a:off x="3484348" y="3119625"/>
            <a:ext cx="21753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22"/>
          <p:cNvSpPr txBox="1">
            <a:spLocks noGrp="1"/>
          </p:cNvSpPr>
          <p:nvPr>
            <p:ph type="subTitle" idx="3"/>
          </p:nvPr>
        </p:nvSpPr>
        <p:spPr>
          <a:xfrm>
            <a:off x="6031075" y="3119625"/>
            <a:ext cx="21753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22"/>
          <p:cNvSpPr txBox="1">
            <a:spLocks noGrp="1"/>
          </p:cNvSpPr>
          <p:nvPr>
            <p:ph type="subTitle" idx="4"/>
          </p:nvPr>
        </p:nvSpPr>
        <p:spPr>
          <a:xfrm>
            <a:off x="937625" y="2707424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10" name="Google Shape;810;p22"/>
          <p:cNvSpPr txBox="1">
            <a:spLocks noGrp="1"/>
          </p:cNvSpPr>
          <p:nvPr>
            <p:ph type="subTitle" idx="5"/>
          </p:nvPr>
        </p:nvSpPr>
        <p:spPr>
          <a:xfrm>
            <a:off x="3484348" y="2707424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11" name="Google Shape;811;p22"/>
          <p:cNvSpPr txBox="1">
            <a:spLocks noGrp="1"/>
          </p:cNvSpPr>
          <p:nvPr>
            <p:ph type="subTitle" idx="6"/>
          </p:nvPr>
        </p:nvSpPr>
        <p:spPr>
          <a:xfrm>
            <a:off x="6031075" y="2707424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5" name="Google Shape;1065;p29"/>
          <p:cNvGrpSpPr/>
          <p:nvPr/>
        </p:nvGrpSpPr>
        <p:grpSpPr>
          <a:xfrm rot="-7890065" flipH="1">
            <a:off x="-89436" y="-319725"/>
            <a:ext cx="1136071" cy="1961379"/>
            <a:chOff x="1353097" y="1651879"/>
            <a:chExt cx="906223" cy="1564556"/>
          </a:xfrm>
        </p:grpSpPr>
        <p:sp>
          <p:nvSpPr>
            <p:cNvPr id="1066" name="Google Shape;1066;p29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close/>
                  <a:moveTo>
                    <a:pt x="227420" y="846367"/>
                  </a:moveTo>
                  <a:lnTo>
                    <a:pt x="511759" y="1337224"/>
                  </a:lnTo>
                  <a:lnTo>
                    <a:pt x="227420" y="1337224"/>
                  </a:lnTo>
                  <a:lnTo>
                    <a:pt x="227420" y="84636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7" name="Google Shape;1067;p29"/>
            <p:cNvSpPr/>
            <p:nvPr/>
          </p:nvSpPr>
          <p:spPr>
            <a:xfrm>
              <a:off x="2061613" y="3109420"/>
              <a:ext cx="38867" cy="38867"/>
            </a:xfrm>
            <a:custGeom>
              <a:avLst/>
              <a:gdLst/>
              <a:ahLst/>
              <a:cxnLst/>
              <a:rect l="l" t="t" r="r" b="b"/>
              <a:pathLst>
                <a:path w="38867" h="38867" extrusionOk="0">
                  <a:moveTo>
                    <a:pt x="38868" y="19434"/>
                  </a:moveTo>
                  <a:cubicBezTo>
                    <a:pt x="38868" y="30144"/>
                    <a:pt x="30144" y="38868"/>
                    <a:pt x="19434" y="38868"/>
                  </a:cubicBezTo>
                  <a:cubicBezTo>
                    <a:pt x="8724" y="38868"/>
                    <a:pt x="0" y="30144"/>
                    <a:pt x="0" y="19434"/>
                  </a:cubicBezTo>
                  <a:cubicBezTo>
                    <a:pt x="0" y="8724"/>
                    <a:pt x="8724" y="0"/>
                    <a:pt x="19434" y="0"/>
                  </a:cubicBezTo>
                  <a:cubicBezTo>
                    <a:pt x="30144" y="0"/>
                    <a:pt x="38868" y="8724"/>
                    <a:pt x="38868" y="194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8" name="Google Shape;1068;p29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29194" y="108484"/>
                  </a:moveTo>
                  <a:lnTo>
                    <a:pt x="855695" y="1535449"/>
                  </a:lnTo>
                  <a:lnTo>
                    <a:pt x="29194" y="1535449"/>
                  </a:lnTo>
                  <a:lnTo>
                    <a:pt x="29194" y="108484"/>
                  </a:lnTo>
                  <a:moveTo>
                    <a:pt x="198312" y="1366331"/>
                  </a:moveTo>
                  <a:lnTo>
                    <a:pt x="562373" y="1366331"/>
                  </a:lnTo>
                  <a:lnTo>
                    <a:pt x="537066" y="1322540"/>
                  </a:lnTo>
                  <a:lnTo>
                    <a:pt x="252727" y="831684"/>
                  </a:lnTo>
                  <a:lnTo>
                    <a:pt x="198312" y="737797"/>
                  </a:lnTo>
                  <a:lnTo>
                    <a:pt x="198312" y="1366331"/>
                  </a:lnTo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227420" y="1337224"/>
                  </a:moveTo>
                  <a:lnTo>
                    <a:pt x="227420" y="846367"/>
                  </a:lnTo>
                  <a:lnTo>
                    <a:pt x="511759" y="1337224"/>
                  </a:lnTo>
                  <a:lnTo>
                    <a:pt x="227420" y="1337224"/>
                  </a:lnTo>
                  <a:close/>
                </a:path>
              </a:pathLst>
            </a:custGeom>
            <a:solidFill>
              <a:srgbClr val="F398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9" name="Google Shape;1069;p29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29194" y="108484"/>
                  </a:moveTo>
                  <a:lnTo>
                    <a:pt x="855695" y="1535449"/>
                  </a:lnTo>
                  <a:lnTo>
                    <a:pt x="29194" y="1535449"/>
                  </a:lnTo>
                  <a:lnTo>
                    <a:pt x="29194" y="108484"/>
                  </a:lnTo>
                  <a:moveTo>
                    <a:pt x="198312" y="1366331"/>
                  </a:moveTo>
                  <a:lnTo>
                    <a:pt x="562373" y="1366331"/>
                  </a:lnTo>
                  <a:lnTo>
                    <a:pt x="537066" y="1322540"/>
                  </a:lnTo>
                  <a:lnTo>
                    <a:pt x="252727" y="831684"/>
                  </a:lnTo>
                  <a:lnTo>
                    <a:pt x="198312" y="737797"/>
                  </a:lnTo>
                  <a:lnTo>
                    <a:pt x="198312" y="1366331"/>
                  </a:lnTo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227420" y="1337224"/>
                  </a:moveTo>
                  <a:lnTo>
                    <a:pt x="227420" y="846367"/>
                  </a:lnTo>
                  <a:lnTo>
                    <a:pt x="511759" y="1337224"/>
                  </a:lnTo>
                  <a:lnTo>
                    <a:pt x="227420" y="13372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070" name="Google Shape;1070;p29"/>
            <p:cNvGrpSpPr/>
            <p:nvPr/>
          </p:nvGrpSpPr>
          <p:grpSpPr>
            <a:xfrm>
              <a:off x="1353097" y="1907975"/>
              <a:ext cx="113234" cy="1268557"/>
              <a:chOff x="1353097" y="1907975"/>
              <a:chExt cx="113234" cy="1268557"/>
            </a:xfrm>
          </p:grpSpPr>
          <p:sp>
            <p:nvSpPr>
              <p:cNvPr id="1071" name="Google Shape;1071;p29"/>
              <p:cNvSpPr/>
              <p:nvPr/>
            </p:nvSpPr>
            <p:spPr>
              <a:xfrm>
                <a:off x="1353097" y="190797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2" name="Google Shape;1072;p29"/>
              <p:cNvSpPr/>
              <p:nvPr/>
            </p:nvSpPr>
            <p:spPr>
              <a:xfrm>
                <a:off x="1353097" y="2012918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3" name="Google Shape;1073;p29"/>
              <p:cNvSpPr/>
              <p:nvPr/>
            </p:nvSpPr>
            <p:spPr>
              <a:xfrm>
                <a:off x="1353097" y="2117947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4" name="Google Shape;1074;p29"/>
              <p:cNvSpPr/>
              <p:nvPr/>
            </p:nvSpPr>
            <p:spPr>
              <a:xfrm>
                <a:off x="1353097" y="2222976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5" name="Google Shape;1075;p29"/>
              <p:cNvSpPr/>
              <p:nvPr/>
            </p:nvSpPr>
            <p:spPr>
              <a:xfrm>
                <a:off x="1353097" y="2327919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6" name="Google Shape;1076;p29"/>
              <p:cNvSpPr/>
              <p:nvPr/>
            </p:nvSpPr>
            <p:spPr>
              <a:xfrm>
                <a:off x="1353097" y="2432948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7" name="Google Shape;1077;p29"/>
              <p:cNvSpPr/>
              <p:nvPr/>
            </p:nvSpPr>
            <p:spPr>
              <a:xfrm>
                <a:off x="1353097" y="2537891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8" name="Google Shape;1078;p29"/>
              <p:cNvSpPr/>
              <p:nvPr/>
            </p:nvSpPr>
            <p:spPr>
              <a:xfrm>
                <a:off x="1353097" y="2642921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9" name="Google Shape;1079;p29"/>
              <p:cNvSpPr/>
              <p:nvPr/>
            </p:nvSpPr>
            <p:spPr>
              <a:xfrm>
                <a:off x="1353097" y="2747950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0" name="Google Shape;1080;p29"/>
              <p:cNvSpPr/>
              <p:nvPr/>
            </p:nvSpPr>
            <p:spPr>
              <a:xfrm>
                <a:off x="1353097" y="2852893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1" name="Google Shape;1081;p29"/>
              <p:cNvSpPr/>
              <p:nvPr/>
            </p:nvSpPr>
            <p:spPr>
              <a:xfrm>
                <a:off x="1353097" y="2957922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2" name="Google Shape;1082;p29"/>
              <p:cNvSpPr/>
              <p:nvPr/>
            </p:nvSpPr>
            <p:spPr>
              <a:xfrm>
                <a:off x="1353097" y="306286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3" name="Google Shape;1083;p29"/>
              <p:cNvSpPr/>
              <p:nvPr/>
            </p:nvSpPr>
            <p:spPr>
              <a:xfrm>
                <a:off x="1353097" y="316789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084" name="Google Shape;1084;p29"/>
          <p:cNvGrpSpPr/>
          <p:nvPr/>
        </p:nvGrpSpPr>
        <p:grpSpPr>
          <a:xfrm>
            <a:off x="450425" y="310675"/>
            <a:ext cx="8243134" cy="4670478"/>
            <a:chOff x="5447852" y="0"/>
            <a:chExt cx="5442090" cy="3618001"/>
          </a:xfrm>
        </p:grpSpPr>
        <p:sp>
          <p:nvSpPr>
            <p:cNvPr id="1085" name="Google Shape;1085;p29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086" name="Google Shape;1086;p29"/>
            <p:cNvGrpSpPr/>
            <p:nvPr/>
          </p:nvGrpSpPr>
          <p:grpSpPr>
            <a:xfrm>
              <a:off x="5586054" y="0"/>
              <a:ext cx="5165785" cy="3492765"/>
              <a:chOff x="5586054" y="0"/>
              <a:chExt cx="5165785" cy="3492765"/>
            </a:xfrm>
          </p:grpSpPr>
          <p:sp>
            <p:nvSpPr>
              <p:cNvPr id="1087" name="Google Shape;1087;p29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8" name="Google Shape;1088;p29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9" name="Google Shape;1089;p29"/>
              <p:cNvSpPr/>
              <p:nvPr/>
            </p:nvSpPr>
            <p:spPr>
              <a:xfrm rot="10800000" flipH="1">
                <a:off x="8168947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0" name="Google Shape;1090;p29"/>
              <p:cNvSpPr/>
              <p:nvPr/>
            </p:nvSpPr>
            <p:spPr>
              <a:xfrm rot="10800000" flipH="1">
                <a:off x="5586054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1091" name="Google Shape;1091;p29"/>
          <p:cNvSpPr txBox="1">
            <a:spLocks noGrp="1"/>
          </p:cNvSpPr>
          <p:nvPr>
            <p:ph type="title"/>
          </p:nvPr>
        </p:nvSpPr>
        <p:spPr>
          <a:xfrm>
            <a:off x="905844" y="677525"/>
            <a:ext cx="37329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92" name="Google Shape;1092;p29"/>
          <p:cNvSpPr txBox="1">
            <a:spLocks noGrp="1"/>
          </p:cNvSpPr>
          <p:nvPr>
            <p:ph type="subTitle" idx="1"/>
          </p:nvPr>
        </p:nvSpPr>
        <p:spPr>
          <a:xfrm>
            <a:off x="905813" y="1677225"/>
            <a:ext cx="37329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3" name="Google Shape;1093;p29"/>
          <p:cNvSpPr txBox="1"/>
          <p:nvPr/>
        </p:nvSpPr>
        <p:spPr>
          <a:xfrm>
            <a:off x="905830" y="3326325"/>
            <a:ext cx="3732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</a:t>
            </a:r>
            <a:r>
              <a:rPr lang="en-GB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This presentation template was created by </a:t>
            </a:r>
            <a:r>
              <a:rPr lang="en-GB" sz="12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2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includes icons by </a:t>
            </a:r>
            <a:r>
              <a:rPr lang="en-GB" sz="12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3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infographics &amp; images by </a:t>
            </a:r>
            <a:r>
              <a:rPr lang="en-GB" sz="12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4"/>
              </a:rPr>
              <a:t>Freepik</a:t>
            </a:r>
            <a:r>
              <a:rPr lang="en-GB" sz="12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1200" b="1" u="sng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" name="Google Shape;1095;p30"/>
          <p:cNvGrpSpPr/>
          <p:nvPr/>
        </p:nvGrpSpPr>
        <p:grpSpPr>
          <a:xfrm rot="-8882944">
            <a:off x="8513803" y="554279"/>
            <a:ext cx="520581" cy="1623261"/>
            <a:chOff x="3419954" y="295999"/>
            <a:chExt cx="265198" cy="826933"/>
          </a:xfrm>
        </p:grpSpPr>
        <p:sp>
          <p:nvSpPr>
            <p:cNvPr id="1096" name="Google Shape;1096;p30"/>
            <p:cNvSpPr/>
            <p:nvPr/>
          </p:nvSpPr>
          <p:spPr>
            <a:xfrm>
              <a:off x="3419954" y="300750"/>
              <a:ext cx="265198" cy="615233"/>
            </a:xfrm>
            <a:custGeom>
              <a:avLst/>
              <a:gdLst/>
              <a:ahLst/>
              <a:cxnLst/>
              <a:rect l="l" t="t" r="r" b="b"/>
              <a:pathLst>
                <a:path w="265198" h="615233" extrusionOk="0">
                  <a:moveTo>
                    <a:pt x="202675" y="777"/>
                  </a:moveTo>
                  <a:cubicBezTo>
                    <a:pt x="202675" y="777"/>
                    <a:pt x="201897" y="259"/>
                    <a:pt x="201465" y="0"/>
                  </a:cubicBezTo>
                  <a:cubicBezTo>
                    <a:pt x="144287" y="12179"/>
                    <a:pt x="87194" y="24444"/>
                    <a:pt x="30015" y="36536"/>
                  </a:cubicBezTo>
                  <a:cubicBezTo>
                    <a:pt x="25006" y="37572"/>
                    <a:pt x="23365" y="39472"/>
                    <a:pt x="23192" y="44655"/>
                  </a:cubicBezTo>
                  <a:cubicBezTo>
                    <a:pt x="21119" y="101402"/>
                    <a:pt x="18700" y="158149"/>
                    <a:pt x="16368" y="214809"/>
                  </a:cubicBezTo>
                  <a:cubicBezTo>
                    <a:pt x="11013" y="346182"/>
                    <a:pt x="5744" y="477469"/>
                    <a:pt x="476" y="608842"/>
                  </a:cubicBezTo>
                  <a:cubicBezTo>
                    <a:pt x="389" y="611001"/>
                    <a:pt x="-1338" y="614111"/>
                    <a:pt x="2376" y="615233"/>
                  </a:cubicBezTo>
                  <a:cubicBezTo>
                    <a:pt x="4535" y="613938"/>
                    <a:pt x="6867" y="614542"/>
                    <a:pt x="9113" y="614542"/>
                  </a:cubicBezTo>
                  <a:cubicBezTo>
                    <a:pt x="37702" y="614111"/>
                    <a:pt x="66378" y="613851"/>
                    <a:pt x="94968" y="613506"/>
                  </a:cubicBezTo>
                  <a:cubicBezTo>
                    <a:pt x="141523" y="612988"/>
                    <a:pt x="188164" y="612210"/>
                    <a:pt x="234719" y="611865"/>
                  </a:cubicBezTo>
                  <a:cubicBezTo>
                    <a:pt x="243874" y="611865"/>
                    <a:pt x="253116" y="610397"/>
                    <a:pt x="262185" y="612383"/>
                  </a:cubicBezTo>
                  <a:lnTo>
                    <a:pt x="262013" y="612383"/>
                  </a:lnTo>
                  <a:cubicBezTo>
                    <a:pt x="262444" y="611606"/>
                    <a:pt x="263049" y="611433"/>
                    <a:pt x="263826" y="611865"/>
                  </a:cubicBezTo>
                  <a:cubicBezTo>
                    <a:pt x="266331" y="609446"/>
                    <a:pt x="264690" y="606510"/>
                    <a:pt x="264431" y="604005"/>
                  </a:cubicBezTo>
                  <a:cubicBezTo>
                    <a:pt x="251043" y="475050"/>
                    <a:pt x="237569" y="346182"/>
                    <a:pt x="224181" y="217228"/>
                  </a:cubicBezTo>
                  <a:cubicBezTo>
                    <a:pt x="216840" y="147093"/>
                    <a:pt x="209584" y="76958"/>
                    <a:pt x="202243" y="6737"/>
                  </a:cubicBezTo>
                  <a:cubicBezTo>
                    <a:pt x="202070" y="4750"/>
                    <a:pt x="200947" y="2678"/>
                    <a:pt x="202588" y="6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7" name="Google Shape;1097;p30"/>
            <p:cNvSpPr/>
            <p:nvPr/>
          </p:nvSpPr>
          <p:spPr>
            <a:xfrm>
              <a:off x="3456706" y="295999"/>
              <a:ext cx="150720" cy="40767"/>
            </a:xfrm>
            <a:custGeom>
              <a:avLst/>
              <a:gdLst/>
              <a:ahLst/>
              <a:cxnLst/>
              <a:rect l="l" t="t" r="r" b="b"/>
              <a:pathLst>
                <a:path w="150720" h="40767" extrusionOk="0">
                  <a:moveTo>
                    <a:pt x="0" y="40682"/>
                  </a:moveTo>
                  <a:cubicBezTo>
                    <a:pt x="0" y="39559"/>
                    <a:pt x="86" y="38436"/>
                    <a:pt x="173" y="37313"/>
                  </a:cubicBezTo>
                  <a:cubicBezTo>
                    <a:pt x="346" y="32994"/>
                    <a:pt x="1728" y="31440"/>
                    <a:pt x="5873" y="30576"/>
                  </a:cubicBezTo>
                  <a:cubicBezTo>
                    <a:pt x="53810" y="20470"/>
                    <a:pt x="101747" y="10192"/>
                    <a:pt x="149684" y="0"/>
                  </a:cubicBezTo>
                  <a:cubicBezTo>
                    <a:pt x="150030" y="173"/>
                    <a:pt x="150375" y="432"/>
                    <a:pt x="150634" y="605"/>
                  </a:cubicBezTo>
                  <a:cubicBezTo>
                    <a:pt x="149339" y="2246"/>
                    <a:pt x="150202" y="3973"/>
                    <a:pt x="150375" y="5701"/>
                  </a:cubicBezTo>
                  <a:cubicBezTo>
                    <a:pt x="150462" y="6737"/>
                    <a:pt x="150548" y="7687"/>
                    <a:pt x="150721" y="8724"/>
                  </a:cubicBezTo>
                  <a:cubicBezTo>
                    <a:pt x="100452" y="19434"/>
                    <a:pt x="50269" y="30230"/>
                    <a:pt x="0" y="40768"/>
                  </a:cubicBezTo>
                  <a:close/>
                </a:path>
              </a:pathLst>
            </a:custGeom>
            <a:solidFill>
              <a:srgbClr val="4C5B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8" name="Google Shape;1098;p30"/>
            <p:cNvSpPr/>
            <p:nvPr/>
          </p:nvSpPr>
          <p:spPr>
            <a:xfrm>
              <a:off x="3531246" y="1027145"/>
              <a:ext cx="74626" cy="95787"/>
            </a:xfrm>
            <a:custGeom>
              <a:avLst/>
              <a:gdLst/>
              <a:ahLst/>
              <a:cxnLst/>
              <a:rect l="l" t="t" r="r" b="b"/>
              <a:pathLst>
                <a:path w="74626" h="95787" extrusionOk="0">
                  <a:moveTo>
                    <a:pt x="0" y="86"/>
                  </a:moveTo>
                  <a:cubicBezTo>
                    <a:pt x="3196" y="15374"/>
                    <a:pt x="6478" y="30576"/>
                    <a:pt x="9501" y="45864"/>
                  </a:cubicBezTo>
                  <a:cubicBezTo>
                    <a:pt x="10192" y="49492"/>
                    <a:pt x="12092" y="51478"/>
                    <a:pt x="15029" y="53292"/>
                  </a:cubicBezTo>
                  <a:cubicBezTo>
                    <a:pt x="39300" y="68926"/>
                    <a:pt x="49578" y="80068"/>
                    <a:pt x="73849" y="95787"/>
                  </a:cubicBezTo>
                  <a:cubicBezTo>
                    <a:pt x="74108" y="95356"/>
                    <a:pt x="74367" y="95010"/>
                    <a:pt x="74626" y="94578"/>
                  </a:cubicBezTo>
                  <a:cubicBezTo>
                    <a:pt x="72899" y="82400"/>
                    <a:pt x="73158" y="38868"/>
                    <a:pt x="72985" y="29367"/>
                  </a:cubicBezTo>
                  <a:cubicBezTo>
                    <a:pt x="60547" y="24444"/>
                    <a:pt x="16929" y="5269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9" name="Google Shape;1099;p30"/>
            <p:cNvSpPr/>
            <p:nvPr/>
          </p:nvSpPr>
          <p:spPr>
            <a:xfrm>
              <a:off x="3422416" y="912239"/>
              <a:ext cx="259809" cy="148504"/>
            </a:xfrm>
            <a:custGeom>
              <a:avLst/>
              <a:gdLst/>
              <a:ahLst/>
              <a:cxnLst/>
              <a:rect l="l" t="t" r="r" b="b"/>
              <a:pathLst>
                <a:path w="259809" h="148504" extrusionOk="0">
                  <a:moveTo>
                    <a:pt x="101402" y="114560"/>
                  </a:moveTo>
                  <a:cubicBezTo>
                    <a:pt x="118331" y="119829"/>
                    <a:pt x="134396" y="127430"/>
                    <a:pt x="150980" y="133648"/>
                  </a:cubicBezTo>
                  <a:cubicBezTo>
                    <a:pt x="163504" y="138313"/>
                    <a:pt x="175855" y="143495"/>
                    <a:pt x="188293" y="148505"/>
                  </a:cubicBezTo>
                  <a:cubicBezTo>
                    <a:pt x="189761" y="126911"/>
                    <a:pt x="192698" y="105664"/>
                    <a:pt x="199953" y="85193"/>
                  </a:cubicBezTo>
                  <a:cubicBezTo>
                    <a:pt x="211700" y="52372"/>
                    <a:pt x="230097" y="24387"/>
                    <a:pt x="258168" y="3139"/>
                  </a:cubicBezTo>
                  <a:cubicBezTo>
                    <a:pt x="258859" y="2621"/>
                    <a:pt x="259291" y="1757"/>
                    <a:pt x="259809" y="1066"/>
                  </a:cubicBezTo>
                  <a:cubicBezTo>
                    <a:pt x="250654" y="-920"/>
                    <a:pt x="241498" y="462"/>
                    <a:pt x="232343" y="548"/>
                  </a:cubicBezTo>
                  <a:cubicBezTo>
                    <a:pt x="185788" y="893"/>
                    <a:pt x="139147" y="1584"/>
                    <a:pt x="92592" y="2189"/>
                  </a:cubicBezTo>
                  <a:cubicBezTo>
                    <a:pt x="64002" y="2535"/>
                    <a:pt x="35326" y="2794"/>
                    <a:pt x="6737" y="3226"/>
                  </a:cubicBezTo>
                  <a:cubicBezTo>
                    <a:pt x="4491" y="3226"/>
                    <a:pt x="2073" y="2621"/>
                    <a:pt x="0" y="3917"/>
                  </a:cubicBezTo>
                  <a:cubicBezTo>
                    <a:pt x="49232" y="26719"/>
                    <a:pt x="82140" y="64464"/>
                    <a:pt x="101488" y="1146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0" name="Google Shape;1100;p30"/>
            <p:cNvSpPr/>
            <p:nvPr/>
          </p:nvSpPr>
          <p:spPr>
            <a:xfrm>
              <a:off x="3682053" y="912512"/>
              <a:ext cx="1814" cy="1273"/>
            </a:xfrm>
            <a:custGeom>
              <a:avLst/>
              <a:gdLst/>
              <a:ahLst/>
              <a:cxnLst/>
              <a:rect l="l" t="t" r="r" b="b"/>
              <a:pathLst>
                <a:path w="1814" h="1273" extrusionOk="0">
                  <a:moveTo>
                    <a:pt x="0" y="794"/>
                  </a:moveTo>
                  <a:cubicBezTo>
                    <a:pt x="1037" y="1917"/>
                    <a:pt x="1382" y="794"/>
                    <a:pt x="1814" y="189"/>
                  </a:cubicBezTo>
                  <a:cubicBezTo>
                    <a:pt x="1037" y="-156"/>
                    <a:pt x="346" y="-70"/>
                    <a:pt x="0" y="794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3556467" y="1061262"/>
              <a:ext cx="34376" cy="24357"/>
            </a:xfrm>
            <a:custGeom>
              <a:avLst/>
              <a:gdLst/>
              <a:ahLst/>
              <a:cxnLst/>
              <a:rect l="l" t="t" r="r" b="b"/>
              <a:pathLst>
                <a:path w="34376" h="24357" extrusionOk="0">
                  <a:moveTo>
                    <a:pt x="34376" y="24357"/>
                  </a:moveTo>
                  <a:lnTo>
                    <a:pt x="20643" y="0"/>
                  </a:lnTo>
                  <a:lnTo>
                    <a:pt x="0" y="9760"/>
                  </a:lnTo>
                </a:path>
              </a:pathLst>
            </a:custGeom>
            <a:noFill/>
            <a:ln w="113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3501706" y="417526"/>
              <a:ext cx="8637" cy="410357"/>
            </a:xfrm>
            <a:custGeom>
              <a:avLst/>
              <a:gdLst/>
              <a:ahLst/>
              <a:cxnLst/>
              <a:rect l="l" t="t" r="r" b="b"/>
              <a:pathLst>
                <a:path w="8637" h="410357" extrusionOk="0">
                  <a:moveTo>
                    <a:pt x="0" y="410357"/>
                  </a:moveTo>
                  <a:lnTo>
                    <a:pt x="0" y="0"/>
                  </a:lnTo>
                </a:path>
              </a:pathLst>
            </a:custGeom>
            <a:noFill/>
            <a:ln w="28300" cap="rnd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103" name="Google Shape;1103;p30"/>
          <p:cNvGrpSpPr/>
          <p:nvPr/>
        </p:nvGrpSpPr>
        <p:grpSpPr>
          <a:xfrm>
            <a:off x="450425" y="310675"/>
            <a:ext cx="8243134" cy="4670478"/>
            <a:chOff x="5447852" y="0"/>
            <a:chExt cx="5442090" cy="3618001"/>
          </a:xfrm>
        </p:grpSpPr>
        <p:sp>
          <p:nvSpPr>
            <p:cNvPr id="1104" name="Google Shape;1104;p30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05" name="Google Shape;1105;p30"/>
            <p:cNvGrpSpPr/>
            <p:nvPr/>
          </p:nvGrpSpPr>
          <p:grpSpPr>
            <a:xfrm>
              <a:off x="5586054" y="0"/>
              <a:ext cx="5165785" cy="3492765"/>
              <a:chOff x="5586054" y="0"/>
              <a:chExt cx="5165785" cy="3492765"/>
            </a:xfrm>
          </p:grpSpPr>
          <p:sp>
            <p:nvSpPr>
              <p:cNvPr id="1106" name="Google Shape;1106;p30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7" name="Google Shape;1107;p30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8" name="Google Shape;1108;p30"/>
              <p:cNvSpPr/>
              <p:nvPr/>
            </p:nvSpPr>
            <p:spPr>
              <a:xfrm rot="10800000" flipH="1">
                <a:off x="8168947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9" name="Google Shape;1109;p30"/>
              <p:cNvSpPr/>
              <p:nvPr/>
            </p:nvSpPr>
            <p:spPr>
              <a:xfrm rot="10800000" flipH="1">
                <a:off x="5586054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110" name="Google Shape;1110;p30"/>
          <p:cNvGrpSpPr/>
          <p:nvPr/>
        </p:nvGrpSpPr>
        <p:grpSpPr>
          <a:xfrm rot="1577928">
            <a:off x="3511044" y="4117827"/>
            <a:ext cx="1486169" cy="1751386"/>
            <a:chOff x="8034810" y="4372104"/>
            <a:chExt cx="567728" cy="669043"/>
          </a:xfrm>
        </p:grpSpPr>
        <p:sp>
          <p:nvSpPr>
            <p:cNvPr id="1111" name="Google Shape;1111;p30"/>
            <p:cNvSpPr/>
            <p:nvPr/>
          </p:nvSpPr>
          <p:spPr>
            <a:xfrm>
              <a:off x="8034810" y="4372104"/>
              <a:ext cx="567728" cy="669043"/>
            </a:xfrm>
            <a:custGeom>
              <a:avLst/>
              <a:gdLst/>
              <a:ahLst/>
              <a:cxnLst/>
              <a:rect l="l" t="t" r="r" b="b"/>
              <a:pathLst>
                <a:path w="567728" h="669043" extrusionOk="0">
                  <a:moveTo>
                    <a:pt x="531279" y="0"/>
                  </a:moveTo>
                  <a:cubicBezTo>
                    <a:pt x="551409" y="0"/>
                    <a:pt x="567728" y="16319"/>
                    <a:pt x="567728" y="36449"/>
                  </a:cubicBezTo>
                  <a:lnTo>
                    <a:pt x="567728" y="632594"/>
                  </a:lnTo>
                  <a:cubicBezTo>
                    <a:pt x="567728" y="652725"/>
                    <a:pt x="551409" y="669043"/>
                    <a:pt x="531279" y="669043"/>
                  </a:cubicBezTo>
                  <a:lnTo>
                    <a:pt x="36449" y="669043"/>
                  </a:lnTo>
                  <a:cubicBezTo>
                    <a:pt x="16319" y="669043"/>
                    <a:pt x="0" y="652725"/>
                    <a:pt x="0" y="632594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12" name="Google Shape;1112;p30"/>
            <p:cNvGrpSpPr/>
            <p:nvPr/>
          </p:nvGrpSpPr>
          <p:grpSpPr>
            <a:xfrm>
              <a:off x="8094493" y="4438697"/>
              <a:ext cx="448447" cy="535857"/>
              <a:chOff x="8094493" y="4438697"/>
              <a:chExt cx="448447" cy="535857"/>
            </a:xfrm>
          </p:grpSpPr>
          <p:sp>
            <p:nvSpPr>
              <p:cNvPr id="1113" name="Google Shape;1113;p30"/>
              <p:cNvSpPr/>
              <p:nvPr/>
            </p:nvSpPr>
            <p:spPr>
              <a:xfrm>
                <a:off x="8094493" y="4438697"/>
                <a:ext cx="448447" cy="128349"/>
              </a:xfrm>
              <a:custGeom>
                <a:avLst/>
                <a:gdLst/>
                <a:ahLst/>
                <a:cxnLst/>
                <a:rect l="l" t="t" r="r" b="b"/>
                <a:pathLst>
                  <a:path w="448447" h="128349" extrusionOk="0">
                    <a:moveTo>
                      <a:pt x="415885" y="0"/>
                    </a:moveTo>
                    <a:cubicBezTo>
                      <a:pt x="433869" y="0"/>
                      <a:pt x="448448" y="14579"/>
                      <a:pt x="448448" y="32563"/>
                    </a:cubicBezTo>
                    <a:lnTo>
                      <a:pt x="448448" y="95788"/>
                    </a:lnTo>
                    <a:cubicBezTo>
                      <a:pt x="448448" y="113771"/>
                      <a:pt x="433869" y="128351"/>
                      <a:pt x="415885" y="128351"/>
                    </a:cubicBezTo>
                    <a:lnTo>
                      <a:pt x="32563" y="128351"/>
                    </a:lnTo>
                    <a:cubicBezTo>
                      <a:pt x="14579" y="128351"/>
                      <a:pt x="0" y="113772"/>
                      <a:pt x="0" y="95788"/>
                    </a:cubicBezTo>
                    <a:lnTo>
                      <a:pt x="0" y="32563"/>
                    </a:lnTo>
                    <a:cubicBezTo>
                      <a:pt x="0" y="14579"/>
                      <a:pt x="14579" y="0"/>
                      <a:pt x="325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4" name="Google Shape;1114;p30"/>
              <p:cNvSpPr/>
              <p:nvPr/>
            </p:nvSpPr>
            <p:spPr>
              <a:xfrm>
                <a:off x="8094493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5" name="Google Shape;1115;p30"/>
              <p:cNvSpPr/>
              <p:nvPr/>
            </p:nvSpPr>
            <p:spPr>
              <a:xfrm>
                <a:off x="8214551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6" name="Google Shape;1116;p30"/>
              <p:cNvSpPr/>
              <p:nvPr/>
            </p:nvSpPr>
            <p:spPr>
              <a:xfrm>
                <a:off x="8334696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7" name="Google Shape;1117;p30"/>
              <p:cNvSpPr/>
              <p:nvPr/>
            </p:nvSpPr>
            <p:spPr>
              <a:xfrm>
                <a:off x="8454754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8" name="Google Shape;1118;p30"/>
              <p:cNvSpPr/>
              <p:nvPr/>
            </p:nvSpPr>
            <p:spPr>
              <a:xfrm>
                <a:off x="8094493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9" name="Google Shape;1119;p30"/>
              <p:cNvSpPr/>
              <p:nvPr/>
            </p:nvSpPr>
            <p:spPr>
              <a:xfrm>
                <a:off x="8214551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0" name="Google Shape;1120;p30"/>
              <p:cNvSpPr/>
              <p:nvPr/>
            </p:nvSpPr>
            <p:spPr>
              <a:xfrm>
                <a:off x="8334696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1" name="Google Shape;1121;p30"/>
              <p:cNvSpPr/>
              <p:nvPr/>
            </p:nvSpPr>
            <p:spPr>
              <a:xfrm>
                <a:off x="8454754" y="4753872"/>
                <a:ext cx="88100" cy="220682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220682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220683"/>
                    </a:lnTo>
                    <a:lnTo>
                      <a:pt x="0" y="220683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2" name="Google Shape;1122;p30"/>
              <p:cNvSpPr/>
              <p:nvPr/>
            </p:nvSpPr>
            <p:spPr>
              <a:xfrm>
                <a:off x="8094493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3" name="Google Shape;1123;p30"/>
              <p:cNvSpPr/>
              <p:nvPr/>
            </p:nvSpPr>
            <p:spPr>
              <a:xfrm>
                <a:off x="8214551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4" name="Google Shape;1124;p30"/>
              <p:cNvSpPr/>
              <p:nvPr/>
            </p:nvSpPr>
            <p:spPr>
              <a:xfrm>
                <a:off x="8334696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125" name="Google Shape;1125;p30"/>
          <p:cNvGrpSpPr/>
          <p:nvPr/>
        </p:nvGrpSpPr>
        <p:grpSpPr>
          <a:xfrm rot="-996566">
            <a:off x="-633346" y="3026806"/>
            <a:ext cx="1625396" cy="959531"/>
            <a:chOff x="7008442" y="6231192"/>
            <a:chExt cx="1035004" cy="611001"/>
          </a:xfrm>
        </p:grpSpPr>
        <p:sp>
          <p:nvSpPr>
            <p:cNvPr id="1126" name="Google Shape;1126;p30"/>
            <p:cNvSpPr/>
            <p:nvPr/>
          </p:nvSpPr>
          <p:spPr>
            <a:xfrm>
              <a:off x="7008614" y="6231192"/>
              <a:ext cx="1034832" cy="610914"/>
            </a:xfrm>
            <a:custGeom>
              <a:avLst/>
              <a:gdLst/>
              <a:ahLst/>
              <a:cxnLst/>
              <a:rect l="l" t="t" r="r" b="b"/>
              <a:pathLst>
                <a:path w="1034832" h="610914" extrusionOk="0">
                  <a:moveTo>
                    <a:pt x="517373" y="0"/>
                  </a:moveTo>
                  <a:cubicBezTo>
                    <a:pt x="231652" y="0"/>
                    <a:pt x="0" y="231652"/>
                    <a:pt x="0" y="517373"/>
                  </a:cubicBezTo>
                  <a:lnTo>
                    <a:pt x="0" y="610915"/>
                  </a:lnTo>
                  <a:lnTo>
                    <a:pt x="1034832" y="610915"/>
                  </a:lnTo>
                  <a:lnTo>
                    <a:pt x="1034832" y="517373"/>
                  </a:lnTo>
                  <a:cubicBezTo>
                    <a:pt x="1034832" y="231652"/>
                    <a:pt x="803181" y="0"/>
                    <a:pt x="517460" y="0"/>
                  </a:cubicBezTo>
                  <a:close/>
                  <a:moveTo>
                    <a:pt x="517373" y="501308"/>
                  </a:moveTo>
                  <a:cubicBezTo>
                    <a:pt x="502863" y="501308"/>
                    <a:pt x="491030" y="489561"/>
                    <a:pt x="491030" y="474964"/>
                  </a:cubicBezTo>
                  <a:cubicBezTo>
                    <a:pt x="491030" y="460367"/>
                    <a:pt x="502776" y="448620"/>
                    <a:pt x="517373" y="448620"/>
                  </a:cubicBezTo>
                  <a:cubicBezTo>
                    <a:pt x="531970" y="448620"/>
                    <a:pt x="543717" y="460367"/>
                    <a:pt x="543717" y="474964"/>
                  </a:cubicBezTo>
                  <a:cubicBezTo>
                    <a:pt x="543717" y="489561"/>
                    <a:pt x="531970" y="501308"/>
                    <a:pt x="517373" y="501308"/>
                  </a:cubicBezTo>
                  <a:close/>
                  <a:moveTo>
                    <a:pt x="609446" y="474964"/>
                  </a:moveTo>
                  <a:cubicBezTo>
                    <a:pt x="609446" y="424091"/>
                    <a:pt x="568247" y="382891"/>
                    <a:pt x="517373" y="382891"/>
                  </a:cubicBezTo>
                  <a:cubicBezTo>
                    <a:pt x="466500" y="382891"/>
                    <a:pt x="425300" y="424091"/>
                    <a:pt x="425300" y="474964"/>
                  </a:cubicBezTo>
                  <a:lnTo>
                    <a:pt x="138283" y="474964"/>
                  </a:lnTo>
                  <a:cubicBezTo>
                    <a:pt x="159444" y="284512"/>
                    <a:pt x="321393" y="135864"/>
                    <a:pt x="517460" y="135864"/>
                  </a:cubicBezTo>
                  <a:cubicBezTo>
                    <a:pt x="713526" y="135864"/>
                    <a:pt x="875475" y="284512"/>
                    <a:pt x="896636" y="474964"/>
                  </a:cubicBezTo>
                  <a:lnTo>
                    <a:pt x="609619" y="47496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7" name="Google Shape;1127;p30"/>
            <p:cNvSpPr/>
            <p:nvPr/>
          </p:nvSpPr>
          <p:spPr>
            <a:xfrm>
              <a:off x="7008614" y="6748652"/>
              <a:ext cx="65729" cy="8637"/>
            </a:xfrm>
            <a:custGeom>
              <a:avLst/>
              <a:gdLst/>
              <a:ahLst/>
              <a:cxnLst/>
              <a:rect l="l" t="t" r="r" b="b"/>
              <a:pathLst>
                <a:path w="65729" h="8637" extrusionOk="0">
                  <a:moveTo>
                    <a:pt x="0" y="0"/>
                  </a:moveTo>
                  <a:lnTo>
                    <a:pt x="65730" y="0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8" name="Google Shape;1128;p30"/>
            <p:cNvSpPr/>
            <p:nvPr/>
          </p:nvSpPr>
          <p:spPr>
            <a:xfrm>
              <a:off x="7016474" y="6658824"/>
              <a:ext cx="64779" cy="11401"/>
            </a:xfrm>
            <a:custGeom>
              <a:avLst/>
              <a:gdLst/>
              <a:ahLst/>
              <a:cxnLst/>
              <a:rect l="l" t="t" r="r" b="b"/>
              <a:pathLst>
                <a:path w="64779" h="11401" extrusionOk="0">
                  <a:moveTo>
                    <a:pt x="0" y="0"/>
                  </a:moveTo>
                  <a:lnTo>
                    <a:pt x="64780" y="11401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9" name="Google Shape;1129;p30"/>
            <p:cNvSpPr/>
            <p:nvPr/>
          </p:nvSpPr>
          <p:spPr>
            <a:xfrm>
              <a:off x="7039795" y="6571674"/>
              <a:ext cx="61842" cy="22456"/>
            </a:xfrm>
            <a:custGeom>
              <a:avLst/>
              <a:gdLst/>
              <a:ahLst/>
              <a:cxnLst/>
              <a:rect l="l" t="t" r="r" b="b"/>
              <a:pathLst>
                <a:path w="61842" h="22456" extrusionOk="0">
                  <a:moveTo>
                    <a:pt x="0" y="0"/>
                  </a:moveTo>
                  <a:lnTo>
                    <a:pt x="61843" y="224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0" name="Google Shape;1130;p30"/>
            <p:cNvSpPr/>
            <p:nvPr/>
          </p:nvSpPr>
          <p:spPr>
            <a:xfrm>
              <a:off x="7077885" y="6489965"/>
              <a:ext cx="57006" cy="32821"/>
            </a:xfrm>
            <a:custGeom>
              <a:avLst/>
              <a:gdLst/>
              <a:ahLst/>
              <a:cxnLst/>
              <a:rect l="l" t="t" r="r" b="b"/>
              <a:pathLst>
                <a:path w="57006" h="32821" extrusionOk="0">
                  <a:moveTo>
                    <a:pt x="0" y="0"/>
                  </a:moveTo>
                  <a:lnTo>
                    <a:pt x="57006" y="32822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1" name="Google Shape;1131;p30"/>
            <p:cNvSpPr/>
            <p:nvPr/>
          </p:nvSpPr>
          <p:spPr>
            <a:xfrm>
              <a:off x="7129623" y="6416030"/>
              <a:ext cx="50441" cy="42322"/>
            </a:xfrm>
            <a:custGeom>
              <a:avLst/>
              <a:gdLst/>
              <a:ahLst/>
              <a:cxnLst/>
              <a:rect l="l" t="t" r="r" b="b"/>
              <a:pathLst>
                <a:path w="50441" h="42322" extrusionOk="0">
                  <a:moveTo>
                    <a:pt x="0" y="0"/>
                  </a:moveTo>
                  <a:lnTo>
                    <a:pt x="50442" y="4232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2" name="Google Shape;1132;p30"/>
            <p:cNvSpPr/>
            <p:nvPr/>
          </p:nvSpPr>
          <p:spPr>
            <a:xfrm>
              <a:off x="7193452" y="6352287"/>
              <a:ext cx="42236" cy="50355"/>
            </a:xfrm>
            <a:custGeom>
              <a:avLst/>
              <a:gdLst/>
              <a:ahLst/>
              <a:cxnLst/>
              <a:rect l="l" t="t" r="r" b="b"/>
              <a:pathLst>
                <a:path w="42236" h="50355" extrusionOk="0">
                  <a:moveTo>
                    <a:pt x="0" y="0"/>
                  </a:moveTo>
                  <a:lnTo>
                    <a:pt x="42236" y="5035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3" name="Google Shape;1133;p30"/>
            <p:cNvSpPr/>
            <p:nvPr/>
          </p:nvSpPr>
          <p:spPr>
            <a:xfrm>
              <a:off x="7267301" y="6300549"/>
              <a:ext cx="32908" cy="57006"/>
            </a:xfrm>
            <a:custGeom>
              <a:avLst/>
              <a:gdLst/>
              <a:ahLst/>
              <a:cxnLst/>
              <a:rect l="l" t="t" r="r" b="b"/>
              <a:pathLst>
                <a:path w="32908" h="57006" extrusionOk="0">
                  <a:moveTo>
                    <a:pt x="0" y="0"/>
                  </a:moveTo>
                  <a:lnTo>
                    <a:pt x="32908" y="5700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4" name="Google Shape;1134;p30"/>
            <p:cNvSpPr/>
            <p:nvPr/>
          </p:nvSpPr>
          <p:spPr>
            <a:xfrm>
              <a:off x="7349010" y="6262459"/>
              <a:ext cx="22543" cy="61756"/>
            </a:xfrm>
            <a:custGeom>
              <a:avLst/>
              <a:gdLst/>
              <a:ahLst/>
              <a:cxnLst/>
              <a:rect l="l" t="t" r="r" b="b"/>
              <a:pathLst>
                <a:path w="22543" h="61756" extrusionOk="0">
                  <a:moveTo>
                    <a:pt x="0" y="0"/>
                  </a:moveTo>
                  <a:lnTo>
                    <a:pt x="22543" y="617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5" name="Google Shape;1135;p30"/>
            <p:cNvSpPr/>
            <p:nvPr/>
          </p:nvSpPr>
          <p:spPr>
            <a:xfrm>
              <a:off x="7436160" y="6239138"/>
              <a:ext cx="11401" cy="64693"/>
            </a:xfrm>
            <a:custGeom>
              <a:avLst/>
              <a:gdLst/>
              <a:ahLst/>
              <a:cxnLst/>
              <a:rect l="l" t="t" r="r" b="b"/>
              <a:pathLst>
                <a:path w="11401" h="64693" extrusionOk="0">
                  <a:moveTo>
                    <a:pt x="0" y="0"/>
                  </a:moveTo>
                  <a:lnTo>
                    <a:pt x="11401" y="6469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6" name="Google Shape;1136;p30"/>
            <p:cNvSpPr/>
            <p:nvPr/>
          </p:nvSpPr>
          <p:spPr>
            <a:xfrm>
              <a:off x="7525987" y="6231192"/>
              <a:ext cx="8637" cy="65816"/>
            </a:xfrm>
            <a:custGeom>
              <a:avLst/>
              <a:gdLst/>
              <a:ahLst/>
              <a:cxnLst/>
              <a:rect l="l" t="t" r="r" b="b"/>
              <a:pathLst>
                <a:path w="8637" h="65816" extrusionOk="0">
                  <a:moveTo>
                    <a:pt x="0" y="0"/>
                  </a:moveTo>
                  <a:lnTo>
                    <a:pt x="0" y="6581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7" name="Google Shape;1137;p30"/>
            <p:cNvSpPr/>
            <p:nvPr/>
          </p:nvSpPr>
          <p:spPr>
            <a:xfrm>
              <a:off x="7604414" y="6239138"/>
              <a:ext cx="11401" cy="64693"/>
            </a:xfrm>
            <a:custGeom>
              <a:avLst/>
              <a:gdLst/>
              <a:ahLst/>
              <a:cxnLst/>
              <a:rect l="l" t="t" r="r" b="b"/>
              <a:pathLst>
                <a:path w="11401" h="64693" extrusionOk="0">
                  <a:moveTo>
                    <a:pt x="11401" y="0"/>
                  </a:moveTo>
                  <a:lnTo>
                    <a:pt x="0" y="6469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8" name="Google Shape;1138;p30"/>
            <p:cNvSpPr/>
            <p:nvPr/>
          </p:nvSpPr>
          <p:spPr>
            <a:xfrm>
              <a:off x="7680422" y="6262459"/>
              <a:ext cx="22543" cy="61756"/>
            </a:xfrm>
            <a:custGeom>
              <a:avLst/>
              <a:gdLst/>
              <a:ahLst/>
              <a:cxnLst/>
              <a:rect l="l" t="t" r="r" b="b"/>
              <a:pathLst>
                <a:path w="22543" h="61756" extrusionOk="0">
                  <a:moveTo>
                    <a:pt x="22543" y="0"/>
                  </a:moveTo>
                  <a:lnTo>
                    <a:pt x="0" y="617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9" name="Google Shape;1139;p30"/>
            <p:cNvSpPr/>
            <p:nvPr/>
          </p:nvSpPr>
          <p:spPr>
            <a:xfrm>
              <a:off x="7751852" y="6300549"/>
              <a:ext cx="32821" cy="57006"/>
            </a:xfrm>
            <a:custGeom>
              <a:avLst/>
              <a:gdLst/>
              <a:ahLst/>
              <a:cxnLst/>
              <a:rect l="l" t="t" r="r" b="b"/>
              <a:pathLst>
                <a:path w="32821" h="57006" extrusionOk="0">
                  <a:moveTo>
                    <a:pt x="32822" y="0"/>
                  </a:moveTo>
                  <a:lnTo>
                    <a:pt x="0" y="5700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0" name="Google Shape;1140;p30"/>
            <p:cNvSpPr/>
            <p:nvPr/>
          </p:nvSpPr>
          <p:spPr>
            <a:xfrm>
              <a:off x="7816286" y="6352287"/>
              <a:ext cx="42322" cy="50355"/>
            </a:xfrm>
            <a:custGeom>
              <a:avLst/>
              <a:gdLst/>
              <a:ahLst/>
              <a:cxnLst/>
              <a:rect l="l" t="t" r="r" b="b"/>
              <a:pathLst>
                <a:path w="42322" h="50355" extrusionOk="0">
                  <a:moveTo>
                    <a:pt x="42323" y="0"/>
                  </a:moveTo>
                  <a:lnTo>
                    <a:pt x="0" y="5035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1" name="Google Shape;1141;p30"/>
            <p:cNvSpPr/>
            <p:nvPr/>
          </p:nvSpPr>
          <p:spPr>
            <a:xfrm>
              <a:off x="7871997" y="6416030"/>
              <a:ext cx="50355" cy="42322"/>
            </a:xfrm>
            <a:custGeom>
              <a:avLst/>
              <a:gdLst/>
              <a:ahLst/>
              <a:cxnLst/>
              <a:rect l="l" t="t" r="r" b="b"/>
              <a:pathLst>
                <a:path w="50355" h="42322" extrusionOk="0">
                  <a:moveTo>
                    <a:pt x="50355" y="0"/>
                  </a:moveTo>
                  <a:lnTo>
                    <a:pt x="0" y="4232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2" name="Google Shape;1142;p30"/>
            <p:cNvSpPr/>
            <p:nvPr/>
          </p:nvSpPr>
          <p:spPr>
            <a:xfrm>
              <a:off x="7917083" y="6489965"/>
              <a:ext cx="57006" cy="32821"/>
            </a:xfrm>
            <a:custGeom>
              <a:avLst/>
              <a:gdLst/>
              <a:ahLst/>
              <a:cxnLst/>
              <a:rect l="l" t="t" r="r" b="b"/>
              <a:pathLst>
                <a:path w="57006" h="32821" extrusionOk="0">
                  <a:moveTo>
                    <a:pt x="57006" y="0"/>
                  </a:moveTo>
                  <a:lnTo>
                    <a:pt x="0" y="32822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3" name="Google Shape;1143;p30"/>
            <p:cNvSpPr/>
            <p:nvPr/>
          </p:nvSpPr>
          <p:spPr>
            <a:xfrm>
              <a:off x="7950423" y="6571674"/>
              <a:ext cx="61756" cy="22456"/>
            </a:xfrm>
            <a:custGeom>
              <a:avLst/>
              <a:gdLst/>
              <a:ahLst/>
              <a:cxnLst/>
              <a:rect l="l" t="t" r="r" b="b"/>
              <a:pathLst>
                <a:path w="61756" h="22456" extrusionOk="0">
                  <a:moveTo>
                    <a:pt x="61756" y="0"/>
                  </a:moveTo>
                  <a:lnTo>
                    <a:pt x="0" y="224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4" name="Google Shape;1144;p30"/>
            <p:cNvSpPr/>
            <p:nvPr/>
          </p:nvSpPr>
          <p:spPr>
            <a:xfrm>
              <a:off x="7970807" y="6658824"/>
              <a:ext cx="64693" cy="11401"/>
            </a:xfrm>
            <a:custGeom>
              <a:avLst/>
              <a:gdLst/>
              <a:ahLst/>
              <a:cxnLst/>
              <a:rect l="l" t="t" r="r" b="b"/>
              <a:pathLst>
                <a:path w="64693" h="11401" extrusionOk="0">
                  <a:moveTo>
                    <a:pt x="64693" y="0"/>
                  </a:moveTo>
                  <a:lnTo>
                    <a:pt x="0" y="11401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5" name="Google Shape;1145;p30"/>
            <p:cNvSpPr/>
            <p:nvPr/>
          </p:nvSpPr>
          <p:spPr>
            <a:xfrm>
              <a:off x="7977631" y="6748652"/>
              <a:ext cx="65729" cy="8637"/>
            </a:xfrm>
            <a:custGeom>
              <a:avLst/>
              <a:gdLst/>
              <a:ahLst/>
              <a:cxnLst/>
              <a:rect l="l" t="t" r="r" b="b"/>
              <a:pathLst>
                <a:path w="65729" h="8637" extrusionOk="0">
                  <a:moveTo>
                    <a:pt x="65730" y="0"/>
                  </a:moveTo>
                  <a:lnTo>
                    <a:pt x="0" y="0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6" name="Google Shape;1146;p30"/>
            <p:cNvSpPr/>
            <p:nvPr/>
          </p:nvSpPr>
          <p:spPr>
            <a:xfrm>
              <a:off x="7008442" y="6231279"/>
              <a:ext cx="1034832" cy="610914"/>
            </a:xfrm>
            <a:custGeom>
              <a:avLst/>
              <a:gdLst/>
              <a:ahLst/>
              <a:cxnLst/>
              <a:rect l="l" t="t" r="r" b="b"/>
              <a:pathLst>
                <a:path w="1034832" h="610914" extrusionOk="0">
                  <a:moveTo>
                    <a:pt x="517546" y="26257"/>
                  </a:moveTo>
                  <a:cubicBezTo>
                    <a:pt x="788324" y="26257"/>
                    <a:pt x="1008661" y="246594"/>
                    <a:pt x="1008661" y="517373"/>
                  </a:cubicBezTo>
                  <a:lnTo>
                    <a:pt x="1008661" y="584571"/>
                  </a:lnTo>
                  <a:lnTo>
                    <a:pt x="26430" y="584571"/>
                  </a:lnTo>
                  <a:lnTo>
                    <a:pt x="26430" y="517373"/>
                  </a:lnTo>
                  <a:cubicBezTo>
                    <a:pt x="26430" y="246594"/>
                    <a:pt x="246767" y="26257"/>
                    <a:pt x="517546" y="26257"/>
                  </a:cubicBezTo>
                  <a:moveTo>
                    <a:pt x="109002" y="501308"/>
                  </a:moveTo>
                  <a:lnTo>
                    <a:pt x="451730" y="501308"/>
                  </a:lnTo>
                  <a:lnTo>
                    <a:pt x="451730" y="474964"/>
                  </a:lnTo>
                  <a:cubicBezTo>
                    <a:pt x="451730" y="438687"/>
                    <a:pt x="481269" y="409234"/>
                    <a:pt x="517459" y="409234"/>
                  </a:cubicBezTo>
                  <a:cubicBezTo>
                    <a:pt x="553649" y="409234"/>
                    <a:pt x="583189" y="438774"/>
                    <a:pt x="583189" y="474964"/>
                  </a:cubicBezTo>
                  <a:lnTo>
                    <a:pt x="583189" y="501308"/>
                  </a:lnTo>
                  <a:lnTo>
                    <a:pt x="925916" y="501308"/>
                  </a:lnTo>
                  <a:lnTo>
                    <a:pt x="922634" y="472113"/>
                  </a:lnTo>
                  <a:cubicBezTo>
                    <a:pt x="899659" y="265423"/>
                    <a:pt x="725445" y="109607"/>
                    <a:pt x="517373" y="109607"/>
                  </a:cubicBezTo>
                  <a:cubicBezTo>
                    <a:pt x="309301" y="109607"/>
                    <a:pt x="135001" y="265423"/>
                    <a:pt x="112112" y="472113"/>
                  </a:cubicBezTo>
                  <a:lnTo>
                    <a:pt x="108830" y="501308"/>
                  </a:lnTo>
                  <a:moveTo>
                    <a:pt x="517373" y="527652"/>
                  </a:moveTo>
                  <a:cubicBezTo>
                    <a:pt x="546394" y="527652"/>
                    <a:pt x="569974" y="504072"/>
                    <a:pt x="569974" y="475050"/>
                  </a:cubicBezTo>
                  <a:cubicBezTo>
                    <a:pt x="569974" y="446029"/>
                    <a:pt x="546394" y="422449"/>
                    <a:pt x="517373" y="422449"/>
                  </a:cubicBezTo>
                  <a:cubicBezTo>
                    <a:pt x="488352" y="422449"/>
                    <a:pt x="464772" y="446029"/>
                    <a:pt x="464772" y="475050"/>
                  </a:cubicBezTo>
                  <a:cubicBezTo>
                    <a:pt x="464772" y="504072"/>
                    <a:pt x="488352" y="527652"/>
                    <a:pt x="517373" y="527652"/>
                  </a:cubicBezTo>
                  <a:moveTo>
                    <a:pt x="517373" y="0"/>
                  </a:moveTo>
                  <a:cubicBezTo>
                    <a:pt x="231652" y="0"/>
                    <a:pt x="0" y="231652"/>
                    <a:pt x="0" y="517373"/>
                  </a:cubicBezTo>
                  <a:lnTo>
                    <a:pt x="0" y="610915"/>
                  </a:lnTo>
                  <a:lnTo>
                    <a:pt x="1034832" y="610915"/>
                  </a:lnTo>
                  <a:lnTo>
                    <a:pt x="1034832" y="517373"/>
                  </a:lnTo>
                  <a:cubicBezTo>
                    <a:pt x="1034832" y="231652"/>
                    <a:pt x="803181" y="0"/>
                    <a:pt x="517459" y="0"/>
                  </a:cubicBezTo>
                  <a:lnTo>
                    <a:pt x="517459" y="0"/>
                  </a:lnTo>
                  <a:close/>
                  <a:moveTo>
                    <a:pt x="138196" y="475050"/>
                  </a:moveTo>
                  <a:cubicBezTo>
                    <a:pt x="159358" y="284598"/>
                    <a:pt x="321307" y="135951"/>
                    <a:pt x="517373" y="135951"/>
                  </a:cubicBezTo>
                  <a:cubicBezTo>
                    <a:pt x="713439" y="135951"/>
                    <a:pt x="875388" y="284598"/>
                    <a:pt x="896550" y="475050"/>
                  </a:cubicBezTo>
                  <a:lnTo>
                    <a:pt x="609533" y="475050"/>
                  </a:lnTo>
                  <a:cubicBezTo>
                    <a:pt x="609533" y="424177"/>
                    <a:pt x="568333" y="382977"/>
                    <a:pt x="517459" y="382977"/>
                  </a:cubicBezTo>
                  <a:cubicBezTo>
                    <a:pt x="466585" y="382977"/>
                    <a:pt x="425386" y="424177"/>
                    <a:pt x="425386" y="475050"/>
                  </a:cubicBezTo>
                  <a:lnTo>
                    <a:pt x="138369" y="475050"/>
                  </a:lnTo>
                  <a:close/>
                  <a:moveTo>
                    <a:pt x="517373" y="501394"/>
                  </a:moveTo>
                  <a:cubicBezTo>
                    <a:pt x="502862" y="501394"/>
                    <a:pt x="491029" y="489647"/>
                    <a:pt x="491029" y="475050"/>
                  </a:cubicBezTo>
                  <a:cubicBezTo>
                    <a:pt x="491029" y="460453"/>
                    <a:pt x="502776" y="448707"/>
                    <a:pt x="517373" y="448707"/>
                  </a:cubicBezTo>
                  <a:cubicBezTo>
                    <a:pt x="531970" y="448707"/>
                    <a:pt x="543717" y="460453"/>
                    <a:pt x="543717" y="475050"/>
                  </a:cubicBezTo>
                  <a:cubicBezTo>
                    <a:pt x="543717" y="489647"/>
                    <a:pt x="531970" y="501394"/>
                    <a:pt x="517373" y="501394"/>
                  </a:cubicBezTo>
                  <a:lnTo>
                    <a:pt x="517373" y="501394"/>
                  </a:lnTo>
                  <a:close/>
                </a:path>
              </a:pathLst>
            </a:custGeom>
            <a:solidFill>
              <a:srgbClr val="05135F">
                <a:alpha val="120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7" name="Google Shape;1147;p30"/>
            <p:cNvSpPr/>
            <p:nvPr/>
          </p:nvSpPr>
          <p:spPr>
            <a:xfrm>
              <a:off x="7118567" y="6338640"/>
              <a:ext cx="815013" cy="364493"/>
            </a:xfrm>
            <a:custGeom>
              <a:avLst/>
              <a:gdLst/>
              <a:ahLst/>
              <a:cxnLst/>
              <a:rect l="l" t="t" r="r" b="b"/>
              <a:pathLst>
                <a:path w="815013" h="364493" extrusionOk="0">
                  <a:moveTo>
                    <a:pt x="0" y="364493"/>
                  </a:moveTo>
                  <a:cubicBezTo>
                    <a:pt x="11055" y="264992"/>
                    <a:pt x="58388" y="173005"/>
                    <a:pt x="133273" y="105461"/>
                  </a:cubicBezTo>
                  <a:cubicBezTo>
                    <a:pt x="208676" y="37486"/>
                    <a:pt x="306105" y="0"/>
                    <a:pt x="407507" y="0"/>
                  </a:cubicBezTo>
                  <a:cubicBezTo>
                    <a:pt x="508908" y="0"/>
                    <a:pt x="606251" y="37486"/>
                    <a:pt x="681740" y="105461"/>
                  </a:cubicBezTo>
                  <a:cubicBezTo>
                    <a:pt x="756625" y="172919"/>
                    <a:pt x="803958" y="264905"/>
                    <a:pt x="815014" y="364493"/>
                  </a:cubicBez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31"/>
          <p:cNvGrpSpPr/>
          <p:nvPr/>
        </p:nvGrpSpPr>
        <p:grpSpPr>
          <a:xfrm>
            <a:off x="-247779" y="-290431"/>
            <a:ext cx="9714067" cy="4438782"/>
            <a:chOff x="-247779" y="-290431"/>
            <a:chExt cx="9714067" cy="4438782"/>
          </a:xfrm>
        </p:grpSpPr>
        <p:grpSp>
          <p:nvGrpSpPr>
            <p:cNvPr id="1150" name="Google Shape;1150;p31"/>
            <p:cNvGrpSpPr/>
            <p:nvPr/>
          </p:nvGrpSpPr>
          <p:grpSpPr>
            <a:xfrm rot="-2021523" flipH="1">
              <a:off x="8565385" y="-388231"/>
              <a:ext cx="305506" cy="2239206"/>
              <a:chOff x="4265846" y="1371340"/>
              <a:chExt cx="126709" cy="928680"/>
            </a:xfrm>
          </p:grpSpPr>
          <p:sp>
            <p:nvSpPr>
              <p:cNvPr id="1151" name="Google Shape;1151;p31"/>
              <p:cNvSpPr/>
              <p:nvPr/>
            </p:nvSpPr>
            <p:spPr>
              <a:xfrm>
                <a:off x="4289685" y="1944338"/>
                <a:ext cx="102870" cy="202457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202457" extrusionOk="0">
                    <a:moveTo>
                      <a:pt x="102870" y="86"/>
                    </a:moveTo>
                    <a:lnTo>
                      <a:pt x="102179" y="202458"/>
                    </a:lnTo>
                    <a:lnTo>
                      <a:pt x="0" y="202285"/>
                    </a:lnTo>
                    <a:lnTo>
                      <a:pt x="777" y="0"/>
                    </a:lnTo>
                    <a:lnTo>
                      <a:pt x="102870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2" name="Google Shape;1152;p31"/>
              <p:cNvSpPr/>
              <p:nvPr/>
            </p:nvSpPr>
            <p:spPr>
              <a:xfrm>
                <a:off x="4299791" y="1484834"/>
                <a:ext cx="85163" cy="459589"/>
              </a:xfrm>
              <a:custGeom>
                <a:avLst/>
                <a:gdLst/>
                <a:ahLst/>
                <a:cxnLst/>
                <a:rect l="l" t="t" r="r" b="b"/>
                <a:pathLst>
                  <a:path w="85163" h="459589" extrusionOk="0">
                    <a:moveTo>
                      <a:pt x="85163" y="86"/>
                    </a:moveTo>
                    <a:lnTo>
                      <a:pt x="83436" y="459590"/>
                    </a:lnTo>
                    <a:lnTo>
                      <a:pt x="0" y="459503"/>
                    </a:lnTo>
                    <a:lnTo>
                      <a:pt x="1727" y="0"/>
                    </a:lnTo>
                    <a:lnTo>
                      <a:pt x="85163" y="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3" name="Google Shape;1153;p31"/>
              <p:cNvSpPr/>
              <p:nvPr/>
            </p:nvSpPr>
            <p:spPr>
              <a:xfrm>
                <a:off x="4301432" y="2146623"/>
                <a:ext cx="78512" cy="124290"/>
              </a:xfrm>
              <a:custGeom>
                <a:avLst/>
                <a:gdLst/>
                <a:ahLst/>
                <a:cxnLst/>
                <a:rect l="l" t="t" r="r" b="b"/>
                <a:pathLst>
                  <a:path w="78512" h="124290" extrusionOk="0">
                    <a:moveTo>
                      <a:pt x="0" y="41459"/>
                    </a:moveTo>
                    <a:lnTo>
                      <a:pt x="27466" y="124291"/>
                    </a:lnTo>
                    <a:lnTo>
                      <a:pt x="50269" y="124291"/>
                    </a:lnTo>
                    <a:lnTo>
                      <a:pt x="78340" y="41545"/>
                    </a:lnTo>
                    <a:lnTo>
                      <a:pt x="78513" y="86"/>
                    </a:lnTo>
                    <a:lnTo>
                      <a:pt x="173" y="0"/>
                    </a:lnTo>
                    <a:lnTo>
                      <a:pt x="0" y="4145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4" name="Google Shape;1154;p31"/>
              <p:cNvSpPr/>
              <p:nvPr/>
            </p:nvSpPr>
            <p:spPr>
              <a:xfrm>
                <a:off x="4336759" y="2270913"/>
                <a:ext cx="6909" cy="29107"/>
              </a:xfrm>
              <a:custGeom>
                <a:avLst/>
                <a:gdLst/>
                <a:ahLst/>
                <a:cxnLst/>
                <a:rect l="l" t="t" r="r" b="b"/>
                <a:pathLst>
                  <a:path w="6909" h="29107" extrusionOk="0">
                    <a:moveTo>
                      <a:pt x="6823" y="29108"/>
                    </a:moveTo>
                    <a:lnTo>
                      <a:pt x="6910" y="0"/>
                    </a:lnTo>
                    <a:lnTo>
                      <a:pt x="173" y="0"/>
                    </a:lnTo>
                    <a:lnTo>
                      <a:pt x="0" y="29108"/>
                    </a:lnTo>
                    <a:lnTo>
                      <a:pt x="6823" y="29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5" name="Google Shape;1155;p31"/>
              <p:cNvSpPr/>
              <p:nvPr/>
            </p:nvSpPr>
            <p:spPr>
              <a:xfrm>
                <a:off x="4313006" y="1443634"/>
                <a:ext cx="60633" cy="41286"/>
              </a:xfrm>
              <a:custGeom>
                <a:avLst/>
                <a:gdLst/>
                <a:ahLst/>
                <a:cxnLst/>
                <a:rect l="l" t="t" r="r" b="b"/>
                <a:pathLst>
                  <a:path w="60633" h="41286" extrusionOk="0">
                    <a:moveTo>
                      <a:pt x="60634" y="86"/>
                    </a:moveTo>
                    <a:lnTo>
                      <a:pt x="60461" y="41286"/>
                    </a:lnTo>
                    <a:lnTo>
                      <a:pt x="0" y="41200"/>
                    </a:lnTo>
                    <a:lnTo>
                      <a:pt x="173" y="0"/>
                    </a:lnTo>
                    <a:lnTo>
                      <a:pt x="60634" y="8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6" name="Google Shape;1156;p31"/>
              <p:cNvSpPr/>
              <p:nvPr/>
            </p:nvSpPr>
            <p:spPr>
              <a:xfrm>
                <a:off x="4307564" y="1371340"/>
                <a:ext cx="71948" cy="72380"/>
              </a:xfrm>
              <a:custGeom>
                <a:avLst/>
                <a:gdLst/>
                <a:ahLst/>
                <a:cxnLst/>
                <a:rect l="l" t="t" r="r" b="b"/>
                <a:pathLst>
                  <a:path w="71948" h="72380" extrusionOk="0">
                    <a:moveTo>
                      <a:pt x="71948" y="86"/>
                    </a:moveTo>
                    <a:lnTo>
                      <a:pt x="71689" y="72380"/>
                    </a:lnTo>
                    <a:lnTo>
                      <a:pt x="0" y="72294"/>
                    </a:lnTo>
                    <a:lnTo>
                      <a:pt x="259" y="0"/>
                    </a:lnTo>
                    <a:lnTo>
                      <a:pt x="71948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7" name="Google Shape;1157;p31"/>
              <p:cNvSpPr/>
              <p:nvPr/>
            </p:nvSpPr>
            <p:spPr>
              <a:xfrm>
                <a:off x="4265846" y="1496581"/>
                <a:ext cx="35672" cy="247285"/>
              </a:xfrm>
              <a:custGeom>
                <a:avLst/>
                <a:gdLst/>
                <a:ahLst/>
                <a:cxnLst/>
                <a:rect l="l" t="t" r="r" b="b"/>
                <a:pathLst>
                  <a:path w="35672" h="247285" extrusionOk="0">
                    <a:moveTo>
                      <a:pt x="0" y="247285"/>
                    </a:moveTo>
                    <a:lnTo>
                      <a:pt x="25307" y="247285"/>
                    </a:lnTo>
                    <a:lnTo>
                      <a:pt x="26085" y="38090"/>
                    </a:lnTo>
                    <a:lnTo>
                      <a:pt x="35499" y="38090"/>
                    </a:lnTo>
                    <a:lnTo>
                      <a:pt x="35672" y="86"/>
                    </a:lnTo>
                    <a:lnTo>
                      <a:pt x="26257" y="86"/>
                    </a:lnTo>
                    <a:lnTo>
                      <a:pt x="11488" y="0"/>
                    </a:lnTo>
                    <a:lnTo>
                      <a:pt x="950" y="0"/>
                    </a:lnTo>
                    <a:lnTo>
                      <a:pt x="0" y="24728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158" name="Google Shape;1158;p31"/>
            <p:cNvGrpSpPr/>
            <p:nvPr/>
          </p:nvGrpSpPr>
          <p:grpSpPr>
            <a:xfrm rot="1929500">
              <a:off x="386829" y="2294737"/>
              <a:ext cx="277071" cy="1927755"/>
              <a:chOff x="5771324" y="4276662"/>
              <a:chExt cx="124377" cy="865369"/>
            </a:xfrm>
          </p:grpSpPr>
          <p:sp>
            <p:nvSpPr>
              <p:cNvPr id="1159" name="Google Shape;1159;p31"/>
              <p:cNvSpPr/>
              <p:nvPr/>
            </p:nvSpPr>
            <p:spPr>
              <a:xfrm rot="10800000">
                <a:off x="587065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0" name="Google Shape;1160;p31"/>
              <p:cNvSpPr/>
              <p:nvPr/>
            </p:nvSpPr>
            <p:spPr>
              <a:xfrm rot="10800000">
                <a:off x="584586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1" name="Google Shape;1161;p31"/>
              <p:cNvSpPr/>
              <p:nvPr/>
            </p:nvSpPr>
            <p:spPr>
              <a:xfrm rot="10800000">
                <a:off x="5821075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2" name="Google Shape;1162;p31"/>
              <p:cNvSpPr/>
              <p:nvPr/>
            </p:nvSpPr>
            <p:spPr>
              <a:xfrm rot="10800000">
                <a:off x="579611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3" name="Google Shape;1163;p31"/>
              <p:cNvSpPr/>
              <p:nvPr/>
            </p:nvSpPr>
            <p:spPr>
              <a:xfrm rot="10800000">
                <a:off x="577132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4" name="Google Shape;1164;p31"/>
              <p:cNvSpPr/>
              <p:nvPr/>
            </p:nvSpPr>
            <p:spPr>
              <a:xfrm>
                <a:off x="5771324" y="5017395"/>
                <a:ext cx="124204" cy="124635"/>
              </a:xfrm>
              <a:custGeom>
                <a:avLst/>
                <a:gdLst/>
                <a:ahLst/>
                <a:cxnLst/>
                <a:rect l="l" t="t" r="r" b="b"/>
                <a:pathLst>
                  <a:path w="124204" h="124635" extrusionOk="0">
                    <a:moveTo>
                      <a:pt x="62102" y="124636"/>
                    </a:moveTo>
                    <a:cubicBezTo>
                      <a:pt x="76872" y="124636"/>
                      <a:pt x="124204" y="0"/>
                      <a:pt x="124204" y="0"/>
                    </a:cubicBezTo>
                    <a:lnTo>
                      <a:pt x="0" y="0"/>
                    </a:lnTo>
                    <a:cubicBezTo>
                      <a:pt x="0" y="0"/>
                      <a:pt x="47851" y="124636"/>
                      <a:pt x="62102" y="1246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5" name="Google Shape;1165;p31"/>
              <p:cNvSpPr/>
              <p:nvPr/>
            </p:nvSpPr>
            <p:spPr>
              <a:xfrm>
                <a:off x="5815720" y="5108691"/>
                <a:ext cx="35499" cy="33340"/>
              </a:xfrm>
              <a:custGeom>
                <a:avLst/>
                <a:gdLst/>
                <a:ahLst/>
                <a:cxnLst/>
                <a:rect l="l" t="t" r="r" b="b"/>
                <a:pathLst>
                  <a:path w="35499" h="33340" extrusionOk="0">
                    <a:moveTo>
                      <a:pt x="17706" y="0"/>
                    </a:moveTo>
                    <a:cubicBezTo>
                      <a:pt x="10797" y="0"/>
                      <a:pt x="4492" y="3887"/>
                      <a:pt x="0" y="10192"/>
                    </a:cubicBezTo>
                    <a:cubicBezTo>
                      <a:pt x="7342" y="23839"/>
                      <a:pt x="13734" y="33340"/>
                      <a:pt x="17706" y="33340"/>
                    </a:cubicBezTo>
                    <a:cubicBezTo>
                      <a:pt x="21680" y="33340"/>
                      <a:pt x="28244" y="24012"/>
                      <a:pt x="35499" y="10451"/>
                    </a:cubicBezTo>
                    <a:cubicBezTo>
                      <a:pt x="31008" y="4060"/>
                      <a:pt x="24702" y="86"/>
                      <a:pt x="17706" y="8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6" name="Google Shape;1166;p31"/>
              <p:cNvSpPr/>
              <p:nvPr/>
            </p:nvSpPr>
            <p:spPr>
              <a:xfrm rot="10800000">
                <a:off x="5771411" y="4276662"/>
                <a:ext cx="124290" cy="110470"/>
              </a:xfrm>
              <a:custGeom>
                <a:avLst/>
                <a:gdLst/>
                <a:ahLst/>
                <a:cxnLst/>
                <a:rect l="l" t="t" r="r" b="b"/>
                <a:pathLst>
                  <a:path w="124290" h="110470" extrusionOk="0">
                    <a:moveTo>
                      <a:pt x="86" y="0"/>
                    </a:moveTo>
                    <a:lnTo>
                      <a:pt x="124290" y="0"/>
                    </a:lnTo>
                    <a:lnTo>
                      <a:pt x="124290" y="88532"/>
                    </a:lnTo>
                    <a:cubicBezTo>
                      <a:pt x="124290" y="100624"/>
                      <a:pt x="114444" y="110471"/>
                      <a:pt x="102352" y="110471"/>
                    </a:cubicBezTo>
                    <a:lnTo>
                      <a:pt x="21939" y="110471"/>
                    </a:lnTo>
                    <a:cubicBezTo>
                      <a:pt x="9846" y="110471"/>
                      <a:pt x="0" y="100624"/>
                      <a:pt x="0" y="88532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167" name="Google Shape;1167;p31"/>
            <p:cNvGrpSpPr/>
            <p:nvPr/>
          </p:nvGrpSpPr>
          <p:grpSpPr>
            <a:xfrm rot="3806465">
              <a:off x="315345" y="-324542"/>
              <a:ext cx="1136027" cy="1961303"/>
              <a:chOff x="1353097" y="1651879"/>
              <a:chExt cx="906223" cy="1564556"/>
            </a:xfrm>
          </p:grpSpPr>
          <p:sp>
            <p:nvSpPr>
              <p:cNvPr id="1168" name="Google Shape;1168;p31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close/>
                    <a:moveTo>
                      <a:pt x="227420" y="846367"/>
                    </a:moveTo>
                    <a:lnTo>
                      <a:pt x="511759" y="1337224"/>
                    </a:lnTo>
                    <a:lnTo>
                      <a:pt x="227420" y="1337224"/>
                    </a:lnTo>
                    <a:lnTo>
                      <a:pt x="227420" y="8463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9" name="Google Shape;1169;p31"/>
              <p:cNvSpPr/>
              <p:nvPr/>
            </p:nvSpPr>
            <p:spPr>
              <a:xfrm>
                <a:off x="2061613" y="3109420"/>
                <a:ext cx="38867" cy="38867"/>
              </a:xfrm>
              <a:custGeom>
                <a:avLst/>
                <a:gdLst/>
                <a:ahLst/>
                <a:cxnLst/>
                <a:rect l="l" t="t" r="r" b="b"/>
                <a:pathLst>
                  <a:path w="38867" h="38867" extrusionOk="0">
                    <a:moveTo>
                      <a:pt x="38868" y="19434"/>
                    </a:moveTo>
                    <a:cubicBezTo>
                      <a:pt x="38868" y="30144"/>
                      <a:pt x="30144" y="38868"/>
                      <a:pt x="19434" y="38868"/>
                    </a:cubicBezTo>
                    <a:cubicBezTo>
                      <a:pt x="8724" y="38868"/>
                      <a:pt x="0" y="30144"/>
                      <a:pt x="0" y="19434"/>
                    </a:cubicBezTo>
                    <a:cubicBezTo>
                      <a:pt x="0" y="8724"/>
                      <a:pt x="8724" y="0"/>
                      <a:pt x="19434" y="0"/>
                    </a:cubicBezTo>
                    <a:cubicBezTo>
                      <a:pt x="30144" y="0"/>
                      <a:pt x="38868" y="8724"/>
                      <a:pt x="38868" y="194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0" name="Google Shape;1170;p31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rgbClr val="F3982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1" name="Google Shape;1171;p31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172" name="Google Shape;1172;p31"/>
              <p:cNvGrpSpPr/>
              <p:nvPr/>
            </p:nvGrpSpPr>
            <p:grpSpPr>
              <a:xfrm>
                <a:off x="1353097" y="1907975"/>
                <a:ext cx="113234" cy="1268557"/>
                <a:chOff x="1353097" y="1907975"/>
                <a:chExt cx="113234" cy="1268557"/>
              </a:xfrm>
            </p:grpSpPr>
            <p:sp>
              <p:nvSpPr>
                <p:cNvPr id="1173" name="Google Shape;1173;p31"/>
                <p:cNvSpPr/>
                <p:nvPr/>
              </p:nvSpPr>
              <p:spPr>
                <a:xfrm>
                  <a:off x="1353097" y="190797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4" name="Google Shape;1174;p31"/>
                <p:cNvSpPr/>
                <p:nvPr/>
              </p:nvSpPr>
              <p:spPr>
                <a:xfrm>
                  <a:off x="1353097" y="201291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5" name="Google Shape;1175;p31"/>
                <p:cNvSpPr/>
                <p:nvPr/>
              </p:nvSpPr>
              <p:spPr>
                <a:xfrm>
                  <a:off x="1353097" y="2117947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6" name="Google Shape;1176;p31"/>
                <p:cNvSpPr/>
                <p:nvPr/>
              </p:nvSpPr>
              <p:spPr>
                <a:xfrm>
                  <a:off x="1353097" y="2222976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7" name="Google Shape;1177;p31"/>
                <p:cNvSpPr/>
                <p:nvPr/>
              </p:nvSpPr>
              <p:spPr>
                <a:xfrm>
                  <a:off x="1353097" y="2327919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8" name="Google Shape;1178;p31"/>
                <p:cNvSpPr/>
                <p:nvPr/>
              </p:nvSpPr>
              <p:spPr>
                <a:xfrm>
                  <a:off x="1353097" y="243294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9" name="Google Shape;1179;p31"/>
                <p:cNvSpPr/>
                <p:nvPr/>
              </p:nvSpPr>
              <p:spPr>
                <a:xfrm>
                  <a:off x="1353097" y="253789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0" name="Google Shape;1180;p31"/>
                <p:cNvSpPr/>
                <p:nvPr/>
              </p:nvSpPr>
              <p:spPr>
                <a:xfrm>
                  <a:off x="1353097" y="264292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1" name="Google Shape;1181;p31"/>
                <p:cNvSpPr/>
                <p:nvPr/>
              </p:nvSpPr>
              <p:spPr>
                <a:xfrm>
                  <a:off x="1353097" y="2747950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2" name="Google Shape;1182;p31"/>
                <p:cNvSpPr/>
                <p:nvPr/>
              </p:nvSpPr>
              <p:spPr>
                <a:xfrm>
                  <a:off x="1353097" y="2852893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3" name="Google Shape;1183;p31"/>
                <p:cNvSpPr/>
                <p:nvPr/>
              </p:nvSpPr>
              <p:spPr>
                <a:xfrm>
                  <a:off x="1353097" y="2957922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4" name="Google Shape;1184;p31"/>
                <p:cNvSpPr/>
                <p:nvPr/>
              </p:nvSpPr>
              <p:spPr>
                <a:xfrm>
                  <a:off x="1353097" y="306286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5" name="Google Shape;1185;p31"/>
                <p:cNvSpPr/>
                <p:nvPr/>
              </p:nvSpPr>
              <p:spPr>
                <a:xfrm>
                  <a:off x="1353097" y="316789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1186" name="Google Shape;1186;p31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1187" name="Google Shape;1187;p31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88" name="Google Shape;1188;p31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1189" name="Google Shape;1189;p31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0" name="Google Shape;1190;p31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1" name="Google Shape;1191;p31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2" name="Google Shape;1192;p31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  <a:defRPr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  <a:defRPr/>
              </a:pPr>
              <a:t>7/29/2026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  <a:defRPr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  <a:defRPr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  <a:defRPr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A69DB2AE-89F7-E918-103D-7D0B678149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  <p:pic>
        <p:nvPicPr>
          <p:cNvPr id="7" name="Picture 6" descr="A blue and yellow logo&#10;&#10;Description automatically generated">
            <a:extLst>
              <a:ext uri="{FF2B5EF4-FFF2-40B4-BE49-F238E27FC236}">
                <a16:creationId xmlns:a16="http://schemas.microsoft.com/office/drawing/2014/main" id="{FA6AF892-0A53-8A51-2888-C23DEE39FB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2716" y="-1527859"/>
            <a:ext cx="2413391" cy="1662558"/>
          </a:xfrm>
          <a:prstGeom prst="rect">
            <a:avLst/>
          </a:prstGeom>
          <a:scene3d>
            <a:camera prst="orthographicFront"/>
            <a:lightRig rig="glow" dir="t"/>
          </a:scene3d>
          <a:sp3d prstMaterial="powder"/>
        </p:spPr>
      </p:pic>
    </p:spTree>
    <p:extLst>
      <p:ext uri="{BB962C8B-B14F-4D97-AF65-F5344CB8AC3E}">
        <p14:creationId xmlns:p14="http://schemas.microsoft.com/office/powerpoint/2010/main" val="72494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Epilogue"/>
              <a:buNone/>
              <a:defRPr sz="31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pic>
        <p:nvPicPr>
          <p:cNvPr id="3" name="Picture 2" descr="A blue and yellow logo&#10;&#10;Description automatically generated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553690" y="1719908"/>
            <a:ext cx="5825837" cy="4013353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A blue and yellow logo&#10;&#10;Description automatically generated">
            <a:extLst>
              <a:ext uri="{FF2B5EF4-FFF2-40B4-BE49-F238E27FC236}">
                <a16:creationId xmlns:a16="http://schemas.microsoft.com/office/drawing/2014/main" id="{31A70119-7EBD-086B-BCD6-BAEEC6B711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  <p:pic>
        <p:nvPicPr>
          <p:cNvPr id="13" name="Picture 12" descr="A blue and yellow logo&#10;&#10;Description automatically generated">
            <a:extLst>
              <a:ext uri="{FF2B5EF4-FFF2-40B4-BE49-F238E27FC236}">
                <a16:creationId xmlns:a16="http://schemas.microsoft.com/office/drawing/2014/main" id="{9307EA71-E970-BD01-266D-6657545A34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12716" y="-1527859"/>
            <a:ext cx="2413391" cy="1662558"/>
          </a:xfrm>
          <a:prstGeom prst="rect">
            <a:avLst/>
          </a:prstGeom>
          <a:scene3d>
            <a:camera prst="orthographicFront"/>
            <a:lightRig rig="glow" dir="t"/>
          </a:scene3d>
          <a:sp3d prstMaterial="powder"/>
        </p:spPr>
      </p:pic>
    </p:spTree>
    <p:extLst>
      <p:ext uri="{BB962C8B-B14F-4D97-AF65-F5344CB8AC3E}">
        <p14:creationId xmlns:p14="http://schemas.microsoft.com/office/powerpoint/2010/main" val="169824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audio" Target="../media/audio1.wav"/><Relationship Id="rId7" Type="http://schemas.openxmlformats.org/officeDocument/2006/relationships/image" Target="../media/image10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3.sv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audio" Target="../media/audio2.wav"/><Relationship Id="rId9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audio" Target="../media/audio1.wav"/><Relationship Id="rId7" Type="http://schemas.openxmlformats.org/officeDocument/2006/relationships/image" Target="../media/image10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3.sv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audio" Target="../media/audio2.wav"/><Relationship Id="rId9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audio" Target="../media/audio1.wav"/><Relationship Id="rId7" Type="http://schemas.openxmlformats.org/officeDocument/2006/relationships/image" Target="../media/image10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3.sv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audio" Target="../media/audio2.wav"/><Relationship Id="rId9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audio" Target="../media/audio1.wav"/><Relationship Id="rId7" Type="http://schemas.openxmlformats.org/officeDocument/2006/relationships/image" Target="../media/image10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3.sv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audio" Target="../media/audio2.wav"/><Relationship Id="rId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468;p35"/>
          <p:cNvSpPr txBox="1">
            <a:spLocks noGrp="1"/>
          </p:cNvSpPr>
          <p:nvPr>
            <p:ph type="ctrTitle"/>
          </p:nvPr>
        </p:nvSpPr>
        <p:spPr>
          <a:xfrm>
            <a:off x="666424" y="388298"/>
            <a:ext cx="7211273" cy="36527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Chapter 1: </a:t>
            </a:r>
            <a:br>
              <a:rPr lang="en-US" sz="32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Rational Numbers</a:t>
            </a:r>
            <a:b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Lesson 3: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US" sz="32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Adding &amp; Subtracting Rational Numbers</a:t>
            </a:r>
            <a:endParaRPr sz="32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06" name="Google Shape;1206;p35"/>
          <p:cNvGrpSpPr/>
          <p:nvPr/>
        </p:nvGrpSpPr>
        <p:grpSpPr>
          <a:xfrm rot="1577928">
            <a:off x="3511044" y="4265309"/>
            <a:ext cx="1486169" cy="1751386"/>
            <a:chOff x="8034810" y="4372104"/>
            <a:chExt cx="567728" cy="669043"/>
          </a:xfrm>
        </p:grpSpPr>
        <p:sp>
          <p:nvSpPr>
            <p:cNvPr id="1207" name="Google Shape;1207;p35"/>
            <p:cNvSpPr/>
            <p:nvPr/>
          </p:nvSpPr>
          <p:spPr>
            <a:xfrm>
              <a:off x="8034810" y="4372104"/>
              <a:ext cx="567728" cy="669043"/>
            </a:xfrm>
            <a:custGeom>
              <a:avLst/>
              <a:gdLst/>
              <a:ahLst/>
              <a:cxnLst/>
              <a:rect l="l" t="t" r="r" b="b"/>
              <a:pathLst>
                <a:path w="567728" h="669043" extrusionOk="0">
                  <a:moveTo>
                    <a:pt x="531279" y="0"/>
                  </a:moveTo>
                  <a:cubicBezTo>
                    <a:pt x="551409" y="0"/>
                    <a:pt x="567728" y="16319"/>
                    <a:pt x="567728" y="36449"/>
                  </a:cubicBezTo>
                  <a:lnTo>
                    <a:pt x="567728" y="632594"/>
                  </a:lnTo>
                  <a:cubicBezTo>
                    <a:pt x="567728" y="652725"/>
                    <a:pt x="551409" y="669043"/>
                    <a:pt x="531279" y="669043"/>
                  </a:cubicBezTo>
                  <a:lnTo>
                    <a:pt x="36449" y="669043"/>
                  </a:lnTo>
                  <a:cubicBezTo>
                    <a:pt x="16319" y="669043"/>
                    <a:pt x="0" y="652725"/>
                    <a:pt x="0" y="632594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208" name="Google Shape;1208;p35"/>
            <p:cNvGrpSpPr/>
            <p:nvPr/>
          </p:nvGrpSpPr>
          <p:grpSpPr>
            <a:xfrm>
              <a:off x="8094493" y="4438697"/>
              <a:ext cx="448447" cy="535857"/>
              <a:chOff x="8094493" y="4438697"/>
              <a:chExt cx="448447" cy="535857"/>
            </a:xfrm>
          </p:grpSpPr>
          <p:sp>
            <p:nvSpPr>
              <p:cNvPr id="1209" name="Google Shape;1209;p35"/>
              <p:cNvSpPr/>
              <p:nvPr/>
            </p:nvSpPr>
            <p:spPr>
              <a:xfrm>
                <a:off x="8094493" y="4438697"/>
                <a:ext cx="448447" cy="128349"/>
              </a:xfrm>
              <a:custGeom>
                <a:avLst/>
                <a:gdLst/>
                <a:ahLst/>
                <a:cxnLst/>
                <a:rect l="l" t="t" r="r" b="b"/>
                <a:pathLst>
                  <a:path w="448447" h="128349" extrusionOk="0">
                    <a:moveTo>
                      <a:pt x="415885" y="0"/>
                    </a:moveTo>
                    <a:cubicBezTo>
                      <a:pt x="433869" y="0"/>
                      <a:pt x="448448" y="14579"/>
                      <a:pt x="448448" y="32563"/>
                    </a:cubicBezTo>
                    <a:lnTo>
                      <a:pt x="448448" y="95788"/>
                    </a:lnTo>
                    <a:cubicBezTo>
                      <a:pt x="448448" y="113771"/>
                      <a:pt x="433869" y="128351"/>
                      <a:pt x="415885" y="128351"/>
                    </a:cubicBezTo>
                    <a:lnTo>
                      <a:pt x="32563" y="128351"/>
                    </a:lnTo>
                    <a:cubicBezTo>
                      <a:pt x="14579" y="128351"/>
                      <a:pt x="0" y="113772"/>
                      <a:pt x="0" y="95788"/>
                    </a:cubicBezTo>
                    <a:lnTo>
                      <a:pt x="0" y="32563"/>
                    </a:lnTo>
                    <a:cubicBezTo>
                      <a:pt x="0" y="14579"/>
                      <a:pt x="14579" y="0"/>
                      <a:pt x="325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0" name="Google Shape;1210;p35"/>
              <p:cNvSpPr/>
              <p:nvPr/>
            </p:nvSpPr>
            <p:spPr>
              <a:xfrm>
                <a:off x="8094493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1" name="Google Shape;1211;p35"/>
              <p:cNvSpPr/>
              <p:nvPr/>
            </p:nvSpPr>
            <p:spPr>
              <a:xfrm>
                <a:off x="8214551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2" name="Google Shape;1212;p35"/>
              <p:cNvSpPr/>
              <p:nvPr/>
            </p:nvSpPr>
            <p:spPr>
              <a:xfrm>
                <a:off x="8334696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3" name="Google Shape;1213;p35"/>
              <p:cNvSpPr/>
              <p:nvPr/>
            </p:nvSpPr>
            <p:spPr>
              <a:xfrm>
                <a:off x="8454754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4" name="Google Shape;1214;p35"/>
              <p:cNvSpPr/>
              <p:nvPr/>
            </p:nvSpPr>
            <p:spPr>
              <a:xfrm>
                <a:off x="8094493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5" name="Google Shape;1215;p35"/>
              <p:cNvSpPr/>
              <p:nvPr/>
            </p:nvSpPr>
            <p:spPr>
              <a:xfrm>
                <a:off x="8214551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6" name="Google Shape;1216;p35"/>
              <p:cNvSpPr/>
              <p:nvPr/>
            </p:nvSpPr>
            <p:spPr>
              <a:xfrm>
                <a:off x="8334696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7" name="Google Shape;1217;p35"/>
              <p:cNvSpPr/>
              <p:nvPr/>
            </p:nvSpPr>
            <p:spPr>
              <a:xfrm>
                <a:off x="8454754" y="4753872"/>
                <a:ext cx="88100" cy="220682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220682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220683"/>
                    </a:lnTo>
                    <a:lnTo>
                      <a:pt x="0" y="2206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8" name="Google Shape;1218;p35"/>
              <p:cNvSpPr/>
              <p:nvPr/>
            </p:nvSpPr>
            <p:spPr>
              <a:xfrm>
                <a:off x="8094493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9" name="Google Shape;1219;p35"/>
              <p:cNvSpPr/>
              <p:nvPr/>
            </p:nvSpPr>
            <p:spPr>
              <a:xfrm>
                <a:off x="8214551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0" name="Google Shape;1220;p35"/>
              <p:cNvSpPr/>
              <p:nvPr/>
            </p:nvSpPr>
            <p:spPr>
              <a:xfrm>
                <a:off x="8334696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221" name="Google Shape;1221;p35"/>
          <p:cNvGrpSpPr/>
          <p:nvPr/>
        </p:nvGrpSpPr>
        <p:grpSpPr>
          <a:xfrm rot="-996566">
            <a:off x="7378879" y="3176706"/>
            <a:ext cx="1625396" cy="959531"/>
            <a:chOff x="7008442" y="6231192"/>
            <a:chExt cx="1035004" cy="611001"/>
          </a:xfrm>
        </p:grpSpPr>
        <p:sp>
          <p:nvSpPr>
            <p:cNvPr id="1222" name="Google Shape;1222;p35"/>
            <p:cNvSpPr/>
            <p:nvPr/>
          </p:nvSpPr>
          <p:spPr>
            <a:xfrm>
              <a:off x="7008614" y="6231192"/>
              <a:ext cx="1034832" cy="610914"/>
            </a:xfrm>
            <a:custGeom>
              <a:avLst/>
              <a:gdLst/>
              <a:ahLst/>
              <a:cxnLst/>
              <a:rect l="l" t="t" r="r" b="b"/>
              <a:pathLst>
                <a:path w="1034832" h="610914" extrusionOk="0">
                  <a:moveTo>
                    <a:pt x="517373" y="0"/>
                  </a:moveTo>
                  <a:cubicBezTo>
                    <a:pt x="231652" y="0"/>
                    <a:pt x="0" y="231652"/>
                    <a:pt x="0" y="517373"/>
                  </a:cubicBezTo>
                  <a:lnTo>
                    <a:pt x="0" y="610915"/>
                  </a:lnTo>
                  <a:lnTo>
                    <a:pt x="1034832" y="610915"/>
                  </a:lnTo>
                  <a:lnTo>
                    <a:pt x="1034832" y="517373"/>
                  </a:lnTo>
                  <a:cubicBezTo>
                    <a:pt x="1034832" y="231652"/>
                    <a:pt x="803181" y="0"/>
                    <a:pt x="517460" y="0"/>
                  </a:cubicBezTo>
                  <a:close/>
                  <a:moveTo>
                    <a:pt x="517373" y="501308"/>
                  </a:moveTo>
                  <a:cubicBezTo>
                    <a:pt x="502863" y="501308"/>
                    <a:pt x="491030" y="489561"/>
                    <a:pt x="491030" y="474964"/>
                  </a:cubicBezTo>
                  <a:cubicBezTo>
                    <a:pt x="491030" y="460367"/>
                    <a:pt x="502776" y="448620"/>
                    <a:pt x="517373" y="448620"/>
                  </a:cubicBezTo>
                  <a:cubicBezTo>
                    <a:pt x="531970" y="448620"/>
                    <a:pt x="543717" y="460367"/>
                    <a:pt x="543717" y="474964"/>
                  </a:cubicBezTo>
                  <a:cubicBezTo>
                    <a:pt x="543717" y="489561"/>
                    <a:pt x="531970" y="501308"/>
                    <a:pt x="517373" y="501308"/>
                  </a:cubicBezTo>
                  <a:close/>
                  <a:moveTo>
                    <a:pt x="609446" y="474964"/>
                  </a:moveTo>
                  <a:cubicBezTo>
                    <a:pt x="609446" y="424091"/>
                    <a:pt x="568247" y="382891"/>
                    <a:pt x="517373" y="382891"/>
                  </a:cubicBezTo>
                  <a:cubicBezTo>
                    <a:pt x="466500" y="382891"/>
                    <a:pt x="425300" y="424091"/>
                    <a:pt x="425300" y="474964"/>
                  </a:cubicBezTo>
                  <a:lnTo>
                    <a:pt x="138283" y="474964"/>
                  </a:lnTo>
                  <a:cubicBezTo>
                    <a:pt x="159444" y="284512"/>
                    <a:pt x="321393" y="135864"/>
                    <a:pt x="517460" y="135864"/>
                  </a:cubicBezTo>
                  <a:cubicBezTo>
                    <a:pt x="713526" y="135864"/>
                    <a:pt x="875475" y="284512"/>
                    <a:pt x="896636" y="474964"/>
                  </a:cubicBezTo>
                  <a:lnTo>
                    <a:pt x="609619" y="47496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7008614" y="6748652"/>
              <a:ext cx="65729" cy="8637"/>
            </a:xfrm>
            <a:custGeom>
              <a:avLst/>
              <a:gdLst/>
              <a:ahLst/>
              <a:cxnLst/>
              <a:rect l="l" t="t" r="r" b="b"/>
              <a:pathLst>
                <a:path w="65729" h="8637" extrusionOk="0">
                  <a:moveTo>
                    <a:pt x="0" y="0"/>
                  </a:moveTo>
                  <a:lnTo>
                    <a:pt x="65730" y="0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7016474" y="6658824"/>
              <a:ext cx="64779" cy="11401"/>
            </a:xfrm>
            <a:custGeom>
              <a:avLst/>
              <a:gdLst/>
              <a:ahLst/>
              <a:cxnLst/>
              <a:rect l="l" t="t" r="r" b="b"/>
              <a:pathLst>
                <a:path w="64779" h="11401" extrusionOk="0">
                  <a:moveTo>
                    <a:pt x="0" y="0"/>
                  </a:moveTo>
                  <a:lnTo>
                    <a:pt x="64780" y="11401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7039795" y="6571674"/>
              <a:ext cx="61842" cy="22456"/>
            </a:xfrm>
            <a:custGeom>
              <a:avLst/>
              <a:gdLst/>
              <a:ahLst/>
              <a:cxnLst/>
              <a:rect l="l" t="t" r="r" b="b"/>
              <a:pathLst>
                <a:path w="61842" h="22456" extrusionOk="0">
                  <a:moveTo>
                    <a:pt x="0" y="0"/>
                  </a:moveTo>
                  <a:lnTo>
                    <a:pt x="61843" y="224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7077885" y="6489965"/>
              <a:ext cx="57006" cy="32821"/>
            </a:xfrm>
            <a:custGeom>
              <a:avLst/>
              <a:gdLst/>
              <a:ahLst/>
              <a:cxnLst/>
              <a:rect l="l" t="t" r="r" b="b"/>
              <a:pathLst>
                <a:path w="57006" h="32821" extrusionOk="0">
                  <a:moveTo>
                    <a:pt x="0" y="0"/>
                  </a:moveTo>
                  <a:lnTo>
                    <a:pt x="57006" y="32822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7129623" y="6416030"/>
              <a:ext cx="50441" cy="42322"/>
            </a:xfrm>
            <a:custGeom>
              <a:avLst/>
              <a:gdLst/>
              <a:ahLst/>
              <a:cxnLst/>
              <a:rect l="l" t="t" r="r" b="b"/>
              <a:pathLst>
                <a:path w="50441" h="42322" extrusionOk="0">
                  <a:moveTo>
                    <a:pt x="0" y="0"/>
                  </a:moveTo>
                  <a:lnTo>
                    <a:pt x="50442" y="4232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7193452" y="6352287"/>
              <a:ext cx="42236" cy="50355"/>
            </a:xfrm>
            <a:custGeom>
              <a:avLst/>
              <a:gdLst/>
              <a:ahLst/>
              <a:cxnLst/>
              <a:rect l="l" t="t" r="r" b="b"/>
              <a:pathLst>
                <a:path w="42236" h="50355" extrusionOk="0">
                  <a:moveTo>
                    <a:pt x="0" y="0"/>
                  </a:moveTo>
                  <a:lnTo>
                    <a:pt x="42236" y="5035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7267301" y="6300549"/>
              <a:ext cx="32908" cy="57006"/>
            </a:xfrm>
            <a:custGeom>
              <a:avLst/>
              <a:gdLst/>
              <a:ahLst/>
              <a:cxnLst/>
              <a:rect l="l" t="t" r="r" b="b"/>
              <a:pathLst>
                <a:path w="32908" h="57006" extrusionOk="0">
                  <a:moveTo>
                    <a:pt x="0" y="0"/>
                  </a:moveTo>
                  <a:lnTo>
                    <a:pt x="32908" y="5700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7349010" y="6262459"/>
              <a:ext cx="22543" cy="61756"/>
            </a:xfrm>
            <a:custGeom>
              <a:avLst/>
              <a:gdLst/>
              <a:ahLst/>
              <a:cxnLst/>
              <a:rect l="l" t="t" r="r" b="b"/>
              <a:pathLst>
                <a:path w="22543" h="61756" extrusionOk="0">
                  <a:moveTo>
                    <a:pt x="0" y="0"/>
                  </a:moveTo>
                  <a:lnTo>
                    <a:pt x="22543" y="617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1" name="Google Shape;1231;p35"/>
            <p:cNvSpPr/>
            <p:nvPr/>
          </p:nvSpPr>
          <p:spPr>
            <a:xfrm>
              <a:off x="7436160" y="6239138"/>
              <a:ext cx="11401" cy="64693"/>
            </a:xfrm>
            <a:custGeom>
              <a:avLst/>
              <a:gdLst/>
              <a:ahLst/>
              <a:cxnLst/>
              <a:rect l="l" t="t" r="r" b="b"/>
              <a:pathLst>
                <a:path w="11401" h="64693" extrusionOk="0">
                  <a:moveTo>
                    <a:pt x="0" y="0"/>
                  </a:moveTo>
                  <a:lnTo>
                    <a:pt x="11401" y="6469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7525987" y="6231192"/>
              <a:ext cx="8637" cy="65816"/>
            </a:xfrm>
            <a:custGeom>
              <a:avLst/>
              <a:gdLst/>
              <a:ahLst/>
              <a:cxnLst/>
              <a:rect l="l" t="t" r="r" b="b"/>
              <a:pathLst>
                <a:path w="8637" h="65816" extrusionOk="0">
                  <a:moveTo>
                    <a:pt x="0" y="0"/>
                  </a:moveTo>
                  <a:lnTo>
                    <a:pt x="0" y="6581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3" name="Google Shape;1233;p35"/>
            <p:cNvSpPr/>
            <p:nvPr/>
          </p:nvSpPr>
          <p:spPr>
            <a:xfrm>
              <a:off x="7604414" y="6239138"/>
              <a:ext cx="11401" cy="64693"/>
            </a:xfrm>
            <a:custGeom>
              <a:avLst/>
              <a:gdLst/>
              <a:ahLst/>
              <a:cxnLst/>
              <a:rect l="l" t="t" r="r" b="b"/>
              <a:pathLst>
                <a:path w="11401" h="64693" extrusionOk="0">
                  <a:moveTo>
                    <a:pt x="11401" y="0"/>
                  </a:moveTo>
                  <a:lnTo>
                    <a:pt x="0" y="6469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7680422" y="6262459"/>
              <a:ext cx="22543" cy="61756"/>
            </a:xfrm>
            <a:custGeom>
              <a:avLst/>
              <a:gdLst/>
              <a:ahLst/>
              <a:cxnLst/>
              <a:rect l="l" t="t" r="r" b="b"/>
              <a:pathLst>
                <a:path w="22543" h="61756" extrusionOk="0">
                  <a:moveTo>
                    <a:pt x="22543" y="0"/>
                  </a:moveTo>
                  <a:lnTo>
                    <a:pt x="0" y="617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7751852" y="6300549"/>
              <a:ext cx="32821" cy="57006"/>
            </a:xfrm>
            <a:custGeom>
              <a:avLst/>
              <a:gdLst/>
              <a:ahLst/>
              <a:cxnLst/>
              <a:rect l="l" t="t" r="r" b="b"/>
              <a:pathLst>
                <a:path w="32821" h="57006" extrusionOk="0">
                  <a:moveTo>
                    <a:pt x="32822" y="0"/>
                  </a:moveTo>
                  <a:lnTo>
                    <a:pt x="0" y="5700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7816286" y="6352287"/>
              <a:ext cx="42322" cy="50355"/>
            </a:xfrm>
            <a:custGeom>
              <a:avLst/>
              <a:gdLst/>
              <a:ahLst/>
              <a:cxnLst/>
              <a:rect l="l" t="t" r="r" b="b"/>
              <a:pathLst>
                <a:path w="42322" h="50355" extrusionOk="0">
                  <a:moveTo>
                    <a:pt x="42323" y="0"/>
                  </a:moveTo>
                  <a:lnTo>
                    <a:pt x="0" y="5035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7871997" y="6416030"/>
              <a:ext cx="50355" cy="42322"/>
            </a:xfrm>
            <a:custGeom>
              <a:avLst/>
              <a:gdLst/>
              <a:ahLst/>
              <a:cxnLst/>
              <a:rect l="l" t="t" r="r" b="b"/>
              <a:pathLst>
                <a:path w="50355" h="42322" extrusionOk="0">
                  <a:moveTo>
                    <a:pt x="50355" y="0"/>
                  </a:moveTo>
                  <a:lnTo>
                    <a:pt x="0" y="4232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7917083" y="6489965"/>
              <a:ext cx="57006" cy="32821"/>
            </a:xfrm>
            <a:custGeom>
              <a:avLst/>
              <a:gdLst/>
              <a:ahLst/>
              <a:cxnLst/>
              <a:rect l="l" t="t" r="r" b="b"/>
              <a:pathLst>
                <a:path w="57006" h="32821" extrusionOk="0">
                  <a:moveTo>
                    <a:pt x="57006" y="0"/>
                  </a:moveTo>
                  <a:lnTo>
                    <a:pt x="0" y="32822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7950423" y="6571674"/>
              <a:ext cx="61756" cy="22456"/>
            </a:xfrm>
            <a:custGeom>
              <a:avLst/>
              <a:gdLst/>
              <a:ahLst/>
              <a:cxnLst/>
              <a:rect l="l" t="t" r="r" b="b"/>
              <a:pathLst>
                <a:path w="61756" h="22456" extrusionOk="0">
                  <a:moveTo>
                    <a:pt x="61756" y="0"/>
                  </a:moveTo>
                  <a:lnTo>
                    <a:pt x="0" y="224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7970807" y="6658824"/>
              <a:ext cx="64693" cy="11401"/>
            </a:xfrm>
            <a:custGeom>
              <a:avLst/>
              <a:gdLst/>
              <a:ahLst/>
              <a:cxnLst/>
              <a:rect l="l" t="t" r="r" b="b"/>
              <a:pathLst>
                <a:path w="64693" h="11401" extrusionOk="0">
                  <a:moveTo>
                    <a:pt x="64693" y="0"/>
                  </a:moveTo>
                  <a:lnTo>
                    <a:pt x="0" y="11401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7977631" y="6748652"/>
              <a:ext cx="65729" cy="8637"/>
            </a:xfrm>
            <a:custGeom>
              <a:avLst/>
              <a:gdLst/>
              <a:ahLst/>
              <a:cxnLst/>
              <a:rect l="l" t="t" r="r" b="b"/>
              <a:pathLst>
                <a:path w="65729" h="8637" extrusionOk="0">
                  <a:moveTo>
                    <a:pt x="65730" y="0"/>
                  </a:moveTo>
                  <a:lnTo>
                    <a:pt x="0" y="0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7008442" y="6231279"/>
              <a:ext cx="1034832" cy="610914"/>
            </a:xfrm>
            <a:custGeom>
              <a:avLst/>
              <a:gdLst/>
              <a:ahLst/>
              <a:cxnLst/>
              <a:rect l="l" t="t" r="r" b="b"/>
              <a:pathLst>
                <a:path w="1034832" h="610914" extrusionOk="0">
                  <a:moveTo>
                    <a:pt x="517546" y="26257"/>
                  </a:moveTo>
                  <a:cubicBezTo>
                    <a:pt x="788324" y="26257"/>
                    <a:pt x="1008661" y="246594"/>
                    <a:pt x="1008661" y="517373"/>
                  </a:cubicBezTo>
                  <a:lnTo>
                    <a:pt x="1008661" y="584571"/>
                  </a:lnTo>
                  <a:lnTo>
                    <a:pt x="26430" y="584571"/>
                  </a:lnTo>
                  <a:lnTo>
                    <a:pt x="26430" y="517373"/>
                  </a:lnTo>
                  <a:cubicBezTo>
                    <a:pt x="26430" y="246594"/>
                    <a:pt x="246767" y="26257"/>
                    <a:pt x="517546" y="26257"/>
                  </a:cubicBezTo>
                  <a:moveTo>
                    <a:pt x="109002" y="501308"/>
                  </a:moveTo>
                  <a:lnTo>
                    <a:pt x="451730" y="501308"/>
                  </a:lnTo>
                  <a:lnTo>
                    <a:pt x="451730" y="474964"/>
                  </a:lnTo>
                  <a:cubicBezTo>
                    <a:pt x="451730" y="438687"/>
                    <a:pt x="481269" y="409234"/>
                    <a:pt x="517459" y="409234"/>
                  </a:cubicBezTo>
                  <a:cubicBezTo>
                    <a:pt x="553649" y="409234"/>
                    <a:pt x="583189" y="438774"/>
                    <a:pt x="583189" y="474964"/>
                  </a:cubicBezTo>
                  <a:lnTo>
                    <a:pt x="583189" y="501308"/>
                  </a:lnTo>
                  <a:lnTo>
                    <a:pt x="925916" y="501308"/>
                  </a:lnTo>
                  <a:lnTo>
                    <a:pt x="922634" y="472113"/>
                  </a:lnTo>
                  <a:cubicBezTo>
                    <a:pt x="899659" y="265423"/>
                    <a:pt x="725445" y="109607"/>
                    <a:pt x="517373" y="109607"/>
                  </a:cubicBezTo>
                  <a:cubicBezTo>
                    <a:pt x="309301" y="109607"/>
                    <a:pt x="135001" y="265423"/>
                    <a:pt x="112112" y="472113"/>
                  </a:cubicBezTo>
                  <a:lnTo>
                    <a:pt x="108830" y="501308"/>
                  </a:lnTo>
                  <a:moveTo>
                    <a:pt x="517373" y="527652"/>
                  </a:moveTo>
                  <a:cubicBezTo>
                    <a:pt x="546394" y="527652"/>
                    <a:pt x="569974" y="504072"/>
                    <a:pt x="569974" y="475050"/>
                  </a:cubicBezTo>
                  <a:cubicBezTo>
                    <a:pt x="569974" y="446029"/>
                    <a:pt x="546394" y="422449"/>
                    <a:pt x="517373" y="422449"/>
                  </a:cubicBezTo>
                  <a:cubicBezTo>
                    <a:pt x="488352" y="422449"/>
                    <a:pt x="464772" y="446029"/>
                    <a:pt x="464772" y="475050"/>
                  </a:cubicBezTo>
                  <a:cubicBezTo>
                    <a:pt x="464772" y="504072"/>
                    <a:pt x="488352" y="527652"/>
                    <a:pt x="517373" y="527652"/>
                  </a:cubicBezTo>
                  <a:moveTo>
                    <a:pt x="517373" y="0"/>
                  </a:moveTo>
                  <a:cubicBezTo>
                    <a:pt x="231652" y="0"/>
                    <a:pt x="0" y="231652"/>
                    <a:pt x="0" y="517373"/>
                  </a:cubicBezTo>
                  <a:lnTo>
                    <a:pt x="0" y="610915"/>
                  </a:lnTo>
                  <a:lnTo>
                    <a:pt x="1034832" y="610915"/>
                  </a:lnTo>
                  <a:lnTo>
                    <a:pt x="1034832" y="517373"/>
                  </a:lnTo>
                  <a:cubicBezTo>
                    <a:pt x="1034832" y="231652"/>
                    <a:pt x="803181" y="0"/>
                    <a:pt x="517459" y="0"/>
                  </a:cubicBezTo>
                  <a:lnTo>
                    <a:pt x="517459" y="0"/>
                  </a:lnTo>
                  <a:close/>
                  <a:moveTo>
                    <a:pt x="138196" y="475050"/>
                  </a:moveTo>
                  <a:cubicBezTo>
                    <a:pt x="159358" y="284598"/>
                    <a:pt x="321307" y="135951"/>
                    <a:pt x="517373" y="135951"/>
                  </a:cubicBezTo>
                  <a:cubicBezTo>
                    <a:pt x="713439" y="135951"/>
                    <a:pt x="875388" y="284598"/>
                    <a:pt x="896550" y="475050"/>
                  </a:cubicBezTo>
                  <a:lnTo>
                    <a:pt x="609533" y="475050"/>
                  </a:lnTo>
                  <a:cubicBezTo>
                    <a:pt x="609533" y="424177"/>
                    <a:pt x="568333" y="382977"/>
                    <a:pt x="517459" y="382977"/>
                  </a:cubicBezTo>
                  <a:cubicBezTo>
                    <a:pt x="466585" y="382977"/>
                    <a:pt x="425386" y="424177"/>
                    <a:pt x="425386" y="475050"/>
                  </a:cubicBezTo>
                  <a:lnTo>
                    <a:pt x="138369" y="475050"/>
                  </a:lnTo>
                  <a:close/>
                  <a:moveTo>
                    <a:pt x="517373" y="501394"/>
                  </a:moveTo>
                  <a:cubicBezTo>
                    <a:pt x="502862" y="501394"/>
                    <a:pt x="491029" y="489647"/>
                    <a:pt x="491029" y="475050"/>
                  </a:cubicBezTo>
                  <a:cubicBezTo>
                    <a:pt x="491029" y="460453"/>
                    <a:pt x="502776" y="448707"/>
                    <a:pt x="517373" y="448707"/>
                  </a:cubicBezTo>
                  <a:cubicBezTo>
                    <a:pt x="531970" y="448707"/>
                    <a:pt x="543717" y="460453"/>
                    <a:pt x="543717" y="475050"/>
                  </a:cubicBezTo>
                  <a:cubicBezTo>
                    <a:pt x="543717" y="489647"/>
                    <a:pt x="531970" y="501394"/>
                    <a:pt x="517373" y="501394"/>
                  </a:cubicBezTo>
                  <a:lnTo>
                    <a:pt x="517373" y="501394"/>
                  </a:lnTo>
                  <a:close/>
                </a:path>
              </a:pathLst>
            </a:custGeom>
            <a:solidFill>
              <a:srgbClr val="05135F">
                <a:alpha val="120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7118567" y="6338640"/>
              <a:ext cx="815013" cy="364493"/>
            </a:xfrm>
            <a:custGeom>
              <a:avLst/>
              <a:gdLst/>
              <a:ahLst/>
              <a:cxnLst/>
              <a:rect l="l" t="t" r="r" b="b"/>
              <a:pathLst>
                <a:path w="815013" h="364493" extrusionOk="0">
                  <a:moveTo>
                    <a:pt x="0" y="364493"/>
                  </a:moveTo>
                  <a:cubicBezTo>
                    <a:pt x="11055" y="264992"/>
                    <a:pt x="58388" y="173005"/>
                    <a:pt x="133273" y="105461"/>
                  </a:cubicBezTo>
                  <a:cubicBezTo>
                    <a:pt x="208676" y="37486"/>
                    <a:pt x="306105" y="0"/>
                    <a:pt x="407507" y="0"/>
                  </a:cubicBezTo>
                  <a:cubicBezTo>
                    <a:pt x="508908" y="0"/>
                    <a:pt x="606251" y="37486"/>
                    <a:pt x="681740" y="105461"/>
                  </a:cubicBezTo>
                  <a:cubicBezTo>
                    <a:pt x="756625" y="172919"/>
                    <a:pt x="803958" y="264905"/>
                    <a:pt x="815014" y="364493"/>
                  </a:cubicBez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44" name="Google Shape;1244;p35"/>
          <p:cNvGrpSpPr/>
          <p:nvPr/>
        </p:nvGrpSpPr>
        <p:grpSpPr>
          <a:xfrm rot="3191849">
            <a:off x="6118256" y="503596"/>
            <a:ext cx="123836" cy="861604"/>
            <a:chOff x="5771324" y="4276662"/>
            <a:chExt cx="124377" cy="865369"/>
          </a:xfrm>
        </p:grpSpPr>
        <p:sp>
          <p:nvSpPr>
            <p:cNvPr id="1245" name="Google Shape;1245;p35"/>
            <p:cNvSpPr/>
            <p:nvPr/>
          </p:nvSpPr>
          <p:spPr>
            <a:xfrm rot="10800000">
              <a:off x="5870653" y="4320367"/>
              <a:ext cx="24875" cy="697028"/>
            </a:xfrm>
            <a:custGeom>
              <a:avLst/>
              <a:gdLst/>
              <a:ahLst/>
              <a:cxnLst/>
              <a:rect l="l" t="t" r="r" b="b"/>
              <a:pathLst>
                <a:path w="24875" h="697028" extrusionOk="0">
                  <a:moveTo>
                    <a:pt x="0" y="0"/>
                  </a:moveTo>
                  <a:lnTo>
                    <a:pt x="24875" y="0"/>
                  </a:lnTo>
                  <a:lnTo>
                    <a:pt x="24875" y="697029"/>
                  </a:lnTo>
                  <a:lnTo>
                    <a:pt x="0" y="69702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6" name="Google Shape;1246;p35"/>
            <p:cNvSpPr/>
            <p:nvPr/>
          </p:nvSpPr>
          <p:spPr>
            <a:xfrm rot="10800000">
              <a:off x="5845864" y="4320367"/>
              <a:ext cx="24875" cy="697028"/>
            </a:xfrm>
            <a:custGeom>
              <a:avLst/>
              <a:gdLst/>
              <a:ahLst/>
              <a:cxnLst/>
              <a:rect l="l" t="t" r="r" b="b"/>
              <a:pathLst>
                <a:path w="24875" h="697028" extrusionOk="0">
                  <a:moveTo>
                    <a:pt x="0" y="0"/>
                  </a:moveTo>
                  <a:lnTo>
                    <a:pt x="24875" y="0"/>
                  </a:lnTo>
                  <a:lnTo>
                    <a:pt x="24875" y="697029"/>
                  </a:lnTo>
                  <a:lnTo>
                    <a:pt x="0" y="69702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7" name="Google Shape;1247;p35"/>
            <p:cNvSpPr/>
            <p:nvPr/>
          </p:nvSpPr>
          <p:spPr>
            <a:xfrm rot="10800000">
              <a:off x="5821075" y="4320367"/>
              <a:ext cx="24875" cy="697028"/>
            </a:xfrm>
            <a:custGeom>
              <a:avLst/>
              <a:gdLst/>
              <a:ahLst/>
              <a:cxnLst/>
              <a:rect l="l" t="t" r="r" b="b"/>
              <a:pathLst>
                <a:path w="24875" h="697028" extrusionOk="0">
                  <a:moveTo>
                    <a:pt x="0" y="0"/>
                  </a:moveTo>
                  <a:lnTo>
                    <a:pt x="24875" y="0"/>
                  </a:lnTo>
                  <a:lnTo>
                    <a:pt x="24875" y="697029"/>
                  </a:lnTo>
                  <a:lnTo>
                    <a:pt x="0" y="69702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8" name="Google Shape;1248;p35"/>
            <p:cNvSpPr/>
            <p:nvPr/>
          </p:nvSpPr>
          <p:spPr>
            <a:xfrm rot="10800000">
              <a:off x="5796113" y="4320367"/>
              <a:ext cx="24875" cy="697028"/>
            </a:xfrm>
            <a:custGeom>
              <a:avLst/>
              <a:gdLst/>
              <a:ahLst/>
              <a:cxnLst/>
              <a:rect l="l" t="t" r="r" b="b"/>
              <a:pathLst>
                <a:path w="24875" h="697028" extrusionOk="0">
                  <a:moveTo>
                    <a:pt x="0" y="0"/>
                  </a:moveTo>
                  <a:lnTo>
                    <a:pt x="24875" y="0"/>
                  </a:lnTo>
                  <a:lnTo>
                    <a:pt x="24875" y="697029"/>
                  </a:lnTo>
                  <a:lnTo>
                    <a:pt x="0" y="69702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9" name="Google Shape;1249;p35"/>
            <p:cNvSpPr/>
            <p:nvPr/>
          </p:nvSpPr>
          <p:spPr>
            <a:xfrm rot="10800000">
              <a:off x="5771324" y="4320367"/>
              <a:ext cx="24875" cy="697028"/>
            </a:xfrm>
            <a:custGeom>
              <a:avLst/>
              <a:gdLst/>
              <a:ahLst/>
              <a:cxnLst/>
              <a:rect l="l" t="t" r="r" b="b"/>
              <a:pathLst>
                <a:path w="24875" h="697028" extrusionOk="0">
                  <a:moveTo>
                    <a:pt x="0" y="0"/>
                  </a:moveTo>
                  <a:lnTo>
                    <a:pt x="24875" y="0"/>
                  </a:lnTo>
                  <a:lnTo>
                    <a:pt x="24875" y="697029"/>
                  </a:lnTo>
                  <a:lnTo>
                    <a:pt x="0" y="69702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5771324" y="5017395"/>
              <a:ext cx="124204" cy="124635"/>
            </a:xfrm>
            <a:custGeom>
              <a:avLst/>
              <a:gdLst/>
              <a:ahLst/>
              <a:cxnLst/>
              <a:rect l="l" t="t" r="r" b="b"/>
              <a:pathLst>
                <a:path w="124204" h="124635" extrusionOk="0">
                  <a:moveTo>
                    <a:pt x="62102" y="124636"/>
                  </a:moveTo>
                  <a:cubicBezTo>
                    <a:pt x="76872" y="124636"/>
                    <a:pt x="124204" y="0"/>
                    <a:pt x="124204" y="0"/>
                  </a:cubicBezTo>
                  <a:lnTo>
                    <a:pt x="0" y="0"/>
                  </a:lnTo>
                  <a:cubicBezTo>
                    <a:pt x="0" y="0"/>
                    <a:pt x="47851" y="124636"/>
                    <a:pt x="62102" y="1246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5815720" y="5108691"/>
              <a:ext cx="35499" cy="33340"/>
            </a:xfrm>
            <a:custGeom>
              <a:avLst/>
              <a:gdLst/>
              <a:ahLst/>
              <a:cxnLst/>
              <a:rect l="l" t="t" r="r" b="b"/>
              <a:pathLst>
                <a:path w="35499" h="33340" extrusionOk="0">
                  <a:moveTo>
                    <a:pt x="17706" y="0"/>
                  </a:moveTo>
                  <a:cubicBezTo>
                    <a:pt x="10797" y="0"/>
                    <a:pt x="4492" y="3887"/>
                    <a:pt x="0" y="10192"/>
                  </a:cubicBezTo>
                  <a:cubicBezTo>
                    <a:pt x="7342" y="23839"/>
                    <a:pt x="13734" y="33340"/>
                    <a:pt x="17706" y="33340"/>
                  </a:cubicBezTo>
                  <a:cubicBezTo>
                    <a:pt x="21680" y="33340"/>
                    <a:pt x="28244" y="24012"/>
                    <a:pt x="35499" y="10451"/>
                  </a:cubicBezTo>
                  <a:cubicBezTo>
                    <a:pt x="31008" y="4060"/>
                    <a:pt x="24702" y="86"/>
                    <a:pt x="17706" y="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2" name="Google Shape;1252;p35"/>
            <p:cNvSpPr/>
            <p:nvPr/>
          </p:nvSpPr>
          <p:spPr>
            <a:xfrm rot="10800000">
              <a:off x="5771411" y="4276662"/>
              <a:ext cx="124290" cy="110470"/>
            </a:xfrm>
            <a:custGeom>
              <a:avLst/>
              <a:gdLst/>
              <a:ahLst/>
              <a:cxnLst/>
              <a:rect l="l" t="t" r="r" b="b"/>
              <a:pathLst>
                <a:path w="124290" h="110470" extrusionOk="0">
                  <a:moveTo>
                    <a:pt x="86" y="0"/>
                  </a:moveTo>
                  <a:lnTo>
                    <a:pt x="124290" y="0"/>
                  </a:lnTo>
                  <a:lnTo>
                    <a:pt x="124290" y="88532"/>
                  </a:lnTo>
                  <a:cubicBezTo>
                    <a:pt x="124290" y="100624"/>
                    <a:pt x="114444" y="110471"/>
                    <a:pt x="102352" y="110471"/>
                  </a:cubicBezTo>
                  <a:lnTo>
                    <a:pt x="21939" y="110471"/>
                  </a:lnTo>
                  <a:cubicBezTo>
                    <a:pt x="9846" y="110471"/>
                    <a:pt x="0" y="100624"/>
                    <a:pt x="0" y="88532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53" name="Google Shape;1253;p35"/>
          <p:cNvGrpSpPr/>
          <p:nvPr/>
        </p:nvGrpSpPr>
        <p:grpSpPr>
          <a:xfrm>
            <a:off x="5136146" y="948951"/>
            <a:ext cx="599630" cy="466730"/>
            <a:chOff x="2964551" y="2806136"/>
            <a:chExt cx="599690" cy="466777"/>
          </a:xfrm>
        </p:grpSpPr>
        <p:grpSp>
          <p:nvGrpSpPr>
            <p:cNvPr id="1254" name="Google Shape;1254;p35"/>
            <p:cNvGrpSpPr/>
            <p:nvPr/>
          </p:nvGrpSpPr>
          <p:grpSpPr>
            <a:xfrm>
              <a:off x="2964551" y="2806136"/>
              <a:ext cx="599690" cy="293130"/>
              <a:chOff x="2964551" y="2806136"/>
              <a:chExt cx="599690" cy="293130"/>
            </a:xfrm>
          </p:grpSpPr>
          <p:sp>
            <p:nvSpPr>
              <p:cNvPr id="1255" name="Google Shape;1255;p35"/>
              <p:cNvSpPr/>
              <p:nvPr/>
            </p:nvSpPr>
            <p:spPr>
              <a:xfrm>
                <a:off x="2964551" y="2900909"/>
                <a:ext cx="80488" cy="198357"/>
              </a:xfrm>
              <a:custGeom>
                <a:avLst/>
                <a:gdLst/>
                <a:ahLst/>
                <a:cxnLst/>
                <a:rect l="l" t="t" r="r" b="b"/>
                <a:pathLst>
                  <a:path w="80488" h="198357" extrusionOk="0">
                    <a:moveTo>
                      <a:pt x="72495" y="111753"/>
                    </a:moveTo>
                    <a:lnTo>
                      <a:pt x="57350" y="119087"/>
                    </a:lnTo>
                    <a:cubicBezTo>
                      <a:pt x="62398" y="84416"/>
                      <a:pt x="66684" y="49650"/>
                      <a:pt x="71256" y="14884"/>
                    </a:cubicBezTo>
                    <a:cubicBezTo>
                      <a:pt x="71637" y="12502"/>
                      <a:pt x="71923" y="10121"/>
                      <a:pt x="72114" y="7931"/>
                    </a:cubicBezTo>
                    <a:cubicBezTo>
                      <a:pt x="72780" y="1549"/>
                      <a:pt x="62493" y="1358"/>
                      <a:pt x="61636" y="7645"/>
                    </a:cubicBezTo>
                    <a:cubicBezTo>
                      <a:pt x="59826" y="21170"/>
                      <a:pt x="57064" y="34124"/>
                      <a:pt x="51635" y="46602"/>
                    </a:cubicBezTo>
                    <a:cubicBezTo>
                      <a:pt x="46396" y="58794"/>
                      <a:pt x="38776" y="68605"/>
                      <a:pt x="30680" y="78892"/>
                    </a:cubicBezTo>
                    <a:cubicBezTo>
                      <a:pt x="29156" y="80797"/>
                      <a:pt x="27441" y="82797"/>
                      <a:pt x="25155" y="83559"/>
                    </a:cubicBezTo>
                    <a:cubicBezTo>
                      <a:pt x="23441" y="84131"/>
                      <a:pt x="21631" y="83940"/>
                      <a:pt x="19917" y="83750"/>
                    </a:cubicBezTo>
                    <a:cubicBezTo>
                      <a:pt x="18678" y="83559"/>
                      <a:pt x="17345" y="83369"/>
                      <a:pt x="16202" y="82702"/>
                    </a:cubicBezTo>
                    <a:cubicBezTo>
                      <a:pt x="14678" y="81844"/>
                      <a:pt x="13725" y="80130"/>
                      <a:pt x="13154" y="78511"/>
                    </a:cubicBezTo>
                    <a:cubicBezTo>
                      <a:pt x="11058" y="72891"/>
                      <a:pt x="12773" y="67176"/>
                      <a:pt x="13440" y="61461"/>
                    </a:cubicBezTo>
                    <a:cubicBezTo>
                      <a:pt x="14106" y="55365"/>
                      <a:pt x="15059" y="49269"/>
                      <a:pt x="16011" y="43268"/>
                    </a:cubicBezTo>
                    <a:cubicBezTo>
                      <a:pt x="18012" y="30695"/>
                      <a:pt x="21441" y="18503"/>
                      <a:pt x="25060" y="6311"/>
                    </a:cubicBezTo>
                    <a:cubicBezTo>
                      <a:pt x="26870" y="120"/>
                      <a:pt x="16869" y="-2737"/>
                      <a:pt x="14964" y="3454"/>
                    </a:cubicBezTo>
                    <a:cubicBezTo>
                      <a:pt x="11916" y="13741"/>
                      <a:pt x="-14754" y="100323"/>
                      <a:pt x="17535" y="97656"/>
                    </a:cubicBezTo>
                    <a:cubicBezTo>
                      <a:pt x="33537" y="96323"/>
                      <a:pt x="45444" y="84226"/>
                      <a:pt x="54111" y="68605"/>
                    </a:cubicBezTo>
                    <a:cubicBezTo>
                      <a:pt x="51730" y="87274"/>
                      <a:pt x="49158" y="105848"/>
                      <a:pt x="46301" y="124326"/>
                    </a:cubicBezTo>
                    <a:cubicBezTo>
                      <a:pt x="37347" y="128612"/>
                      <a:pt x="28489" y="132898"/>
                      <a:pt x="19536" y="137185"/>
                    </a:cubicBezTo>
                    <a:cubicBezTo>
                      <a:pt x="10677" y="141376"/>
                      <a:pt x="2867" y="143567"/>
                      <a:pt x="771" y="153663"/>
                    </a:cubicBezTo>
                    <a:cubicBezTo>
                      <a:pt x="-2277" y="168617"/>
                      <a:pt x="3438" y="199288"/>
                      <a:pt x="22774" y="198335"/>
                    </a:cubicBezTo>
                    <a:cubicBezTo>
                      <a:pt x="47825" y="197002"/>
                      <a:pt x="52968" y="149186"/>
                      <a:pt x="55540" y="132613"/>
                    </a:cubicBezTo>
                    <a:cubicBezTo>
                      <a:pt x="55540" y="132041"/>
                      <a:pt x="55731" y="131375"/>
                      <a:pt x="55826" y="130803"/>
                    </a:cubicBezTo>
                    <a:cubicBezTo>
                      <a:pt x="63160" y="127469"/>
                      <a:pt x="70590" y="124040"/>
                      <a:pt x="77829" y="120611"/>
                    </a:cubicBezTo>
                    <a:cubicBezTo>
                      <a:pt x="83925" y="117659"/>
                      <a:pt x="78400" y="108991"/>
                      <a:pt x="72685" y="111753"/>
                    </a:cubicBezTo>
                    <a:close/>
                    <a:moveTo>
                      <a:pt x="42396" y="147186"/>
                    </a:moveTo>
                    <a:cubicBezTo>
                      <a:pt x="42396" y="155663"/>
                      <a:pt x="37157" y="163664"/>
                      <a:pt x="33442" y="170903"/>
                    </a:cubicBezTo>
                    <a:cubicBezTo>
                      <a:pt x="31442" y="174713"/>
                      <a:pt x="29061" y="178809"/>
                      <a:pt x="24965" y="179857"/>
                    </a:cubicBezTo>
                    <a:cubicBezTo>
                      <a:pt x="21345" y="180809"/>
                      <a:pt x="17345" y="178904"/>
                      <a:pt x="15154" y="175856"/>
                    </a:cubicBezTo>
                    <a:cubicBezTo>
                      <a:pt x="12868" y="172808"/>
                      <a:pt x="12106" y="168998"/>
                      <a:pt x="12106" y="165188"/>
                    </a:cubicBezTo>
                    <a:cubicBezTo>
                      <a:pt x="12011" y="158711"/>
                      <a:pt x="14202" y="150425"/>
                      <a:pt x="20393" y="147186"/>
                    </a:cubicBezTo>
                    <a:cubicBezTo>
                      <a:pt x="27822" y="143186"/>
                      <a:pt x="36490" y="139661"/>
                      <a:pt x="44396" y="136042"/>
                    </a:cubicBezTo>
                    <a:cubicBezTo>
                      <a:pt x="43729" y="139757"/>
                      <a:pt x="43253" y="143471"/>
                      <a:pt x="42586" y="1471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56" name="Google Shape;1256;p35"/>
              <p:cNvSpPr/>
              <p:nvPr/>
            </p:nvSpPr>
            <p:spPr>
              <a:xfrm>
                <a:off x="3080241" y="2924841"/>
                <a:ext cx="72962" cy="10001"/>
              </a:xfrm>
              <a:custGeom>
                <a:avLst/>
                <a:gdLst/>
                <a:ahLst/>
                <a:cxnLst/>
                <a:rect l="l" t="t" r="r" b="b"/>
                <a:pathLst>
                  <a:path w="72962" h="10001" extrusionOk="0">
                    <a:moveTo>
                      <a:pt x="67961" y="0"/>
                    </a:moveTo>
                    <a:lnTo>
                      <a:pt x="5001" y="0"/>
                    </a:lnTo>
                    <a:cubicBezTo>
                      <a:pt x="-1762" y="0"/>
                      <a:pt x="-1571" y="10001"/>
                      <a:pt x="5001" y="10001"/>
                    </a:cubicBezTo>
                    <a:lnTo>
                      <a:pt x="67961" y="10001"/>
                    </a:lnTo>
                    <a:cubicBezTo>
                      <a:pt x="74724" y="10001"/>
                      <a:pt x="74533" y="0"/>
                      <a:pt x="679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57" name="Google Shape;1257;p35"/>
              <p:cNvSpPr/>
              <p:nvPr/>
            </p:nvSpPr>
            <p:spPr>
              <a:xfrm>
                <a:off x="3094110" y="2948805"/>
                <a:ext cx="66520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66520" h="14128" extrusionOk="0">
                    <a:moveTo>
                      <a:pt x="62760" y="2516"/>
                    </a:moveTo>
                    <a:cubicBezTo>
                      <a:pt x="42948" y="-1295"/>
                      <a:pt x="23327" y="-818"/>
                      <a:pt x="3705" y="4230"/>
                    </a:cubicBezTo>
                    <a:cubicBezTo>
                      <a:pt x="-2867" y="5945"/>
                      <a:pt x="86" y="15565"/>
                      <a:pt x="6468" y="13945"/>
                    </a:cubicBezTo>
                    <a:cubicBezTo>
                      <a:pt x="24184" y="9374"/>
                      <a:pt x="41996" y="8612"/>
                      <a:pt x="59998" y="12041"/>
                    </a:cubicBezTo>
                    <a:cubicBezTo>
                      <a:pt x="66570" y="13279"/>
                      <a:pt x="69333" y="3754"/>
                      <a:pt x="62760" y="24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58" name="Google Shape;1258;p35"/>
              <p:cNvSpPr/>
              <p:nvPr/>
            </p:nvSpPr>
            <p:spPr>
              <a:xfrm>
                <a:off x="3179975" y="2843772"/>
                <a:ext cx="34555" cy="184928"/>
              </a:xfrm>
              <a:custGeom>
                <a:avLst/>
                <a:gdLst/>
                <a:ahLst/>
                <a:cxnLst/>
                <a:rect l="l" t="t" r="r" b="b"/>
                <a:pathLst>
                  <a:path w="34555" h="184928" extrusionOk="0">
                    <a:moveTo>
                      <a:pt x="34140" y="6108"/>
                    </a:moveTo>
                    <a:cubicBezTo>
                      <a:pt x="36712" y="202"/>
                      <a:pt x="26615" y="-2655"/>
                      <a:pt x="24043" y="3250"/>
                    </a:cubicBezTo>
                    <a:cubicBezTo>
                      <a:pt x="2803" y="52114"/>
                      <a:pt x="-4436" y="103834"/>
                      <a:pt x="2612" y="156698"/>
                    </a:cubicBezTo>
                    <a:cubicBezTo>
                      <a:pt x="3660" y="164223"/>
                      <a:pt x="4993" y="181273"/>
                      <a:pt x="14899" y="184130"/>
                    </a:cubicBezTo>
                    <a:cubicBezTo>
                      <a:pt x="23662" y="186607"/>
                      <a:pt x="29759" y="183273"/>
                      <a:pt x="31759" y="174796"/>
                    </a:cubicBezTo>
                    <a:cubicBezTo>
                      <a:pt x="33283" y="168509"/>
                      <a:pt x="23186" y="165652"/>
                      <a:pt x="21662" y="171938"/>
                    </a:cubicBezTo>
                    <a:cubicBezTo>
                      <a:pt x="13280" y="166509"/>
                      <a:pt x="9947" y="158508"/>
                      <a:pt x="11851" y="147935"/>
                    </a:cubicBezTo>
                    <a:cubicBezTo>
                      <a:pt x="11185" y="141839"/>
                      <a:pt x="10709" y="135743"/>
                      <a:pt x="10423" y="129647"/>
                    </a:cubicBezTo>
                    <a:cubicBezTo>
                      <a:pt x="9661" y="117455"/>
                      <a:pt x="10328" y="105168"/>
                      <a:pt x="11185" y="93071"/>
                    </a:cubicBezTo>
                    <a:cubicBezTo>
                      <a:pt x="13376" y="62972"/>
                      <a:pt x="22139" y="33730"/>
                      <a:pt x="34140" y="62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59" name="Google Shape;1259;p35"/>
              <p:cNvSpPr/>
              <p:nvPr/>
            </p:nvSpPr>
            <p:spPr>
              <a:xfrm>
                <a:off x="3243433" y="2816090"/>
                <a:ext cx="62157" cy="101145"/>
              </a:xfrm>
              <a:custGeom>
                <a:avLst/>
                <a:gdLst/>
                <a:ahLst/>
                <a:cxnLst/>
                <a:rect l="l" t="t" r="r" b="b"/>
                <a:pathLst>
                  <a:path w="62157" h="101145" extrusionOk="0">
                    <a:moveTo>
                      <a:pt x="61837" y="6357"/>
                    </a:moveTo>
                    <a:cubicBezTo>
                      <a:pt x="63932" y="928"/>
                      <a:pt x="55169" y="-2501"/>
                      <a:pt x="52312" y="2261"/>
                    </a:cubicBezTo>
                    <a:cubicBezTo>
                      <a:pt x="48025" y="9405"/>
                      <a:pt x="44311" y="16835"/>
                      <a:pt x="41263" y="24359"/>
                    </a:cubicBezTo>
                    <a:cubicBezTo>
                      <a:pt x="31642" y="39695"/>
                      <a:pt x="18593" y="52458"/>
                      <a:pt x="2496" y="62078"/>
                    </a:cubicBezTo>
                    <a:cubicBezTo>
                      <a:pt x="-3314" y="65507"/>
                      <a:pt x="2115" y="74175"/>
                      <a:pt x="7639" y="70937"/>
                    </a:cubicBezTo>
                    <a:cubicBezTo>
                      <a:pt x="17069" y="65317"/>
                      <a:pt x="25451" y="58745"/>
                      <a:pt x="32881" y="51315"/>
                    </a:cubicBezTo>
                    <a:cubicBezTo>
                      <a:pt x="29737" y="65888"/>
                      <a:pt x="28499" y="80843"/>
                      <a:pt x="29452" y="96178"/>
                    </a:cubicBezTo>
                    <a:cubicBezTo>
                      <a:pt x="29833" y="102560"/>
                      <a:pt x="40310" y="102941"/>
                      <a:pt x="39929" y="96464"/>
                    </a:cubicBezTo>
                    <a:cubicBezTo>
                      <a:pt x="38500" y="72651"/>
                      <a:pt x="42120" y="49982"/>
                      <a:pt x="50883" y="28550"/>
                    </a:cubicBezTo>
                    <a:cubicBezTo>
                      <a:pt x="55169" y="21597"/>
                      <a:pt x="58884" y="14263"/>
                      <a:pt x="61932" y="63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0" name="Google Shape;1260;p35"/>
              <p:cNvSpPr/>
              <p:nvPr/>
            </p:nvSpPr>
            <p:spPr>
              <a:xfrm>
                <a:off x="3223629" y="2930437"/>
                <a:ext cx="97559" cy="18144"/>
              </a:xfrm>
              <a:custGeom>
                <a:avLst/>
                <a:gdLst/>
                <a:ahLst/>
                <a:cxnLst/>
                <a:rect l="l" t="t" r="r" b="b"/>
                <a:pathLst>
                  <a:path w="97559" h="18144" extrusionOk="0">
                    <a:moveTo>
                      <a:pt x="92595" y="24"/>
                    </a:moveTo>
                    <a:cubicBezTo>
                      <a:pt x="63353" y="2691"/>
                      <a:pt x="34207" y="5453"/>
                      <a:pt x="4965" y="8120"/>
                    </a:cubicBezTo>
                    <a:cubicBezTo>
                      <a:pt x="-1703" y="8691"/>
                      <a:pt x="-1607" y="18692"/>
                      <a:pt x="4965" y="18121"/>
                    </a:cubicBezTo>
                    <a:cubicBezTo>
                      <a:pt x="34207" y="15454"/>
                      <a:pt x="63353" y="12692"/>
                      <a:pt x="92595" y="10025"/>
                    </a:cubicBezTo>
                    <a:cubicBezTo>
                      <a:pt x="99262" y="9453"/>
                      <a:pt x="99167" y="-548"/>
                      <a:pt x="92595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1" name="Google Shape;1261;p35"/>
              <p:cNvSpPr/>
              <p:nvPr/>
            </p:nvSpPr>
            <p:spPr>
              <a:xfrm>
                <a:off x="3234484" y="2952940"/>
                <a:ext cx="85305" cy="95392"/>
              </a:xfrm>
              <a:custGeom>
                <a:avLst/>
                <a:gdLst/>
                <a:ahLst/>
                <a:cxnLst/>
                <a:rect l="l" t="t" r="r" b="b"/>
                <a:pathLst>
                  <a:path w="85305" h="95392" extrusionOk="0">
                    <a:moveTo>
                      <a:pt x="75548" y="54197"/>
                    </a:moveTo>
                    <a:cubicBezTo>
                      <a:pt x="68881" y="68199"/>
                      <a:pt x="53260" y="74104"/>
                      <a:pt x="39639" y="70580"/>
                    </a:cubicBezTo>
                    <a:cubicBezTo>
                      <a:pt x="50497" y="52006"/>
                      <a:pt x="52307" y="26860"/>
                      <a:pt x="51831" y="5143"/>
                    </a:cubicBezTo>
                    <a:cubicBezTo>
                      <a:pt x="51831" y="2381"/>
                      <a:pt x="49354" y="0"/>
                      <a:pt x="46592" y="0"/>
                    </a:cubicBezTo>
                    <a:cubicBezTo>
                      <a:pt x="26780" y="0"/>
                      <a:pt x="24780" y="10192"/>
                      <a:pt x="29161" y="27908"/>
                    </a:cubicBezTo>
                    <a:cubicBezTo>
                      <a:pt x="30685" y="34100"/>
                      <a:pt x="40877" y="32004"/>
                      <a:pt x="39258" y="25527"/>
                    </a:cubicBezTo>
                    <a:cubicBezTo>
                      <a:pt x="35353" y="18479"/>
                      <a:pt x="36115" y="13811"/>
                      <a:pt x="41544" y="11430"/>
                    </a:cubicBezTo>
                    <a:cubicBezTo>
                      <a:pt x="41544" y="30004"/>
                      <a:pt x="39829" y="51149"/>
                      <a:pt x="30304" y="66389"/>
                    </a:cubicBezTo>
                    <a:cubicBezTo>
                      <a:pt x="28114" y="64865"/>
                      <a:pt x="26113" y="63055"/>
                      <a:pt x="24304" y="60865"/>
                    </a:cubicBezTo>
                    <a:cubicBezTo>
                      <a:pt x="23065" y="59436"/>
                      <a:pt x="20970" y="59150"/>
                      <a:pt x="19255" y="59436"/>
                    </a:cubicBezTo>
                    <a:cubicBezTo>
                      <a:pt x="4396" y="62008"/>
                      <a:pt x="967" y="77152"/>
                      <a:pt x="15" y="90297"/>
                    </a:cubicBezTo>
                    <a:cubicBezTo>
                      <a:pt x="-271" y="93631"/>
                      <a:pt x="3634" y="96012"/>
                      <a:pt x="6587" y="95250"/>
                    </a:cubicBezTo>
                    <a:cubicBezTo>
                      <a:pt x="18112" y="92488"/>
                      <a:pt x="26780" y="86868"/>
                      <a:pt x="33352" y="79534"/>
                    </a:cubicBezTo>
                    <a:cubicBezTo>
                      <a:pt x="37734" y="80963"/>
                      <a:pt x="42401" y="81629"/>
                      <a:pt x="46783" y="81915"/>
                    </a:cubicBezTo>
                    <a:cubicBezTo>
                      <a:pt x="62594" y="82963"/>
                      <a:pt x="78120" y="73628"/>
                      <a:pt x="84787" y="59626"/>
                    </a:cubicBezTo>
                    <a:cubicBezTo>
                      <a:pt x="87550" y="53721"/>
                      <a:pt x="78501" y="48482"/>
                      <a:pt x="75834" y="54292"/>
                    </a:cubicBezTo>
                    <a:close/>
                    <a:moveTo>
                      <a:pt x="23827" y="74390"/>
                    </a:moveTo>
                    <a:cubicBezTo>
                      <a:pt x="20303" y="77819"/>
                      <a:pt x="16112" y="80772"/>
                      <a:pt x="11159" y="82963"/>
                    </a:cubicBezTo>
                    <a:cubicBezTo>
                      <a:pt x="11731" y="80105"/>
                      <a:pt x="12588" y="77248"/>
                      <a:pt x="14017" y="74295"/>
                    </a:cubicBezTo>
                    <a:cubicBezTo>
                      <a:pt x="16969" y="68008"/>
                      <a:pt x="20684" y="71533"/>
                      <a:pt x="23827" y="743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2" name="Google Shape;1262;p35"/>
              <p:cNvSpPr/>
              <p:nvPr/>
            </p:nvSpPr>
            <p:spPr>
              <a:xfrm>
                <a:off x="3323614" y="2810481"/>
                <a:ext cx="42982" cy="247383"/>
              </a:xfrm>
              <a:custGeom>
                <a:avLst/>
                <a:gdLst/>
                <a:ahLst/>
                <a:cxnLst/>
                <a:rect l="l" t="t" r="r" b="b"/>
                <a:pathLst>
                  <a:path w="42982" h="247383" extrusionOk="0">
                    <a:moveTo>
                      <a:pt x="27185" y="3775"/>
                    </a:moveTo>
                    <a:cubicBezTo>
                      <a:pt x="25756" y="-2511"/>
                      <a:pt x="15660" y="-416"/>
                      <a:pt x="17088" y="6156"/>
                    </a:cubicBezTo>
                    <a:cubicBezTo>
                      <a:pt x="34519" y="84261"/>
                      <a:pt x="46521" y="168748"/>
                      <a:pt x="801" y="239805"/>
                    </a:cubicBezTo>
                    <a:cubicBezTo>
                      <a:pt x="-2724" y="245329"/>
                      <a:pt x="6325" y="250473"/>
                      <a:pt x="9754" y="245139"/>
                    </a:cubicBezTo>
                    <a:cubicBezTo>
                      <a:pt x="56998" y="171796"/>
                      <a:pt x="45187" y="84642"/>
                      <a:pt x="27185" y="38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3" name="Google Shape;1263;p35"/>
              <p:cNvSpPr/>
              <p:nvPr/>
            </p:nvSpPr>
            <p:spPr>
              <a:xfrm>
                <a:off x="3397429" y="2820292"/>
                <a:ext cx="47273" cy="70176"/>
              </a:xfrm>
              <a:custGeom>
                <a:avLst/>
                <a:gdLst/>
                <a:ahLst/>
                <a:cxnLst/>
                <a:rect l="l" t="t" r="r" b="b"/>
                <a:pathLst>
                  <a:path w="47273" h="70176" extrusionOk="0">
                    <a:moveTo>
                      <a:pt x="46620" y="11585"/>
                    </a:moveTo>
                    <a:cubicBezTo>
                      <a:pt x="49763" y="5871"/>
                      <a:pt x="40715" y="632"/>
                      <a:pt x="37667" y="6252"/>
                    </a:cubicBezTo>
                    <a:cubicBezTo>
                      <a:pt x="32523" y="15491"/>
                      <a:pt x="27094" y="24349"/>
                      <a:pt x="21379" y="33207"/>
                    </a:cubicBezTo>
                    <a:cubicBezTo>
                      <a:pt x="16426" y="24063"/>
                      <a:pt x="12616" y="14252"/>
                      <a:pt x="10235" y="3775"/>
                    </a:cubicBezTo>
                    <a:cubicBezTo>
                      <a:pt x="8806" y="-2511"/>
                      <a:pt x="-1291" y="-416"/>
                      <a:pt x="138" y="6156"/>
                    </a:cubicBezTo>
                    <a:cubicBezTo>
                      <a:pt x="2996" y="19206"/>
                      <a:pt x="7949" y="31302"/>
                      <a:pt x="14711" y="42447"/>
                    </a:cubicBezTo>
                    <a:cubicBezTo>
                      <a:pt x="10139" y="47876"/>
                      <a:pt x="4329" y="54543"/>
                      <a:pt x="5472" y="59877"/>
                    </a:cubicBezTo>
                    <a:cubicBezTo>
                      <a:pt x="6044" y="62259"/>
                      <a:pt x="8330" y="63402"/>
                      <a:pt x="10520" y="63687"/>
                    </a:cubicBezTo>
                    <a:lnTo>
                      <a:pt x="11568" y="63687"/>
                    </a:lnTo>
                    <a:cubicBezTo>
                      <a:pt x="13187" y="64068"/>
                      <a:pt x="15283" y="62925"/>
                      <a:pt x="16045" y="61497"/>
                    </a:cubicBezTo>
                    <a:cubicBezTo>
                      <a:pt x="16140" y="61306"/>
                      <a:pt x="16331" y="61020"/>
                      <a:pt x="16426" y="60830"/>
                    </a:cubicBezTo>
                    <a:cubicBezTo>
                      <a:pt x="17093" y="59496"/>
                      <a:pt x="17093" y="58258"/>
                      <a:pt x="16807" y="57115"/>
                    </a:cubicBezTo>
                    <a:cubicBezTo>
                      <a:pt x="17950" y="56067"/>
                      <a:pt x="19760" y="53877"/>
                      <a:pt x="21188" y="51972"/>
                    </a:cubicBezTo>
                    <a:cubicBezTo>
                      <a:pt x="25665" y="57972"/>
                      <a:pt x="30618" y="63592"/>
                      <a:pt x="36238" y="68735"/>
                    </a:cubicBezTo>
                    <a:cubicBezTo>
                      <a:pt x="41000" y="73117"/>
                      <a:pt x="48716" y="66545"/>
                      <a:pt x="43667" y="61877"/>
                    </a:cubicBezTo>
                    <a:cubicBezTo>
                      <a:pt x="37381" y="56067"/>
                      <a:pt x="32142" y="49590"/>
                      <a:pt x="27475" y="42827"/>
                    </a:cubicBezTo>
                    <a:cubicBezTo>
                      <a:pt x="28904" y="40732"/>
                      <a:pt x="30332" y="38732"/>
                      <a:pt x="31666" y="36636"/>
                    </a:cubicBezTo>
                    <a:cubicBezTo>
                      <a:pt x="37000" y="28540"/>
                      <a:pt x="41953" y="20063"/>
                      <a:pt x="46620" y="115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4" name="Google Shape;1264;p35"/>
              <p:cNvSpPr/>
              <p:nvPr/>
            </p:nvSpPr>
            <p:spPr>
              <a:xfrm>
                <a:off x="3454114" y="2816717"/>
                <a:ext cx="55880" cy="62119"/>
              </a:xfrm>
              <a:custGeom>
                <a:avLst/>
                <a:gdLst/>
                <a:ahLst/>
                <a:cxnLst/>
                <a:rect l="l" t="t" r="r" b="b"/>
                <a:pathLst>
                  <a:path w="55880" h="62119" extrusionOk="0">
                    <a:moveTo>
                      <a:pt x="49371" y="17541"/>
                    </a:moveTo>
                    <a:cubicBezTo>
                      <a:pt x="45657" y="18398"/>
                      <a:pt x="41847" y="19160"/>
                      <a:pt x="38132" y="20018"/>
                    </a:cubicBezTo>
                    <a:cubicBezTo>
                      <a:pt x="38513" y="14969"/>
                      <a:pt x="38894" y="10016"/>
                      <a:pt x="39275" y="4968"/>
                    </a:cubicBezTo>
                    <a:cubicBezTo>
                      <a:pt x="39751" y="-1414"/>
                      <a:pt x="29369" y="-1795"/>
                      <a:pt x="28798" y="4682"/>
                    </a:cubicBezTo>
                    <a:cubicBezTo>
                      <a:pt x="28321" y="10588"/>
                      <a:pt x="27845" y="16398"/>
                      <a:pt x="27369" y="22304"/>
                    </a:cubicBezTo>
                    <a:cubicBezTo>
                      <a:pt x="19463" y="24018"/>
                      <a:pt x="11557" y="25733"/>
                      <a:pt x="3747" y="27542"/>
                    </a:cubicBezTo>
                    <a:cubicBezTo>
                      <a:pt x="-2921" y="28971"/>
                      <a:pt x="127" y="38687"/>
                      <a:pt x="6509" y="37258"/>
                    </a:cubicBezTo>
                    <a:cubicBezTo>
                      <a:pt x="13176" y="35829"/>
                      <a:pt x="19939" y="34305"/>
                      <a:pt x="26607" y="32876"/>
                    </a:cubicBezTo>
                    <a:cubicBezTo>
                      <a:pt x="26416" y="35448"/>
                      <a:pt x="26226" y="38020"/>
                      <a:pt x="26035" y="40592"/>
                    </a:cubicBezTo>
                    <a:cubicBezTo>
                      <a:pt x="25940" y="42401"/>
                      <a:pt x="26035" y="46497"/>
                      <a:pt x="25654" y="49736"/>
                    </a:cubicBezTo>
                    <a:cubicBezTo>
                      <a:pt x="24321" y="49926"/>
                      <a:pt x="23082" y="50498"/>
                      <a:pt x="22130" y="51736"/>
                    </a:cubicBezTo>
                    <a:cubicBezTo>
                      <a:pt x="21844" y="52022"/>
                      <a:pt x="21654" y="52403"/>
                      <a:pt x="21368" y="52688"/>
                    </a:cubicBezTo>
                    <a:cubicBezTo>
                      <a:pt x="20320" y="54117"/>
                      <a:pt x="20511" y="56213"/>
                      <a:pt x="21368" y="57737"/>
                    </a:cubicBezTo>
                    <a:cubicBezTo>
                      <a:pt x="22701" y="60213"/>
                      <a:pt x="24035" y="61261"/>
                      <a:pt x="26797" y="61928"/>
                    </a:cubicBezTo>
                    <a:cubicBezTo>
                      <a:pt x="28416" y="62309"/>
                      <a:pt x="30607" y="62213"/>
                      <a:pt x="31846" y="60785"/>
                    </a:cubicBezTo>
                    <a:cubicBezTo>
                      <a:pt x="36798" y="55260"/>
                      <a:pt x="35941" y="47926"/>
                      <a:pt x="36513" y="40782"/>
                    </a:cubicBezTo>
                    <a:cubicBezTo>
                      <a:pt x="36798" y="37353"/>
                      <a:pt x="37084" y="33924"/>
                      <a:pt x="37370" y="30400"/>
                    </a:cubicBezTo>
                    <a:lnTo>
                      <a:pt x="52134" y="27161"/>
                    </a:lnTo>
                    <a:cubicBezTo>
                      <a:pt x="58801" y="25733"/>
                      <a:pt x="55753" y="16017"/>
                      <a:pt x="49371" y="174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5" name="Google Shape;1265;p35"/>
              <p:cNvSpPr/>
              <p:nvPr/>
            </p:nvSpPr>
            <p:spPr>
              <a:xfrm>
                <a:off x="3513723" y="2806136"/>
                <a:ext cx="50518" cy="95108"/>
              </a:xfrm>
              <a:custGeom>
                <a:avLst/>
                <a:gdLst/>
                <a:ahLst/>
                <a:cxnLst/>
                <a:rect l="l" t="t" r="r" b="b"/>
                <a:pathLst>
                  <a:path w="50518" h="95108" extrusionOk="0">
                    <a:moveTo>
                      <a:pt x="48055" y="48506"/>
                    </a:moveTo>
                    <a:cubicBezTo>
                      <a:pt x="44436" y="41172"/>
                      <a:pt x="37673" y="36505"/>
                      <a:pt x="30624" y="35552"/>
                    </a:cubicBezTo>
                    <a:cubicBezTo>
                      <a:pt x="35006" y="25932"/>
                      <a:pt x="36244" y="15359"/>
                      <a:pt x="34244" y="3834"/>
                    </a:cubicBezTo>
                    <a:cubicBezTo>
                      <a:pt x="33768" y="1072"/>
                      <a:pt x="30339" y="-452"/>
                      <a:pt x="27862" y="119"/>
                    </a:cubicBezTo>
                    <a:cubicBezTo>
                      <a:pt x="18147" y="2405"/>
                      <a:pt x="12432" y="7739"/>
                      <a:pt x="9574" y="17264"/>
                    </a:cubicBezTo>
                    <a:cubicBezTo>
                      <a:pt x="7669" y="23456"/>
                      <a:pt x="17766" y="26313"/>
                      <a:pt x="19671" y="20122"/>
                    </a:cubicBezTo>
                    <a:cubicBezTo>
                      <a:pt x="21385" y="18502"/>
                      <a:pt x="23100" y="16883"/>
                      <a:pt x="24814" y="15264"/>
                    </a:cubicBezTo>
                    <a:cubicBezTo>
                      <a:pt x="24624" y="25741"/>
                      <a:pt x="20718" y="35076"/>
                      <a:pt x="13098" y="43267"/>
                    </a:cubicBezTo>
                    <a:cubicBezTo>
                      <a:pt x="12813" y="43648"/>
                      <a:pt x="12527" y="43839"/>
                      <a:pt x="12241" y="44220"/>
                    </a:cubicBezTo>
                    <a:cubicBezTo>
                      <a:pt x="10241" y="47363"/>
                      <a:pt x="12908" y="51554"/>
                      <a:pt x="16432" y="51935"/>
                    </a:cubicBezTo>
                    <a:cubicBezTo>
                      <a:pt x="21099" y="52411"/>
                      <a:pt x="22719" y="46220"/>
                      <a:pt x="27672" y="45458"/>
                    </a:cubicBezTo>
                    <a:cubicBezTo>
                      <a:pt x="30053" y="45077"/>
                      <a:pt x="32720" y="45839"/>
                      <a:pt x="34244" y="47744"/>
                    </a:cubicBezTo>
                    <a:cubicBezTo>
                      <a:pt x="34815" y="48506"/>
                      <a:pt x="35292" y="49459"/>
                      <a:pt x="35577" y="50316"/>
                    </a:cubicBezTo>
                    <a:cubicBezTo>
                      <a:pt x="39864" y="61841"/>
                      <a:pt x="34053" y="73366"/>
                      <a:pt x="23766" y="79081"/>
                    </a:cubicBezTo>
                    <a:cubicBezTo>
                      <a:pt x="21290" y="80701"/>
                      <a:pt x="18528" y="82034"/>
                      <a:pt x="15765" y="83273"/>
                    </a:cubicBezTo>
                    <a:cubicBezTo>
                      <a:pt x="14051" y="79939"/>
                      <a:pt x="11670" y="77557"/>
                      <a:pt x="7764" y="75081"/>
                    </a:cubicBezTo>
                    <a:cubicBezTo>
                      <a:pt x="2145" y="71557"/>
                      <a:pt x="-3285" y="79939"/>
                      <a:pt x="2430" y="83558"/>
                    </a:cubicBezTo>
                    <a:cubicBezTo>
                      <a:pt x="4240" y="86130"/>
                      <a:pt x="5955" y="88797"/>
                      <a:pt x="7764" y="91369"/>
                    </a:cubicBezTo>
                    <a:cubicBezTo>
                      <a:pt x="8526" y="94798"/>
                      <a:pt x="12527" y="95845"/>
                      <a:pt x="15384" y="94607"/>
                    </a:cubicBezTo>
                    <a:cubicBezTo>
                      <a:pt x="31291" y="87559"/>
                      <a:pt x="58914" y="70414"/>
                      <a:pt x="48055" y="483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266" name="Google Shape;1266;p35"/>
            <p:cNvGrpSpPr/>
            <p:nvPr/>
          </p:nvGrpSpPr>
          <p:grpSpPr>
            <a:xfrm>
              <a:off x="3112888" y="3080726"/>
              <a:ext cx="303177" cy="192187"/>
              <a:chOff x="3112888" y="3080726"/>
              <a:chExt cx="303177" cy="192187"/>
            </a:xfrm>
          </p:grpSpPr>
          <p:sp>
            <p:nvSpPr>
              <p:cNvPr id="1267" name="Google Shape;1267;p35"/>
              <p:cNvSpPr/>
              <p:nvPr/>
            </p:nvSpPr>
            <p:spPr>
              <a:xfrm>
                <a:off x="3112888" y="3080726"/>
                <a:ext cx="243058" cy="133192"/>
              </a:xfrm>
              <a:custGeom>
                <a:avLst/>
                <a:gdLst/>
                <a:ahLst/>
                <a:cxnLst/>
                <a:rect l="l" t="t" r="r" b="b"/>
                <a:pathLst>
                  <a:path w="243058" h="133192" extrusionOk="0">
                    <a:moveTo>
                      <a:pt x="234482" y="88241"/>
                    </a:moveTo>
                    <a:cubicBezTo>
                      <a:pt x="231244" y="91955"/>
                      <a:pt x="227910" y="95670"/>
                      <a:pt x="224672" y="99385"/>
                    </a:cubicBezTo>
                    <a:cubicBezTo>
                      <a:pt x="219242" y="105576"/>
                      <a:pt x="208860" y="105290"/>
                      <a:pt x="210289" y="95289"/>
                    </a:cubicBezTo>
                    <a:cubicBezTo>
                      <a:pt x="211337" y="87955"/>
                      <a:pt x="213528" y="80525"/>
                      <a:pt x="215718" y="73191"/>
                    </a:cubicBezTo>
                    <a:cubicBezTo>
                      <a:pt x="217052" y="69286"/>
                      <a:pt x="218099" y="65571"/>
                      <a:pt x="218861" y="62142"/>
                    </a:cubicBezTo>
                    <a:cubicBezTo>
                      <a:pt x="219909" y="57380"/>
                      <a:pt x="214480" y="54617"/>
                      <a:pt x="211146" y="56237"/>
                    </a:cubicBezTo>
                    <a:cubicBezTo>
                      <a:pt x="207431" y="46521"/>
                      <a:pt x="199716" y="38044"/>
                      <a:pt x="188953" y="41854"/>
                    </a:cubicBezTo>
                    <a:cubicBezTo>
                      <a:pt x="168665" y="49093"/>
                      <a:pt x="163140" y="72715"/>
                      <a:pt x="161140" y="92051"/>
                    </a:cubicBezTo>
                    <a:cubicBezTo>
                      <a:pt x="161140" y="92241"/>
                      <a:pt x="161140" y="92432"/>
                      <a:pt x="161140" y="92622"/>
                    </a:cubicBezTo>
                    <a:cubicBezTo>
                      <a:pt x="160283" y="93003"/>
                      <a:pt x="159426" y="93575"/>
                      <a:pt x="158759" y="94622"/>
                    </a:cubicBezTo>
                    <a:cubicBezTo>
                      <a:pt x="155711" y="100052"/>
                      <a:pt x="152282" y="104433"/>
                      <a:pt x="147710" y="108624"/>
                    </a:cubicBezTo>
                    <a:cubicBezTo>
                      <a:pt x="144662" y="111386"/>
                      <a:pt x="141137" y="113387"/>
                      <a:pt x="137232" y="114530"/>
                    </a:cubicBezTo>
                    <a:cubicBezTo>
                      <a:pt x="128469" y="117292"/>
                      <a:pt x="129231" y="100528"/>
                      <a:pt x="129231" y="96813"/>
                    </a:cubicBezTo>
                    <a:cubicBezTo>
                      <a:pt x="129231" y="89955"/>
                      <a:pt x="130469" y="83192"/>
                      <a:pt x="132089" y="76525"/>
                    </a:cubicBezTo>
                    <a:cubicBezTo>
                      <a:pt x="132851" y="73667"/>
                      <a:pt x="133803" y="70905"/>
                      <a:pt x="134851" y="68238"/>
                    </a:cubicBezTo>
                    <a:cubicBezTo>
                      <a:pt x="135708" y="66333"/>
                      <a:pt x="136565" y="64428"/>
                      <a:pt x="137423" y="62428"/>
                    </a:cubicBezTo>
                    <a:cubicBezTo>
                      <a:pt x="138756" y="58427"/>
                      <a:pt x="141804" y="57284"/>
                      <a:pt x="146757" y="58904"/>
                    </a:cubicBezTo>
                    <a:cubicBezTo>
                      <a:pt x="141518" y="63095"/>
                      <a:pt x="149138" y="70143"/>
                      <a:pt x="154091" y="66238"/>
                    </a:cubicBezTo>
                    <a:cubicBezTo>
                      <a:pt x="164569" y="57951"/>
                      <a:pt x="155901" y="46045"/>
                      <a:pt x="145138" y="45092"/>
                    </a:cubicBezTo>
                    <a:cubicBezTo>
                      <a:pt x="128469" y="43568"/>
                      <a:pt x="122468" y="71191"/>
                      <a:pt x="120278" y="82240"/>
                    </a:cubicBezTo>
                    <a:cubicBezTo>
                      <a:pt x="119325" y="87002"/>
                      <a:pt x="118468" y="92812"/>
                      <a:pt x="118373" y="98528"/>
                    </a:cubicBezTo>
                    <a:cubicBezTo>
                      <a:pt x="116753" y="95670"/>
                      <a:pt x="111610" y="94241"/>
                      <a:pt x="108848" y="97575"/>
                    </a:cubicBezTo>
                    <a:cubicBezTo>
                      <a:pt x="102275" y="105576"/>
                      <a:pt x="94751" y="114244"/>
                      <a:pt x="84464" y="116625"/>
                    </a:cubicBezTo>
                    <a:cubicBezTo>
                      <a:pt x="82368" y="107195"/>
                      <a:pt x="81797" y="97861"/>
                      <a:pt x="82940" y="88431"/>
                    </a:cubicBezTo>
                    <a:cubicBezTo>
                      <a:pt x="93893" y="87383"/>
                      <a:pt x="107800" y="85574"/>
                      <a:pt x="112658" y="74048"/>
                    </a:cubicBezTo>
                    <a:cubicBezTo>
                      <a:pt x="117134" y="63380"/>
                      <a:pt x="113229" y="53474"/>
                      <a:pt x="101799" y="50426"/>
                    </a:cubicBezTo>
                    <a:cubicBezTo>
                      <a:pt x="90464" y="47378"/>
                      <a:pt x="80654" y="58523"/>
                      <a:pt x="77225" y="67857"/>
                    </a:cubicBezTo>
                    <a:cubicBezTo>
                      <a:pt x="72843" y="79763"/>
                      <a:pt x="71224" y="91955"/>
                      <a:pt x="71986" y="104243"/>
                    </a:cubicBezTo>
                    <a:cubicBezTo>
                      <a:pt x="71319" y="104624"/>
                      <a:pt x="70748" y="105100"/>
                      <a:pt x="70271" y="105766"/>
                    </a:cubicBezTo>
                    <a:cubicBezTo>
                      <a:pt x="68747" y="107862"/>
                      <a:pt x="55317" y="128722"/>
                      <a:pt x="53412" y="114434"/>
                    </a:cubicBezTo>
                    <a:cubicBezTo>
                      <a:pt x="52174" y="104719"/>
                      <a:pt x="55508" y="92908"/>
                      <a:pt x="56746" y="83287"/>
                    </a:cubicBezTo>
                    <a:cubicBezTo>
                      <a:pt x="59984" y="57475"/>
                      <a:pt x="64461" y="31853"/>
                      <a:pt x="69509" y="6421"/>
                    </a:cubicBezTo>
                    <a:cubicBezTo>
                      <a:pt x="70748" y="134"/>
                      <a:pt x="60651" y="-2818"/>
                      <a:pt x="59413" y="3563"/>
                    </a:cubicBezTo>
                    <a:cubicBezTo>
                      <a:pt x="55603" y="22804"/>
                      <a:pt x="52364" y="42044"/>
                      <a:pt x="49412" y="61380"/>
                    </a:cubicBezTo>
                    <a:cubicBezTo>
                      <a:pt x="47983" y="61094"/>
                      <a:pt x="46459" y="61380"/>
                      <a:pt x="45221" y="62047"/>
                    </a:cubicBezTo>
                    <a:cubicBezTo>
                      <a:pt x="38648" y="58618"/>
                      <a:pt x="29123" y="58999"/>
                      <a:pt x="21694" y="62333"/>
                    </a:cubicBezTo>
                    <a:cubicBezTo>
                      <a:pt x="2644" y="70810"/>
                      <a:pt x="-1547" y="97099"/>
                      <a:pt x="453" y="115291"/>
                    </a:cubicBezTo>
                    <a:cubicBezTo>
                      <a:pt x="2453" y="133199"/>
                      <a:pt x="21503" y="138628"/>
                      <a:pt x="34553" y="127198"/>
                    </a:cubicBezTo>
                    <a:cubicBezTo>
                      <a:pt x="37886" y="124245"/>
                      <a:pt x="40744" y="120816"/>
                      <a:pt x="43220" y="117292"/>
                    </a:cubicBezTo>
                    <a:cubicBezTo>
                      <a:pt x="43411" y="118340"/>
                      <a:pt x="43506" y="119483"/>
                      <a:pt x="43792" y="120435"/>
                    </a:cubicBezTo>
                    <a:cubicBezTo>
                      <a:pt x="49412" y="140342"/>
                      <a:pt x="64556" y="128341"/>
                      <a:pt x="73796" y="117863"/>
                    </a:cubicBezTo>
                    <a:cubicBezTo>
                      <a:pt x="74177" y="119768"/>
                      <a:pt x="74653" y="121578"/>
                      <a:pt x="75129" y="123483"/>
                    </a:cubicBezTo>
                    <a:cubicBezTo>
                      <a:pt x="75701" y="125579"/>
                      <a:pt x="77891" y="127484"/>
                      <a:pt x="80177" y="127293"/>
                    </a:cubicBezTo>
                    <a:cubicBezTo>
                      <a:pt x="96941" y="126341"/>
                      <a:pt x="107514" y="115291"/>
                      <a:pt x="117706" y="102909"/>
                    </a:cubicBezTo>
                    <a:cubicBezTo>
                      <a:pt x="117992" y="102528"/>
                      <a:pt x="118087" y="102242"/>
                      <a:pt x="118277" y="101861"/>
                    </a:cubicBezTo>
                    <a:cubicBezTo>
                      <a:pt x="118563" y="111577"/>
                      <a:pt x="121421" y="120721"/>
                      <a:pt x="130469" y="124436"/>
                    </a:cubicBezTo>
                    <a:cubicBezTo>
                      <a:pt x="142090" y="129198"/>
                      <a:pt x="154853" y="117863"/>
                      <a:pt x="162664" y="107672"/>
                    </a:cubicBezTo>
                    <a:cubicBezTo>
                      <a:pt x="165617" y="115768"/>
                      <a:pt x="172380" y="120626"/>
                      <a:pt x="183714" y="115958"/>
                    </a:cubicBezTo>
                    <a:cubicBezTo>
                      <a:pt x="189810" y="113482"/>
                      <a:pt x="195144" y="108815"/>
                      <a:pt x="199811" y="103100"/>
                    </a:cubicBezTo>
                    <a:cubicBezTo>
                      <a:pt x="200383" y="106243"/>
                      <a:pt x="201240" y="109196"/>
                      <a:pt x="202955" y="111767"/>
                    </a:cubicBezTo>
                    <a:cubicBezTo>
                      <a:pt x="214670" y="129103"/>
                      <a:pt x="234863" y="103385"/>
                      <a:pt x="241721" y="95575"/>
                    </a:cubicBezTo>
                    <a:cubicBezTo>
                      <a:pt x="246103" y="90622"/>
                      <a:pt x="238673" y="83478"/>
                      <a:pt x="234387" y="88241"/>
                    </a:cubicBezTo>
                    <a:close/>
                    <a:moveTo>
                      <a:pt x="88083" y="68714"/>
                    </a:moveTo>
                    <a:cubicBezTo>
                      <a:pt x="90560" y="62428"/>
                      <a:pt x="95703" y="62237"/>
                      <a:pt x="103704" y="68143"/>
                    </a:cubicBezTo>
                    <a:cubicBezTo>
                      <a:pt x="102180" y="76049"/>
                      <a:pt x="91703" y="77573"/>
                      <a:pt x="84654" y="78239"/>
                    </a:cubicBezTo>
                    <a:cubicBezTo>
                      <a:pt x="85511" y="75001"/>
                      <a:pt x="86655" y="71762"/>
                      <a:pt x="88083" y="68714"/>
                    </a:cubicBezTo>
                    <a:close/>
                    <a:moveTo>
                      <a:pt x="41887" y="95861"/>
                    </a:moveTo>
                    <a:cubicBezTo>
                      <a:pt x="40649" y="100528"/>
                      <a:pt x="38458" y="104909"/>
                      <a:pt x="36077" y="109100"/>
                    </a:cubicBezTo>
                    <a:cubicBezTo>
                      <a:pt x="33410" y="113863"/>
                      <a:pt x="17503" y="133675"/>
                      <a:pt x="11312" y="117387"/>
                    </a:cubicBezTo>
                    <a:cubicBezTo>
                      <a:pt x="8359" y="109672"/>
                      <a:pt x="10550" y="98147"/>
                      <a:pt x="12455" y="90527"/>
                    </a:cubicBezTo>
                    <a:cubicBezTo>
                      <a:pt x="13502" y="86050"/>
                      <a:pt x="15788" y="82145"/>
                      <a:pt x="18360" y="78430"/>
                    </a:cubicBezTo>
                    <a:cubicBezTo>
                      <a:pt x="20646" y="75382"/>
                      <a:pt x="23504" y="73001"/>
                      <a:pt x="26837" y="71096"/>
                    </a:cubicBezTo>
                    <a:cubicBezTo>
                      <a:pt x="32743" y="67286"/>
                      <a:pt x="37791" y="69095"/>
                      <a:pt x="42173" y="76525"/>
                    </a:cubicBezTo>
                    <a:cubicBezTo>
                      <a:pt x="41696" y="78716"/>
                      <a:pt x="42649" y="80525"/>
                      <a:pt x="44173" y="81668"/>
                    </a:cubicBezTo>
                    <a:cubicBezTo>
                      <a:pt x="43982" y="86336"/>
                      <a:pt x="43220" y="91098"/>
                      <a:pt x="41982" y="95956"/>
                    </a:cubicBezTo>
                    <a:close/>
                    <a:moveTo>
                      <a:pt x="178571" y="107100"/>
                    </a:moveTo>
                    <a:cubicBezTo>
                      <a:pt x="169522" y="113291"/>
                      <a:pt x="171522" y="93670"/>
                      <a:pt x="171617" y="92336"/>
                    </a:cubicBezTo>
                    <a:cubicBezTo>
                      <a:pt x="171998" y="86336"/>
                      <a:pt x="173237" y="80716"/>
                      <a:pt x="174761" y="75001"/>
                    </a:cubicBezTo>
                    <a:cubicBezTo>
                      <a:pt x="176285" y="69286"/>
                      <a:pt x="179047" y="64142"/>
                      <a:pt x="182095" y="59285"/>
                    </a:cubicBezTo>
                    <a:cubicBezTo>
                      <a:pt x="188477" y="58808"/>
                      <a:pt x="194858" y="58332"/>
                      <a:pt x="201335" y="57856"/>
                    </a:cubicBezTo>
                    <a:cubicBezTo>
                      <a:pt x="203526" y="62142"/>
                      <a:pt x="204098" y="66524"/>
                      <a:pt x="203145" y="71000"/>
                    </a:cubicBezTo>
                    <a:cubicBezTo>
                      <a:pt x="202955" y="72429"/>
                      <a:pt x="203431" y="73572"/>
                      <a:pt x="204193" y="74334"/>
                    </a:cubicBezTo>
                    <a:cubicBezTo>
                      <a:pt x="204193" y="74525"/>
                      <a:pt x="204098" y="74620"/>
                      <a:pt x="204003" y="74810"/>
                    </a:cubicBezTo>
                    <a:cubicBezTo>
                      <a:pt x="198668" y="87669"/>
                      <a:pt x="190382" y="99099"/>
                      <a:pt x="178666" y="1071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8" name="Google Shape;1268;p35"/>
              <p:cNvSpPr/>
              <p:nvPr/>
            </p:nvSpPr>
            <p:spPr>
              <a:xfrm>
                <a:off x="3341211" y="3115627"/>
                <a:ext cx="74854" cy="157286"/>
              </a:xfrm>
              <a:custGeom>
                <a:avLst/>
                <a:gdLst/>
                <a:ahLst/>
                <a:cxnLst/>
                <a:rect l="l" t="t" r="r" b="b"/>
                <a:pathLst>
                  <a:path w="74854" h="157286" extrusionOk="0">
                    <a:moveTo>
                      <a:pt x="66929" y="86773"/>
                    </a:moveTo>
                    <a:cubicBezTo>
                      <a:pt x="65595" y="87344"/>
                      <a:pt x="63976" y="87820"/>
                      <a:pt x="62547" y="88297"/>
                    </a:cubicBezTo>
                    <a:cubicBezTo>
                      <a:pt x="66453" y="60674"/>
                      <a:pt x="68357" y="32671"/>
                      <a:pt x="67310" y="4953"/>
                    </a:cubicBezTo>
                    <a:cubicBezTo>
                      <a:pt x="67119" y="-1143"/>
                      <a:pt x="57785" y="-1715"/>
                      <a:pt x="57023" y="3810"/>
                    </a:cubicBezTo>
                    <a:cubicBezTo>
                      <a:pt x="55213" y="4381"/>
                      <a:pt x="53784" y="5810"/>
                      <a:pt x="53880" y="8287"/>
                    </a:cubicBezTo>
                    <a:cubicBezTo>
                      <a:pt x="54451" y="27146"/>
                      <a:pt x="51403" y="46672"/>
                      <a:pt x="42068" y="63341"/>
                    </a:cubicBezTo>
                    <a:cubicBezTo>
                      <a:pt x="31305" y="68294"/>
                      <a:pt x="26352" y="66580"/>
                      <a:pt x="27305" y="58198"/>
                    </a:cubicBezTo>
                    <a:cubicBezTo>
                      <a:pt x="26924" y="53340"/>
                      <a:pt x="27209" y="48482"/>
                      <a:pt x="27305" y="43624"/>
                    </a:cubicBezTo>
                    <a:cubicBezTo>
                      <a:pt x="27591" y="32766"/>
                      <a:pt x="29400" y="22003"/>
                      <a:pt x="31686" y="11335"/>
                    </a:cubicBezTo>
                    <a:cubicBezTo>
                      <a:pt x="33115" y="5048"/>
                      <a:pt x="23018" y="2095"/>
                      <a:pt x="21590" y="8477"/>
                    </a:cubicBezTo>
                    <a:cubicBezTo>
                      <a:pt x="18732" y="21622"/>
                      <a:pt x="5397" y="78772"/>
                      <a:pt x="31115" y="79343"/>
                    </a:cubicBezTo>
                    <a:cubicBezTo>
                      <a:pt x="42068" y="79629"/>
                      <a:pt x="49498" y="73057"/>
                      <a:pt x="54546" y="63627"/>
                    </a:cubicBezTo>
                    <a:cubicBezTo>
                      <a:pt x="53594" y="73152"/>
                      <a:pt x="52451" y="82677"/>
                      <a:pt x="51022" y="92202"/>
                    </a:cubicBezTo>
                    <a:cubicBezTo>
                      <a:pt x="30924" y="98679"/>
                      <a:pt x="8350" y="106299"/>
                      <a:pt x="1206" y="125825"/>
                    </a:cubicBezTo>
                    <a:cubicBezTo>
                      <a:pt x="-4509" y="141637"/>
                      <a:pt x="11207" y="154972"/>
                      <a:pt x="24733" y="156972"/>
                    </a:cubicBezTo>
                    <a:cubicBezTo>
                      <a:pt x="44450" y="160020"/>
                      <a:pt x="52832" y="140303"/>
                      <a:pt x="56166" y="124873"/>
                    </a:cubicBezTo>
                    <a:cubicBezTo>
                      <a:pt x="57975" y="116586"/>
                      <a:pt x="59404" y="108109"/>
                      <a:pt x="60833" y="99631"/>
                    </a:cubicBezTo>
                    <a:cubicBezTo>
                      <a:pt x="64643" y="98298"/>
                      <a:pt x="68357" y="96869"/>
                      <a:pt x="72072" y="95440"/>
                    </a:cubicBezTo>
                    <a:cubicBezTo>
                      <a:pt x="78359" y="92964"/>
                      <a:pt x="72834" y="84296"/>
                      <a:pt x="66929" y="86582"/>
                    </a:cubicBezTo>
                    <a:close/>
                    <a:moveTo>
                      <a:pt x="46926" y="121158"/>
                    </a:moveTo>
                    <a:cubicBezTo>
                      <a:pt x="46641" y="122206"/>
                      <a:pt x="46355" y="123253"/>
                      <a:pt x="45878" y="124301"/>
                    </a:cubicBezTo>
                    <a:cubicBezTo>
                      <a:pt x="43974" y="129159"/>
                      <a:pt x="40830" y="141065"/>
                      <a:pt x="35591" y="143161"/>
                    </a:cubicBezTo>
                    <a:cubicBezTo>
                      <a:pt x="30829" y="144970"/>
                      <a:pt x="21399" y="142780"/>
                      <a:pt x="18256" y="138970"/>
                    </a:cubicBezTo>
                    <a:cubicBezTo>
                      <a:pt x="16065" y="136207"/>
                      <a:pt x="15399" y="132493"/>
                      <a:pt x="15589" y="128968"/>
                    </a:cubicBezTo>
                    <a:cubicBezTo>
                      <a:pt x="15780" y="125349"/>
                      <a:pt x="16827" y="121729"/>
                      <a:pt x="18923" y="118681"/>
                    </a:cubicBezTo>
                    <a:cubicBezTo>
                      <a:pt x="22066" y="114205"/>
                      <a:pt x="27305" y="113062"/>
                      <a:pt x="32067" y="110871"/>
                    </a:cubicBezTo>
                    <a:cubicBezTo>
                      <a:pt x="37687" y="108204"/>
                      <a:pt x="43593" y="106204"/>
                      <a:pt x="49307" y="103822"/>
                    </a:cubicBezTo>
                    <a:cubicBezTo>
                      <a:pt x="48545" y="104108"/>
                      <a:pt x="47974" y="112966"/>
                      <a:pt x="47879" y="114109"/>
                    </a:cubicBezTo>
                    <a:cubicBezTo>
                      <a:pt x="47688" y="116681"/>
                      <a:pt x="47498" y="118872"/>
                      <a:pt x="46926" y="1211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297" name="Google Shape;1297;p35"/>
          <p:cNvGrpSpPr/>
          <p:nvPr/>
        </p:nvGrpSpPr>
        <p:grpSpPr>
          <a:xfrm rot="1059350">
            <a:off x="5716075" y="4263510"/>
            <a:ext cx="1252072" cy="198061"/>
            <a:chOff x="8064726" y="2014354"/>
            <a:chExt cx="1252066" cy="198060"/>
          </a:xfrm>
        </p:grpSpPr>
        <p:sp>
          <p:nvSpPr>
            <p:cNvPr id="1298" name="Google Shape;1298;p35"/>
            <p:cNvSpPr/>
            <p:nvPr/>
          </p:nvSpPr>
          <p:spPr>
            <a:xfrm>
              <a:off x="8064726" y="2044059"/>
              <a:ext cx="58877" cy="149782"/>
            </a:xfrm>
            <a:custGeom>
              <a:avLst/>
              <a:gdLst/>
              <a:ahLst/>
              <a:cxnLst/>
              <a:rect l="l" t="t" r="r" b="b"/>
              <a:pathLst>
                <a:path w="58877" h="149782" extrusionOk="0">
                  <a:moveTo>
                    <a:pt x="50002" y="1434"/>
                  </a:moveTo>
                  <a:cubicBezTo>
                    <a:pt x="10855" y="39534"/>
                    <a:pt x="-6481" y="91731"/>
                    <a:pt x="2187" y="145643"/>
                  </a:cubicBezTo>
                  <a:cubicBezTo>
                    <a:pt x="3235" y="152215"/>
                    <a:pt x="13807" y="150501"/>
                    <a:pt x="12760" y="143738"/>
                  </a:cubicBezTo>
                  <a:cubicBezTo>
                    <a:pt x="4759" y="93732"/>
                    <a:pt x="20951" y="44678"/>
                    <a:pt x="57241" y="9340"/>
                  </a:cubicBezTo>
                  <a:cubicBezTo>
                    <a:pt x="62194" y="4578"/>
                    <a:pt x="54765" y="-3233"/>
                    <a:pt x="50002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9" name="Google Shape;1299;p35"/>
            <p:cNvSpPr/>
            <p:nvPr/>
          </p:nvSpPr>
          <p:spPr>
            <a:xfrm>
              <a:off x="8128330" y="2050562"/>
              <a:ext cx="65437" cy="101177"/>
            </a:xfrm>
            <a:custGeom>
              <a:avLst/>
              <a:gdLst/>
              <a:ahLst/>
              <a:cxnLst/>
              <a:rect l="l" t="t" r="r" b="b"/>
              <a:pathLst>
                <a:path w="65437" h="101177" extrusionOk="0">
                  <a:moveTo>
                    <a:pt x="59074" y="42080"/>
                  </a:moveTo>
                  <a:cubicBezTo>
                    <a:pt x="52978" y="34460"/>
                    <a:pt x="39833" y="34936"/>
                    <a:pt x="32309" y="39794"/>
                  </a:cubicBezTo>
                  <a:cubicBezTo>
                    <a:pt x="17830" y="49319"/>
                    <a:pt x="16211" y="65130"/>
                    <a:pt x="15925" y="81323"/>
                  </a:cubicBezTo>
                  <a:cubicBezTo>
                    <a:pt x="15831" y="87895"/>
                    <a:pt x="26593" y="88847"/>
                    <a:pt x="26689" y="82085"/>
                  </a:cubicBezTo>
                  <a:cubicBezTo>
                    <a:pt x="26784" y="74274"/>
                    <a:pt x="27165" y="67416"/>
                    <a:pt x="29261" y="59796"/>
                  </a:cubicBezTo>
                  <a:cubicBezTo>
                    <a:pt x="33642" y="43413"/>
                    <a:pt x="55454" y="49414"/>
                    <a:pt x="54788" y="63606"/>
                  </a:cubicBezTo>
                  <a:cubicBezTo>
                    <a:pt x="53931" y="81608"/>
                    <a:pt x="27355" y="104468"/>
                    <a:pt x="13259" y="82370"/>
                  </a:cubicBezTo>
                  <a:cubicBezTo>
                    <a:pt x="6686" y="72083"/>
                    <a:pt x="11830" y="54653"/>
                    <a:pt x="14497" y="44080"/>
                  </a:cubicBezTo>
                  <a:cubicBezTo>
                    <a:pt x="19259" y="25411"/>
                    <a:pt x="34023" y="4742"/>
                    <a:pt x="55930" y="11981"/>
                  </a:cubicBezTo>
                  <a:cubicBezTo>
                    <a:pt x="62503" y="14171"/>
                    <a:pt x="65837" y="4361"/>
                    <a:pt x="59265" y="2170"/>
                  </a:cubicBezTo>
                  <a:cubicBezTo>
                    <a:pt x="-2934" y="-18309"/>
                    <a:pt x="-25413" y="113231"/>
                    <a:pt x="37357" y="100277"/>
                  </a:cubicBezTo>
                  <a:cubicBezTo>
                    <a:pt x="61169" y="95420"/>
                    <a:pt x="73933" y="60558"/>
                    <a:pt x="59074" y="419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0" name="Google Shape;1300;p35"/>
            <p:cNvSpPr/>
            <p:nvPr/>
          </p:nvSpPr>
          <p:spPr>
            <a:xfrm>
              <a:off x="8240941" y="2096160"/>
              <a:ext cx="37514" cy="11632"/>
            </a:xfrm>
            <a:custGeom>
              <a:avLst/>
              <a:gdLst/>
              <a:ahLst/>
              <a:cxnLst/>
              <a:rect l="l" t="t" r="r" b="b"/>
              <a:pathLst>
                <a:path w="37514" h="11632" extrusionOk="0">
                  <a:moveTo>
                    <a:pt x="32568" y="1244"/>
                  </a:moveTo>
                  <a:lnTo>
                    <a:pt x="5422" y="6"/>
                  </a:lnTo>
                  <a:cubicBezTo>
                    <a:pt x="-1531" y="-280"/>
                    <a:pt x="-1912" y="10007"/>
                    <a:pt x="4946" y="10388"/>
                  </a:cubicBezTo>
                  <a:lnTo>
                    <a:pt x="32092" y="11626"/>
                  </a:lnTo>
                  <a:cubicBezTo>
                    <a:pt x="39045" y="11912"/>
                    <a:pt x="39427" y="1625"/>
                    <a:pt x="32568" y="12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1" name="Google Shape;1301;p35"/>
            <p:cNvSpPr/>
            <p:nvPr/>
          </p:nvSpPr>
          <p:spPr>
            <a:xfrm>
              <a:off x="8290344" y="2084469"/>
              <a:ext cx="120050" cy="66009"/>
            </a:xfrm>
            <a:custGeom>
              <a:avLst/>
              <a:gdLst/>
              <a:ahLst/>
              <a:cxnLst/>
              <a:rect l="l" t="t" r="r" b="b"/>
              <a:pathLst>
                <a:path w="120050" h="66009" extrusionOk="0">
                  <a:moveTo>
                    <a:pt x="111373" y="36462"/>
                  </a:moveTo>
                  <a:cubicBezTo>
                    <a:pt x="106991" y="41034"/>
                    <a:pt x="102419" y="45225"/>
                    <a:pt x="97466" y="49226"/>
                  </a:cubicBezTo>
                  <a:cubicBezTo>
                    <a:pt x="87751" y="47797"/>
                    <a:pt x="84893" y="43892"/>
                    <a:pt x="88989" y="37510"/>
                  </a:cubicBezTo>
                  <a:cubicBezTo>
                    <a:pt x="89561" y="35129"/>
                    <a:pt x="90037" y="32843"/>
                    <a:pt x="90513" y="30461"/>
                  </a:cubicBezTo>
                  <a:cubicBezTo>
                    <a:pt x="91656" y="18936"/>
                    <a:pt x="90227" y="10078"/>
                    <a:pt x="81750" y="1886"/>
                  </a:cubicBezTo>
                  <a:cubicBezTo>
                    <a:pt x="79845" y="-19"/>
                    <a:pt x="76321" y="-876"/>
                    <a:pt x="74130" y="1220"/>
                  </a:cubicBezTo>
                  <a:cubicBezTo>
                    <a:pt x="67748" y="7411"/>
                    <a:pt x="62319" y="14078"/>
                    <a:pt x="57366" y="21032"/>
                  </a:cubicBezTo>
                  <a:cubicBezTo>
                    <a:pt x="56699" y="16460"/>
                    <a:pt x="55461" y="11792"/>
                    <a:pt x="53461" y="6935"/>
                  </a:cubicBezTo>
                  <a:cubicBezTo>
                    <a:pt x="52604" y="4744"/>
                    <a:pt x="49651" y="3601"/>
                    <a:pt x="47460" y="4077"/>
                  </a:cubicBezTo>
                  <a:cubicBezTo>
                    <a:pt x="39649" y="5696"/>
                    <a:pt x="32601" y="8744"/>
                    <a:pt x="26410" y="12745"/>
                  </a:cubicBezTo>
                  <a:cubicBezTo>
                    <a:pt x="26600" y="12173"/>
                    <a:pt x="26791" y="11507"/>
                    <a:pt x="26981" y="10935"/>
                  </a:cubicBezTo>
                  <a:cubicBezTo>
                    <a:pt x="29172" y="4553"/>
                    <a:pt x="18885" y="1124"/>
                    <a:pt x="16694" y="7506"/>
                  </a:cubicBezTo>
                  <a:cubicBezTo>
                    <a:pt x="14122" y="15031"/>
                    <a:pt x="11551" y="22556"/>
                    <a:pt x="8979" y="30080"/>
                  </a:cubicBezTo>
                  <a:cubicBezTo>
                    <a:pt x="4121" y="37891"/>
                    <a:pt x="978" y="46940"/>
                    <a:pt x="25" y="57036"/>
                  </a:cubicBezTo>
                  <a:cubicBezTo>
                    <a:pt x="-546" y="62942"/>
                    <a:pt x="8693" y="64656"/>
                    <a:pt x="10598" y="59132"/>
                  </a:cubicBezTo>
                  <a:cubicBezTo>
                    <a:pt x="13361" y="50940"/>
                    <a:pt x="16123" y="42844"/>
                    <a:pt x="18885" y="34652"/>
                  </a:cubicBezTo>
                  <a:cubicBezTo>
                    <a:pt x="20981" y="31509"/>
                    <a:pt x="23362" y="28461"/>
                    <a:pt x="26315" y="25508"/>
                  </a:cubicBezTo>
                  <a:cubicBezTo>
                    <a:pt x="30315" y="21889"/>
                    <a:pt x="34792" y="18936"/>
                    <a:pt x="39840" y="16841"/>
                  </a:cubicBezTo>
                  <a:cubicBezTo>
                    <a:pt x="54985" y="9506"/>
                    <a:pt x="42412" y="46654"/>
                    <a:pt x="42316" y="47797"/>
                  </a:cubicBezTo>
                  <a:cubicBezTo>
                    <a:pt x="42126" y="48273"/>
                    <a:pt x="41840" y="48654"/>
                    <a:pt x="41650" y="49130"/>
                  </a:cubicBezTo>
                  <a:cubicBezTo>
                    <a:pt x="39459" y="54560"/>
                    <a:pt x="48698" y="59036"/>
                    <a:pt x="51365" y="53798"/>
                  </a:cubicBezTo>
                  <a:cubicBezTo>
                    <a:pt x="51555" y="53417"/>
                    <a:pt x="51746" y="52940"/>
                    <a:pt x="51937" y="52559"/>
                  </a:cubicBezTo>
                  <a:lnTo>
                    <a:pt x="51937" y="52559"/>
                  </a:lnTo>
                  <a:cubicBezTo>
                    <a:pt x="58128" y="37510"/>
                    <a:pt x="66414" y="24842"/>
                    <a:pt x="77368" y="13221"/>
                  </a:cubicBezTo>
                  <a:cubicBezTo>
                    <a:pt x="86893" y="29604"/>
                    <a:pt x="65557" y="47702"/>
                    <a:pt x="79369" y="62751"/>
                  </a:cubicBezTo>
                  <a:cubicBezTo>
                    <a:pt x="90322" y="74657"/>
                    <a:pt x="112516" y="50559"/>
                    <a:pt x="118516" y="44368"/>
                  </a:cubicBezTo>
                  <a:cubicBezTo>
                    <a:pt x="123279" y="39415"/>
                    <a:pt x="115849" y="31700"/>
                    <a:pt x="111277" y="364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2" name="Google Shape;1302;p35"/>
            <p:cNvSpPr/>
            <p:nvPr/>
          </p:nvSpPr>
          <p:spPr>
            <a:xfrm>
              <a:off x="8398306" y="2053205"/>
              <a:ext cx="41549" cy="155261"/>
            </a:xfrm>
            <a:custGeom>
              <a:avLst/>
              <a:gdLst/>
              <a:ahLst/>
              <a:cxnLst/>
              <a:rect l="l" t="t" r="r" b="b"/>
              <a:pathLst>
                <a:path w="41549" h="155261" extrusionOk="0">
                  <a:moveTo>
                    <a:pt x="37129" y="4099"/>
                  </a:moveTo>
                  <a:cubicBezTo>
                    <a:pt x="35795" y="-2378"/>
                    <a:pt x="25127" y="-758"/>
                    <a:pt x="26556" y="6005"/>
                  </a:cubicBezTo>
                  <a:cubicBezTo>
                    <a:pt x="36939" y="55535"/>
                    <a:pt x="28080" y="104398"/>
                    <a:pt x="839" y="147070"/>
                  </a:cubicBezTo>
                  <a:cubicBezTo>
                    <a:pt x="-2781" y="152785"/>
                    <a:pt x="6268" y="158595"/>
                    <a:pt x="9888" y="152975"/>
                  </a:cubicBezTo>
                  <a:cubicBezTo>
                    <a:pt x="38558" y="108017"/>
                    <a:pt x="48083" y="56297"/>
                    <a:pt x="37129" y="40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3" name="Google Shape;1303;p35"/>
            <p:cNvSpPr/>
            <p:nvPr/>
          </p:nvSpPr>
          <p:spPr>
            <a:xfrm>
              <a:off x="8465631" y="2056043"/>
              <a:ext cx="40156" cy="156371"/>
            </a:xfrm>
            <a:custGeom>
              <a:avLst/>
              <a:gdLst/>
              <a:ahLst/>
              <a:cxnLst/>
              <a:rect l="l" t="t" r="r" b="b"/>
              <a:pathLst>
                <a:path w="40156" h="156371" extrusionOk="0">
                  <a:moveTo>
                    <a:pt x="30382" y="2309"/>
                  </a:moveTo>
                  <a:cubicBezTo>
                    <a:pt x="3807" y="48505"/>
                    <a:pt x="-5527" y="99655"/>
                    <a:pt x="3141" y="152233"/>
                  </a:cubicBezTo>
                  <a:cubicBezTo>
                    <a:pt x="4188" y="158805"/>
                    <a:pt x="14857" y="157090"/>
                    <a:pt x="13713" y="150328"/>
                  </a:cubicBezTo>
                  <a:cubicBezTo>
                    <a:pt x="5522" y="100607"/>
                    <a:pt x="14285" y="51934"/>
                    <a:pt x="39431" y="8310"/>
                  </a:cubicBezTo>
                  <a:cubicBezTo>
                    <a:pt x="42765" y="2404"/>
                    <a:pt x="33716" y="-3406"/>
                    <a:pt x="30382" y="24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4" name="Google Shape;1304;p35"/>
            <p:cNvSpPr/>
            <p:nvPr/>
          </p:nvSpPr>
          <p:spPr>
            <a:xfrm>
              <a:off x="8508771" y="2053142"/>
              <a:ext cx="58443" cy="106295"/>
            </a:xfrm>
            <a:custGeom>
              <a:avLst/>
              <a:gdLst/>
              <a:ahLst/>
              <a:cxnLst/>
              <a:rect l="l" t="t" r="r" b="b"/>
              <a:pathLst>
                <a:path w="58443" h="106295" extrusionOk="0">
                  <a:moveTo>
                    <a:pt x="51155" y="50168"/>
                  </a:moveTo>
                  <a:cubicBezTo>
                    <a:pt x="34487" y="35309"/>
                    <a:pt x="20390" y="45215"/>
                    <a:pt x="11722" y="59979"/>
                  </a:cubicBezTo>
                  <a:cubicBezTo>
                    <a:pt x="15627" y="38452"/>
                    <a:pt x="28486" y="18259"/>
                    <a:pt x="48965" y="9782"/>
                  </a:cubicBezTo>
                  <a:cubicBezTo>
                    <a:pt x="55442" y="7115"/>
                    <a:pt x="50203" y="-2124"/>
                    <a:pt x="44012" y="447"/>
                  </a:cubicBezTo>
                  <a:cubicBezTo>
                    <a:pt x="18675" y="10925"/>
                    <a:pt x="4102" y="36166"/>
                    <a:pt x="482" y="62646"/>
                  </a:cubicBezTo>
                  <a:cubicBezTo>
                    <a:pt x="-1804" y="79600"/>
                    <a:pt x="3435" y="113985"/>
                    <a:pt x="29248" y="104746"/>
                  </a:cubicBezTo>
                  <a:cubicBezTo>
                    <a:pt x="46964" y="98460"/>
                    <a:pt x="70586" y="67503"/>
                    <a:pt x="51155" y="50168"/>
                  </a:cubicBezTo>
                  <a:close/>
                  <a:moveTo>
                    <a:pt x="42488" y="80553"/>
                  </a:moveTo>
                  <a:cubicBezTo>
                    <a:pt x="38106" y="89125"/>
                    <a:pt x="22390" y="103794"/>
                    <a:pt x="12865" y="88649"/>
                  </a:cubicBezTo>
                  <a:cubicBezTo>
                    <a:pt x="12198" y="87506"/>
                    <a:pt x="11722" y="86268"/>
                    <a:pt x="11341" y="84934"/>
                  </a:cubicBezTo>
                  <a:cubicBezTo>
                    <a:pt x="12770" y="84553"/>
                    <a:pt x="14008" y="83601"/>
                    <a:pt x="14484" y="81696"/>
                  </a:cubicBezTo>
                  <a:cubicBezTo>
                    <a:pt x="15437" y="77695"/>
                    <a:pt x="16484" y="73790"/>
                    <a:pt x="17818" y="69885"/>
                  </a:cubicBezTo>
                  <a:cubicBezTo>
                    <a:pt x="23438" y="51692"/>
                    <a:pt x="58394" y="49787"/>
                    <a:pt x="42488" y="805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5" name="Google Shape;1305;p35"/>
            <p:cNvSpPr/>
            <p:nvPr/>
          </p:nvSpPr>
          <p:spPr>
            <a:xfrm>
              <a:off x="8589176" y="2080463"/>
              <a:ext cx="51515" cy="42836"/>
            </a:xfrm>
            <a:custGeom>
              <a:avLst/>
              <a:gdLst/>
              <a:ahLst/>
              <a:cxnLst/>
              <a:rect l="l" t="t" r="r" b="b"/>
              <a:pathLst>
                <a:path w="51515" h="42836" extrusionOk="0">
                  <a:moveTo>
                    <a:pt x="44950" y="6178"/>
                  </a:moveTo>
                  <a:cubicBezTo>
                    <a:pt x="39902" y="6654"/>
                    <a:pt x="34759" y="7131"/>
                    <a:pt x="29711" y="7512"/>
                  </a:cubicBezTo>
                  <a:cubicBezTo>
                    <a:pt x="29711" y="7321"/>
                    <a:pt x="29711" y="7131"/>
                    <a:pt x="29806" y="6940"/>
                  </a:cubicBezTo>
                  <a:cubicBezTo>
                    <a:pt x="31235" y="463"/>
                    <a:pt x="20948" y="-3061"/>
                    <a:pt x="19519" y="3511"/>
                  </a:cubicBezTo>
                  <a:cubicBezTo>
                    <a:pt x="19138" y="5226"/>
                    <a:pt x="18757" y="6845"/>
                    <a:pt x="18471" y="8559"/>
                  </a:cubicBezTo>
                  <a:cubicBezTo>
                    <a:pt x="13709" y="9036"/>
                    <a:pt x="8851" y="9417"/>
                    <a:pt x="4088" y="9893"/>
                  </a:cubicBezTo>
                  <a:cubicBezTo>
                    <a:pt x="-2865" y="10560"/>
                    <a:pt x="-198" y="20656"/>
                    <a:pt x="6470" y="20085"/>
                  </a:cubicBezTo>
                  <a:cubicBezTo>
                    <a:pt x="9708" y="19799"/>
                    <a:pt x="12946" y="19513"/>
                    <a:pt x="16281" y="19227"/>
                  </a:cubicBezTo>
                  <a:lnTo>
                    <a:pt x="12661" y="35896"/>
                  </a:lnTo>
                  <a:cubicBezTo>
                    <a:pt x="11232" y="42373"/>
                    <a:pt x="21519" y="45897"/>
                    <a:pt x="22948" y="39325"/>
                  </a:cubicBezTo>
                  <a:lnTo>
                    <a:pt x="27520" y="18180"/>
                  </a:lnTo>
                  <a:lnTo>
                    <a:pt x="47427" y="16370"/>
                  </a:lnTo>
                  <a:cubicBezTo>
                    <a:pt x="54381" y="15703"/>
                    <a:pt x="51713" y="5607"/>
                    <a:pt x="45046" y="61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6" name="Google Shape;1306;p35"/>
            <p:cNvSpPr/>
            <p:nvPr/>
          </p:nvSpPr>
          <p:spPr>
            <a:xfrm>
              <a:off x="8641097" y="2072822"/>
              <a:ext cx="106974" cy="76671"/>
            </a:xfrm>
            <a:custGeom>
              <a:avLst/>
              <a:gdLst/>
              <a:ahLst/>
              <a:cxnLst/>
              <a:rect l="l" t="t" r="r" b="b"/>
              <a:pathLst>
                <a:path w="106974" h="76671" extrusionOk="0">
                  <a:moveTo>
                    <a:pt x="96661" y="51824"/>
                  </a:moveTo>
                  <a:cubicBezTo>
                    <a:pt x="94756" y="54301"/>
                    <a:pt x="83135" y="68303"/>
                    <a:pt x="79802" y="58111"/>
                  </a:cubicBezTo>
                  <a:cubicBezTo>
                    <a:pt x="78373" y="53825"/>
                    <a:pt x="80563" y="47919"/>
                    <a:pt x="81516" y="43823"/>
                  </a:cubicBezTo>
                  <a:cubicBezTo>
                    <a:pt x="83802" y="34298"/>
                    <a:pt x="88184" y="23535"/>
                    <a:pt x="87802" y="13629"/>
                  </a:cubicBezTo>
                  <a:cubicBezTo>
                    <a:pt x="87136" y="-6564"/>
                    <a:pt x="58561" y="12772"/>
                    <a:pt x="51703" y="16868"/>
                  </a:cubicBezTo>
                  <a:cubicBezTo>
                    <a:pt x="51512" y="13343"/>
                    <a:pt x="50941" y="10105"/>
                    <a:pt x="49417" y="7438"/>
                  </a:cubicBezTo>
                  <a:cubicBezTo>
                    <a:pt x="46178" y="1723"/>
                    <a:pt x="41987" y="-754"/>
                    <a:pt x="35415" y="199"/>
                  </a:cubicBezTo>
                  <a:cubicBezTo>
                    <a:pt x="29700" y="1056"/>
                    <a:pt x="26747" y="7628"/>
                    <a:pt x="23032" y="11819"/>
                  </a:cubicBezTo>
                  <a:cubicBezTo>
                    <a:pt x="20366" y="9343"/>
                    <a:pt x="15413" y="9152"/>
                    <a:pt x="14365" y="13439"/>
                  </a:cubicBezTo>
                  <a:cubicBezTo>
                    <a:pt x="9602" y="32203"/>
                    <a:pt x="4840" y="50967"/>
                    <a:pt x="172" y="69731"/>
                  </a:cubicBezTo>
                  <a:cubicBezTo>
                    <a:pt x="-1447" y="76208"/>
                    <a:pt x="8840" y="79733"/>
                    <a:pt x="10459" y="73160"/>
                  </a:cubicBezTo>
                  <a:cubicBezTo>
                    <a:pt x="14746" y="56301"/>
                    <a:pt x="18937" y="39442"/>
                    <a:pt x="23223" y="22583"/>
                  </a:cubicBezTo>
                  <a:cubicBezTo>
                    <a:pt x="24747" y="22964"/>
                    <a:pt x="26366" y="22868"/>
                    <a:pt x="27890" y="21916"/>
                  </a:cubicBezTo>
                  <a:cubicBezTo>
                    <a:pt x="30652" y="20106"/>
                    <a:pt x="32462" y="18011"/>
                    <a:pt x="34367" y="15344"/>
                  </a:cubicBezTo>
                  <a:cubicBezTo>
                    <a:pt x="40273" y="7343"/>
                    <a:pt x="40559" y="17915"/>
                    <a:pt x="40273" y="22392"/>
                  </a:cubicBezTo>
                  <a:cubicBezTo>
                    <a:pt x="39320" y="37251"/>
                    <a:pt x="35701" y="51824"/>
                    <a:pt x="30843" y="65921"/>
                  </a:cubicBezTo>
                  <a:cubicBezTo>
                    <a:pt x="28652" y="72208"/>
                    <a:pt x="38939" y="75732"/>
                    <a:pt x="41130" y="69350"/>
                  </a:cubicBezTo>
                  <a:cubicBezTo>
                    <a:pt x="44845" y="58682"/>
                    <a:pt x="47512" y="47919"/>
                    <a:pt x="49512" y="36870"/>
                  </a:cubicBezTo>
                  <a:cubicBezTo>
                    <a:pt x="50084" y="33822"/>
                    <a:pt x="50751" y="30107"/>
                    <a:pt x="51322" y="26297"/>
                  </a:cubicBezTo>
                  <a:cubicBezTo>
                    <a:pt x="52655" y="27155"/>
                    <a:pt x="54465" y="27536"/>
                    <a:pt x="56275" y="26393"/>
                  </a:cubicBezTo>
                  <a:cubicBezTo>
                    <a:pt x="62085" y="23059"/>
                    <a:pt x="67895" y="19725"/>
                    <a:pt x="73706" y="16391"/>
                  </a:cubicBezTo>
                  <a:cubicBezTo>
                    <a:pt x="78087" y="14296"/>
                    <a:pt x="78849" y="15820"/>
                    <a:pt x="75991" y="20963"/>
                  </a:cubicBezTo>
                  <a:cubicBezTo>
                    <a:pt x="75039" y="24773"/>
                    <a:pt x="74086" y="28679"/>
                    <a:pt x="73229" y="32489"/>
                  </a:cubicBezTo>
                  <a:cubicBezTo>
                    <a:pt x="71038" y="41537"/>
                    <a:pt x="68086" y="50396"/>
                    <a:pt x="69419" y="59825"/>
                  </a:cubicBezTo>
                  <a:cubicBezTo>
                    <a:pt x="70372" y="67064"/>
                    <a:pt x="77039" y="70874"/>
                    <a:pt x="83516" y="72017"/>
                  </a:cubicBezTo>
                  <a:cubicBezTo>
                    <a:pt x="92470" y="73541"/>
                    <a:pt x="101138" y="63635"/>
                    <a:pt x="105900" y="57635"/>
                  </a:cubicBezTo>
                  <a:cubicBezTo>
                    <a:pt x="110091" y="52301"/>
                    <a:pt x="100947" y="46490"/>
                    <a:pt x="96851" y="517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7" name="Google Shape;1307;p35"/>
            <p:cNvSpPr/>
            <p:nvPr/>
          </p:nvSpPr>
          <p:spPr>
            <a:xfrm>
              <a:off x="8747918" y="2057891"/>
              <a:ext cx="31706" cy="137680"/>
            </a:xfrm>
            <a:custGeom>
              <a:avLst/>
              <a:gdLst/>
              <a:ahLst/>
              <a:cxnLst/>
              <a:rect l="l" t="t" r="r" b="b"/>
              <a:pathLst>
                <a:path w="31706" h="137680" extrusionOk="0">
                  <a:moveTo>
                    <a:pt x="20702" y="3033"/>
                  </a:moveTo>
                  <a:cubicBezTo>
                    <a:pt x="18225" y="-3158"/>
                    <a:pt x="8509" y="1033"/>
                    <a:pt x="11081" y="7510"/>
                  </a:cubicBezTo>
                  <a:cubicBezTo>
                    <a:pt x="27369" y="48182"/>
                    <a:pt x="23559" y="91997"/>
                    <a:pt x="794" y="129430"/>
                  </a:cubicBezTo>
                  <a:cubicBezTo>
                    <a:pt x="-2730" y="135240"/>
                    <a:pt x="6414" y="141050"/>
                    <a:pt x="9843" y="135335"/>
                  </a:cubicBezTo>
                  <a:cubicBezTo>
                    <a:pt x="34703" y="94473"/>
                    <a:pt x="38418" y="47324"/>
                    <a:pt x="20702" y="3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8" name="Google Shape;1308;p35"/>
            <p:cNvSpPr/>
            <p:nvPr/>
          </p:nvSpPr>
          <p:spPr>
            <a:xfrm>
              <a:off x="8811870" y="2095398"/>
              <a:ext cx="32085" cy="11441"/>
            </a:xfrm>
            <a:custGeom>
              <a:avLst/>
              <a:gdLst/>
              <a:ahLst/>
              <a:cxnLst/>
              <a:rect l="l" t="t" r="r" b="b"/>
              <a:pathLst>
                <a:path w="32085" h="11441" extrusionOk="0">
                  <a:moveTo>
                    <a:pt x="27139" y="1054"/>
                  </a:moveTo>
                  <a:lnTo>
                    <a:pt x="5423" y="6"/>
                  </a:lnTo>
                  <a:cubicBezTo>
                    <a:pt x="-1531" y="-280"/>
                    <a:pt x="-1912" y="10007"/>
                    <a:pt x="4946" y="10388"/>
                  </a:cubicBezTo>
                  <a:lnTo>
                    <a:pt x="26663" y="11436"/>
                  </a:lnTo>
                  <a:cubicBezTo>
                    <a:pt x="33616" y="11722"/>
                    <a:pt x="33998" y="1435"/>
                    <a:pt x="27139" y="10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9" name="Google Shape;1309;p35"/>
            <p:cNvSpPr/>
            <p:nvPr/>
          </p:nvSpPr>
          <p:spPr>
            <a:xfrm>
              <a:off x="8855291" y="2014354"/>
              <a:ext cx="40697" cy="165607"/>
            </a:xfrm>
            <a:custGeom>
              <a:avLst/>
              <a:gdLst/>
              <a:ahLst/>
              <a:cxnLst/>
              <a:rect l="l" t="t" r="r" b="b"/>
              <a:pathLst>
                <a:path w="40697" h="165607" extrusionOk="0">
                  <a:moveTo>
                    <a:pt x="29914" y="3136"/>
                  </a:moveTo>
                  <a:cubicBezTo>
                    <a:pt x="9340" y="46379"/>
                    <a:pt x="-17997" y="120674"/>
                    <a:pt x="16294" y="163632"/>
                  </a:cubicBezTo>
                  <a:cubicBezTo>
                    <a:pt x="20485" y="168966"/>
                    <a:pt x="28676" y="162394"/>
                    <a:pt x="24294" y="156964"/>
                  </a:cubicBezTo>
                  <a:cubicBezTo>
                    <a:pt x="-6853" y="117912"/>
                    <a:pt x="21437" y="45808"/>
                    <a:pt x="40201" y="6565"/>
                  </a:cubicBezTo>
                  <a:cubicBezTo>
                    <a:pt x="43059" y="564"/>
                    <a:pt x="32772" y="-2865"/>
                    <a:pt x="29914" y="3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0" name="Google Shape;1310;p35"/>
            <p:cNvSpPr/>
            <p:nvPr/>
          </p:nvSpPr>
          <p:spPr>
            <a:xfrm>
              <a:off x="8881022" y="2038006"/>
              <a:ext cx="85448" cy="112028"/>
            </a:xfrm>
            <a:custGeom>
              <a:avLst/>
              <a:gdLst/>
              <a:ahLst/>
              <a:cxnLst/>
              <a:rect l="l" t="t" r="r" b="b"/>
              <a:pathLst>
                <a:path w="85448" h="112028" extrusionOk="0">
                  <a:moveTo>
                    <a:pt x="75716" y="84640"/>
                  </a:moveTo>
                  <a:cubicBezTo>
                    <a:pt x="72572" y="90450"/>
                    <a:pt x="69620" y="95308"/>
                    <a:pt x="64857" y="99975"/>
                  </a:cubicBezTo>
                  <a:cubicBezTo>
                    <a:pt x="54189" y="110452"/>
                    <a:pt x="45903" y="101785"/>
                    <a:pt x="40569" y="91974"/>
                  </a:cubicBezTo>
                  <a:cubicBezTo>
                    <a:pt x="41235" y="91212"/>
                    <a:pt x="41997" y="90450"/>
                    <a:pt x="42569" y="89783"/>
                  </a:cubicBezTo>
                  <a:cubicBezTo>
                    <a:pt x="63143" y="65971"/>
                    <a:pt x="70667" y="34443"/>
                    <a:pt x="61142" y="4153"/>
                  </a:cubicBezTo>
                  <a:cubicBezTo>
                    <a:pt x="60190" y="1201"/>
                    <a:pt x="57714" y="-323"/>
                    <a:pt x="54665" y="58"/>
                  </a:cubicBezTo>
                  <a:cubicBezTo>
                    <a:pt x="38187" y="1867"/>
                    <a:pt x="28091" y="16917"/>
                    <a:pt x="32948" y="32824"/>
                  </a:cubicBezTo>
                  <a:cubicBezTo>
                    <a:pt x="34853" y="39110"/>
                    <a:pt x="45521" y="37491"/>
                    <a:pt x="43521" y="30919"/>
                  </a:cubicBezTo>
                  <a:cubicBezTo>
                    <a:pt x="41045" y="21013"/>
                    <a:pt x="43902" y="14631"/>
                    <a:pt x="51998" y="11678"/>
                  </a:cubicBezTo>
                  <a:cubicBezTo>
                    <a:pt x="56951" y="32062"/>
                    <a:pt x="53808" y="52159"/>
                    <a:pt x="43331" y="70828"/>
                  </a:cubicBezTo>
                  <a:cubicBezTo>
                    <a:pt x="41235" y="74638"/>
                    <a:pt x="38568" y="78067"/>
                    <a:pt x="35711" y="81211"/>
                  </a:cubicBezTo>
                  <a:cubicBezTo>
                    <a:pt x="35044" y="79401"/>
                    <a:pt x="34472" y="77877"/>
                    <a:pt x="34186" y="76829"/>
                  </a:cubicBezTo>
                  <a:cubicBezTo>
                    <a:pt x="33425" y="74543"/>
                    <a:pt x="31710" y="72829"/>
                    <a:pt x="29139" y="72638"/>
                  </a:cubicBezTo>
                  <a:cubicBezTo>
                    <a:pt x="19518" y="71971"/>
                    <a:pt x="11612" y="73400"/>
                    <a:pt x="2849" y="77686"/>
                  </a:cubicBezTo>
                  <a:cubicBezTo>
                    <a:pt x="564" y="78829"/>
                    <a:pt x="-294" y="80925"/>
                    <a:pt x="87" y="83306"/>
                  </a:cubicBezTo>
                  <a:cubicBezTo>
                    <a:pt x="1135" y="91974"/>
                    <a:pt x="-1056" y="107500"/>
                    <a:pt x="11517" y="108357"/>
                  </a:cubicBezTo>
                  <a:cubicBezTo>
                    <a:pt x="19137" y="108928"/>
                    <a:pt x="26947" y="104356"/>
                    <a:pt x="33425" y="98927"/>
                  </a:cubicBezTo>
                  <a:cubicBezTo>
                    <a:pt x="47998" y="118358"/>
                    <a:pt x="70572" y="116644"/>
                    <a:pt x="84764" y="90640"/>
                  </a:cubicBezTo>
                  <a:cubicBezTo>
                    <a:pt x="88003" y="84735"/>
                    <a:pt x="78859" y="78925"/>
                    <a:pt x="75716" y="84735"/>
                  </a:cubicBezTo>
                  <a:close/>
                  <a:moveTo>
                    <a:pt x="22090" y="93593"/>
                  </a:moveTo>
                  <a:cubicBezTo>
                    <a:pt x="564" y="109690"/>
                    <a:pt x="18280" y="65875"/>
                    <a:pt x="26090" y="85592"/>
                  </a:cubicBezTo>
                  <a:cubicBezTo>
                    <a:pt x="26567" y="86830"/>
                    <a:pt x="27138" y="87973"/>
                    <a:pt x="27710" y="89116"/>
                  </a:cubicBezTo>
                  <a:cubicBezTo>
                    <a:pt x="25900" y="90640"/>
                    <a:pt x="23995" y="92164"/>
                    <a:pt x="22090" y="935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1" name="Google Shape;1311;p35"/>
            <p:cNvSpPr/>
            <p:nvPr/>
          </p:nvSpPr>
          <p:spPr>
            <a:xfrm>
              <a:off x="8970913" y="2079552"/>
              <a:ext cx="113635" cy="67516"/>
            </a:xfrm>
            <a:custGeom>
              <a:avLst/>
              <a:gdLst/>
              <a:ahLst/>
              <a:cxnLst/>
              <a:rect l="l" t="t" r="r" b="b"/>
              <a:pathLst>
                <a:path w="113635" h="67516" extrusionOk="0">
                  <a:moveTo>
                    <a:pt x="103554" y="43570"/>
                  </a:moveTo>
                  <a:cubicBezTo>
                    <a:pt x="97553" y="51476"/>
                    <a:pt x="90123" y="55762"/>
                    <a:pt x="81075" y="56810"/>
                  </a:cubicBezTo>
                  <a:cubicBezTo>
                    <a:pt x="82980" y="42903"/>
                    <a:pt x="85361" y="28901"/>
                    <a:pt x="86028" y="14900"/>
                  </a:cubicBezTo>
                  <a:cubicBezTo>
                    <a:pt x="86314" y="8804"/>
                    <a:pt x="81837" y="6518"/>
                    <a:pt x="77170" y="4517"/>
                  </a:cubicBezTo>
                  <a:cubicBezTo>
                    <a:pt x="69835" y="1374"/>
                    <a:pt x="62215" y="7756"/>
                    <a:pt x="55643" y="16614"/>
                  </a:cubicBezTo>
                  <a:cubicBezTo>
                    <a:pt x="55167" y="6994"/>
                    <a:pt x="51643" y="-626"/>
                    <a:pt x="41737" y="41"/>
                  </a:cubicBezTo>
                  <a:cubicBezTo>
                    <a:pt x="34498" y="517"/>
                    <a:pt x="28306" y="3470"/>
                    <a:pt x="23068" y="8042"/>
                  </a:cubicBezTo>
                  <a:cubicBezTo>
                    <a:pt x="23068" y="2231"/>
                    <a:pt x="14019" y="-531"/>
                    <a:pt x="12780" y="5565"/>
                  </a:cubicBezTo>
                  <a:cubicBezTo>
                    <a:pt x="11066" y="14233"/>
                    <a:pt x="9256" y="22805"/>
                    <a:pt x="7256" y="31473"/>
                  </a:cubicBezTo>
                  <a:cubicBezTo>
                    <a:pt x="3065" y="41570"/>
                    <a:pt x="684" y="52428"/>
                    <a:pt x="17" y="61001"/>
                  </a:cubicBezTo>
                  <a:cubicBezTo>
                    <a:pt x="-459" y="66716"/>
                    <a:pt x="9066" y="68906"/>
                    <a:pt x="10590" y="63096"/>
                  </a:cubicBezTo>
                  <a:cubicBezTo>
                    <a:pt x="12876" y="54428"/>
                    <a:pt x="15066" y="45856"/>
                    <a:pt x="17067" y="37093"/>
                  </a:cubicBezTo>
                  <a:cubicBezTo>
                    <a:pt x="19257" y="32045"/>
                    <a:pt x="21925" y="27187"/>
                    <a:pt x="25449" y="22329"/>
                  </a:cubicBezTo>
                  <a:cubicBezTo>
                    <a:pt x="30687" y="11375"/>
                    <a:pt x="37164" y="11090"/>
                    <a:pt x="44785" y="21377"/>
                  </a:cubicBezTo>
                  <a:cubicBezTo>
                    <a:pt x="45451" y="30521"/>
                    <a:pt x="42404" y="39474"/>
                    <a:pt x="39070" y="47856"/>
                  </a:cubicBezTo>
                  <a:cubicBezTo>
                    <a:pt x="36688" y="54143"/>
                    <a:pt x="46880" y="57572"/>
                    <a:pt x="49357" y="51285"/>
                  </a:cubicBezTo>
                  <a:cubicBezTo>
                    <a:pt x="52119" y="44046"/>
                    <a:pt x="55548" y="37283"/>
                    <a:pt x="59644" y="30711"/>
                  </a:cubicBezTo>
                  <a:cubicBezTo>
                    <a:pt x="61263" y="28139"/>
                    <a:pt x="75264" y="13852"/>
                    <a:pt x="75074" y="18043"/>
                  </a:cubicBezTo>
                  <a:cubicBezTo>
                    <a:pt x="74407" y="32616"/>
                    <a:pt x="71359" y="47475"/>
                    <a:pt x="69454" y="61953"/>
                  </a:cubicBezTo>
                  <a:cubicBezTo>
                    <a:pt x="69074" y="64811"/>
                    <a:pt x="71931" y="67382"/>
                    <a:pt x="74598" y="67478"/>
                  </a:cubicBezTo>
                  <a:cubicBezTo>
                    <a:pt x="90600" y="68049"/>
                    <a:pt x="102982" y="62239"/>
                    <a:pt x="112603" y="49475"/>
                  </a:cubicBezTo>
                  <a:cubicBezTo>
                    <a:pt x="116699" y="44046"/>
                    <a:pt x="107554" y="38236"/>
                    <a:pt x="103554" y="43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2" name="Google Shape;1312;p35"/>
            <p:cNvSpPr/>
            <p:nvPr/>
          </p:nvSpPr>
          <p:spPr>
            <a:xfrm>
              <a:off x="9092476" y="2079301"/>
              <a:ext cx="37609" cy="11727"/>
            </a:xfrm>
            <a:custGeom>
              <a:avLst/>
              <a:gdLst/>
              <a:ahLst/>
              <a:cxnLst/>
              <a:rect l="l" t="t" r="r" b="b"/>
              <a:pathLst>
                <a:path w="37609" h="11727" extrusionOk="0">
                  <a:moveTo>
                    <a:pt x="32664" y="6"/>
                  </a:moveTo>
                  <a:cubicBezTo>
                    <a:pt x="23615" y="482"/>
                    <a:pt x="14471" y="863"/>
                    <a:pt x="5422" y="1339"/>
                  </a:cubicBezTo>
                  <a:cubicBezTo>
                    <a:pt x="-1531" y="1720"/>
                    <a:pt x="-1912" y="12007"/>
                    <a:pt x="4946" y="11722"/>
                  </a:cubicBezTo>
                  <a:cubicBezTo>
                    <a:pt x="13995" y="11245"/>
                    <a:pt x="23139" y="10864"/>
                    <a:pt x="32187" y="10388"/>
                  </a:cubicBezTo>
                  <a:cubicBezTo>
                    <a:pt x="39141" y="10007"/>
                    <a:pt x="39522" y="-280"/>
                    <a:pt x="32664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3" name="Google Shape;1313;p35"/>
            <p:cNvSpPr/>
            <p:nvPr/>
          </p:nvSpPr>
          <p:spPr>
            <a:xfrm>
              <a:off x="9139142" y="2046173"/>
              <a:ext cx="61323" cy="102894"/>
            </a:xfrm>
            <a:custGeom>
              <a:avLst/>
              <a:gdLst/>
              <a:ahLst/>
              <a:cxnLst/>
              <a:rect l="l" t="t" r="r" b="b"/>
              <a:pathLst>
                <a:path w="61323" h="102894" extrusionOk="0">
                  <a:moveTo>
                    <a:pt x="22478" y="31133"/>
                  </a:moveTo>
                  <a:cubicBezTo>
                    <a:pt x="24288" y="23037"/>
                    <a:pt x="26098" y="15036"/>
                    <a:pt x="27812" y="6940"/>
                  </a:cubicBezTo>
                  <a:cubicBezTo>
                    <a:pt x="29146" y="463"/>
                    <a:pt x="18859" y="-3061"/>
                    <a:pt x="17526" y="3511"/>
                  </a:cubicBezTo>
                  <a:cubicBezTo>
                    <a:pt x="15049" y="15703"/>
                    <a:pt x="12382" y="27895"/>
                    <a:pt x="9525" y="39992"/>
                  </a:cubicBezTo>
                  <a:cubicBezTo>
                    <a:pt x="8382" y="44850"/>
                    <a:pt x="14192" y="49326"/>
                    <a:pt x="18287" y="45707"/>
                  </a:cubicBezTo>
                  <a:cubicBezTo>
                    <a:pt x="35052" y="30848"/>
                    <a:pt x="54673" y="46945"/>
                    <a:pt x="48672" y="66852"/>
                  </a:cubicBezTo>
                  <a:cubicBezTo>
                    <a:pt x="46101" y="72472"/>
                    <a:pt x="42577" y="77520"/>
                    <a:pt x="38100" y="81807"/>
                  </a:cubicBezTo>
                  <a:cubicBezTo>
                    <a:pt x="36766" y="83045"/>
                    <a:pt x="35433" y="84283"/>
                    <a:pt x="34099" y="85521"/>
                  </a:cubicBezTo>
                  <a:cubicBezTo>
                    <a:pt x="24670" y="95427"/>
                    <a:pt x="17240" y="93713"/>
                    <a:pt x="11715" y="80283"/>
                  </a:cubicBezTo>
                  <a:lnTo>
                    <a:pt x="11906" y="78854"/>
                  </a:lnTo>
                  <a:cubicBezTo>
                    <a:pt x="12763" y="72853"/>
                    <a:pt x="3334" y="71424"/>
                    <a:pt x="1333" y="76758"/>
                  </a:cubicBezTo>
                  <a:cubicBezTo>
                    <a:pt x="190" y="79711"/>
                    <a:pt x="-96" y="82473"/>
                    <a:pt x="95" y="85140"/>
                  </a:cubicBezTo>
                  <a:lnTo>
                    <a:pt x="95" y="85807"/>
                  </a:lnTo>
                  <a:cubicBezTo>
                    <a:pt x="-191" y="87331"/>
                    <a:pt x="190" y="88474"/>
                    <a:pt x="952" y="89331"/>
                  </a:cubicBezTo>
                  <a:cubicBezTo>
                    <a:pt x="3143" y="95618"/>
                    <a:pt x="9048" y="100285"/>
                    <a:pt x="16573" y="102285"/>
                  </a:cubicBezTo>
                  <a:cubicBezTo>
                    <a:pt x="32766" y="106476"/>
                    <a:pt x="48482" y="88093"/>
                    <a:pt x="56007" y="76473"/>
                  </a:cubicBezTo>
                  <a:cubicBezTo>
                    <a:pt x="72771" y="50660"/>
                    <a:pt x="46672" y="23704"/>
                    <a:pt x="22384" y="31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4" name="Google Shape;1314;p35"/>
            <p:cNvSpPr/>
            <p:nvPr/>
          </p:nvSpPr>
          <p:spPr>
            <a:xfrm>
              <a:off x="9208457" y="2036937"/>
              <a:ext cx="37978" cy="127959"/>
            </a:xfrm>
            <a:custGeom>
              <a:avLst/>
              <a:gdLst/>
              <a:ahLst/>
              <a:cxnLst/>
              <a:rect l="l" t="t" r="r" b="b"/>
              <a:pathLst>
                <a:path w="37978" h="127959" extrusionOk="0">
                  <a:moveTo>
                    <a:pt x="30983" y="3889"/>
                  </a:moveTo>
                  <a:cubicBezTo>
                    <a:pt x="28887" y="-2302"/>
                    <a:pt x="18219" y="-683"/>
                    <a:pt x="20410" y="5794"/>
                  </a:cubicBezTo>
                  <a:cubicBezTo>
                    <a:pt x="33840" y="45609"/>
                    <a:pt x="26982" y="86852"/>
                    <a:pt x="1074" y="119999"/>
                  </a:cubicBezTo>
                  <a:cubicBezTo>
                    <a:pt x="-3117" y="125333"/>
                    <a:pt x="6027" y="131143"/>
                    <a:pt x="10123" y="125904"/>
                  </a:cubicBezTo>
                  <a:cubicBezTo>
                    <a:pt x="37555" y="90757"/>
                    <a:pt x="45175" y="46085"/>
                    <a:pt x="30983" y="37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5" name="Google Shape;1315;p35"/>
            <p:cNvSpPr/>
            <p:nvPr/>
          </p:nvSpPr>
          <p:spPr>
            <a:xfrm>
              <a:off x="9259331" y="2033171"/>
              <a:ext cx="57461" cy="60197"/>
            </a:xfrm>
            <a:custGeom>
              <a:avLst/>
              <a:gdLst/>
              <a:ahLst/>
              <a:cxnLst/>
              <a:rect l="l" t="t" r="r" b="b"/>
              <a:pathLst>
                <a:path w="57461" h="60197" extrusionOk="0">
                  <a:moveTo>
                    <a:pt x="46593" y="43850"/>
                  </a:moveTo>
                  <a:cubicBezTo>
                    <a:pt x="45926" y="54994"/>
                    <a:pt x="30305" y="48136"/>
                    <a:pt x="26019" y="44326"/>
                  </a:cubicBezTo>
                  <a:cubicBezTo>
                    <a:pt x="25257" y="43660"/>
                    <a:pt x="24495" y="42897"/>
                    <a:pt x="23733" y="42135"/>
                  </a:cubicBezTo>
                  <a:cubicBezTo>
                    <a:pt x="31448" y="32610"/>
                    <a:pt x="31163" y="16418"/>
                    <a:pt x="30115" y="5369"/>
                  </a:cubicBezTo>
                  <a:cubicBezTo>
                    <a:pt x="29544" y="-1108"/>
                    <a:pt x="18685" y="-2156"/>
                    <a:pt x="19352" y="4607"/>
                  </a:cubicBezTo>
                  <a:cubicBezTo>
                    <a:pt x="20209" y="13656"/>
                    <a:pt x="20971" y="26229"/>
                    <a:pt x="15637" y="34135"/>
                  </a:cubicBezTo>
                  <a:cubicBezTo>
                    <a:pt x="13446" y="32039"/>
                    <a:pt x="11255" y="30039"/>
                    <a:pt x="8684" y="28324"/>
                  </a:cubicBezTo>
                  <a:cubicBezTo>
                    <a:pt x="6112" y="26610"/>
                    <a:pt x="1349" y="27372"/>
                    <a:pt x="587" y="30801"/>
                  </a:cubicBezTo>
                  <a:cubicBezTo>
                    <a:pt x="-841" y="37087"/>
                    <a:pt x="302" y="41850"/>
                    <a:pt x="4397" y="46898"/>
                  </a:cubicBezTo>
                  <a:cubicBezTo>
                    <a:pt x="7826" y="51089"/>
                    <a:pt x="11922" y="50327"/>
                    <a:pt x="15732" y="48327"/>
                  </a:cubicBezTo>
                  <a:cubicBezTo>
                    <a:pt x="21542" y="53947"/>
                    <a:pt x="27448" y="58995"/>
                    <a:pt x="36306" y="60043"/>
                  </a:cubicBezTo>
                  <a:cubicBezTo>
                    <a:pt x="46402" y="61281"/>
                    <a:pt x="56785" y="54994"/>
                    <a:pt x="57452" y="44422"/>
                  </a:cubicBezTo>
                  <a:cubicBezTo>
                    <a:pt x="57833" y="37849"/>
                    <a:pt x="47069" y="36897"/>
                    <a:pt x="46688" y="436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" name="Google Shape;873;p39"/>
          <p:cNvSpPr txBox="1"/>
          <p:nvPr/>
        </p:nvSpPr>
        <p:spPr>
          <a:xfrm rot="21599545">
            <a:off x="5836609" y="-23405"/>
            <a:ext cx="2971757" cy="426300"/>
          </a:xfrm>
          <a:prstGeom prst="rect">
            <a:avLst/>
          </a:prstGeom>
          <a:noFill/>
          <a:ln w="9525" cap="flat" cmpd="sng">
            <a:noFill/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ague Spartan"/>
              <a:buNone/>
              <a:defRPr sz="16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pPr marL="0" indent="0" algn="r"/>
            <a:r>
              <a:rPr lang="en-US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Let’s explore English in </a:t>
            </a:r>
            <a:r>
              <a:rPr lang="en-US" sz="1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Maths</a:t>
            </a:r>
            <a:r>
              <a:rPr lang="en-US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90711" y="344327"/>
            <a:ext cx="1181382" cy="711068"/>
            <a:chOff x="6695871" y="965003"/>
            <a:chExt cx="1181382" cy="711068"/>
          </a:xfrm>
        </p:grpSpPr>
        <p:sp>
          <p:nvSpPr>
            <p:cNvPr id="4" name="Oval 3"/>
            <p:cNvSpPr/>
            <p:nvPr/>
          </p:nvSpPr>
          <p:spPr>
            <a:xfrm>
              <a:off x="6727434" y="965003"/>
              <a:ext cx="1081255" cy="711068"/>
            </a:xfrm>
            <a:prstGeom prst="ellipse">
              <a:avLst/>
            </a:prstGeom>
            <a:solidFill>
              <a:srgbClr val="FADD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Google Shape;1470;p35"/>
            <p:cNvSpPr txBox="1"/>
            <p:nvPr/>
          </p:nvSpPr>
          <p:spPr>
            <a:xfrm>
              <a:off x="6695871" y="1122073"/>
              <a:ext cx="1181382" cy="39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b="1">
                  <a:solidFill>
                    <a:schemeClr val="dk1"/>
                  </a:solidFill>
                  <a:latin typeface="Segoe UI" panose="020B0502040204020203" pitchFamily="34" charset="0"/>
                  <a:ea typeface="SimSun" panose="02010600030101010101" pitchFamily="2" charset="-122"/>
                  <a:cs typeface="Segoe UI" panose="020B0502040204020203" pitchFamily="34" charset="0"/>
                  <a:sym typeface="Sora"/>
                </a:rPr>
                <a:t>Grade 7</a:t>
              </a:r>
              <a:endParaRPr b="1">
                <a:solidFill>
                  <a:schemeClr val="dk1"/>
                </a:solidFill>
                <a:latin typeface="Segoe UI" panose="020B0502040204020203" pitchFamily="34" charset="0"/>
                <a:ea typeface="SimSun" panose="02010600030101010101" pitchFamily="2" charset="-122"/>
                <a:cs typeface="Segoe UI" panose="020B0502040204020203" pitchFamily="34" charset="0"/>
                <a:sym typeface="Cabin"/>
              </a:endParaRPr>
            </a:p>
          </p:txBody>
        </p:sp>
      </p:grpSp>
      <p:grpSp>
        <p:nvGrpSpPr>
          <p:cNvPr id="1269" name="Google Shape;1269;p35"/>
          <p:cNvGrpSpPr/>
          <p:nvPr/>
        </p:nvGrpSpPr>
        <p:grpSpPr>
          <a:xfrm rot="140661">
            <a:off x="5686371" y="924810"/>
            <a:ext cx="2358764" cy="1546281"/>
            <a:chOff x="5109134" y="3221758"/>
            <a:chExt cx="1922027" cy="1259980"/>
          </a:xfrm>
        </p:grpSpPr>
        <p:grpSp>
          <p:nvGrpSpPr>
            <p:cNvPr id="1270" name="Google Shape;1270;p35"/>
            <p:cNvGrpSpPr/>
            <p:nvPr/>
          </p:nvGrpSpPr>
          <p:grpSpPr>
            <a:xfrm>
              <a:off x="5109134" y="4113396"/>
              <a:ext cx="502537" cy="323415"/>
              <a:chOff x="4809280" y="5116529"/>
              <a:chExt cx="585844" cy="377028"/>
            </a:xfrm>
          </p:grpSpPr>
          <p:grpSp>
            <p:nvGrpSpPr>
              <p:cNvPr id="1271" name="Google Shape;1271;p35"/>
              <p:cNvGrpSpPr/>
              <p:nvPr/>
            </p:nvGrpSpPr>
            <p:grpSpPr>
              <a:xfrm>
                <a:off x="4809280" y="5116529"/>
                <a:ext cx="585844" cy="315355"/>
                <a:chOff x="4809280" y="5116529"/>
                <a:chExt cx="585844" cy="315355"/>
              </a:xfrm>
            </p:grpSpPr>
            <p:sp>
              <p:nvSpPr>
                <p:cNvPr id="1272" name="Google Shape;1272;p35"/>
                <p:cNvSpPr/>
                <p:nvPr/>
              </p:nvSpPr>
              <p:spPr>
                <a:xfrm>
                  <a:off x="4809280" y="5154332"/>
                  <a:ext cx="121569" cy="277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569" h="277552" extrusionOk="0">
                      <a:moveTo>
                        <a:pt x="113525" y="110326"/>
                      </a:moveTo>
                      <a:cubicBezTo>
                        <a:pt x="104952" y="117946"/>
                        <a:pt x="96380" y="125566"/>
                        <a:pt x="87808" y="133091"/>
                      </a:cubicBezTo>
                      <a:cubicBezTo>
                        <a:pt x="89903" y="90990"/>
                        <a:pt x="90379" y="48699"/>
                        <a:pt x="92094" y="6789"/>
                      </a:cubicBezTo>
                      <a:cubicBezTo>
                        <a:pt x="92284" y="2884"/>
                        <a:pt x="88093" y="1550"/>
                        <a:pt x="85236" y="2789"/>
                      </a:cubicBezTo>
                      <a:cubicBezTo>
                        <a:pt x="82664" y="122"/>
                        <a:pt x="76949" y="788"/>
                        <a:pt x="77044" y="5456"/>
                      </a:cubicBezTo>
                      <a:cubicBezTo>
                        <a:pt x="77901" y="40413"/>
                        <a:pt x="68853" y="72607"/>
                        <a:pt x="49803" y="102039"/>
                      </a:cubicBezTo>
                      <a:cubicBezTo>
                        <a:pt x="35610" y="124042"/>
                        <a:pt x="11798" y="112136"/>
                        <a:pt x="9322" y="88038"/>
                      </a:cubicBezTo>
                      <a:cubicBezTo>
                        <a:pt x="8369" y="78513"/>
                        <a:pt x="11226" y="68511"/>
                        <a:pt x="13131" y="59177"/>
                      </a:cubicBezTo>
                      <a:cubicBezTo>
                        <a:pt x="16846" y="40984"/>
                        <a:pt x="22371" y="23172"/>
                        <a:pt x="28657" y="5646"/>
                      </a:cubicBezTo>
                      <a:cubicBezTo>
                        <a:pt x="30658" y="122"/>
                        <a:pt x="21514" y="-2450"/>
                        <a:pt x="19609" y="3074"/>
                      </a:cubicBezTo>
                      <a:cubicBezTo>
                        <a:pt x="10846" y="27554"/>
                        <a:pt x="-25254" y="123661"/>
                        <a:pt x="30372" y="124995"/>
                      </a:cubicBezTo>
                      <a:cubicBezTo>
                        <a:pt x="50470" y="125471"/>
                        <a:pt x="61423" y="102420"/>
                        <a:pt x="69139" y="87466"/>
                      </a:cubicBezTo>
                      <a:cubicBezTo>
                        <a:pt x="73996" y="78036"/>
                        <a:pt x="77806" y="68130"/>
                        <a:pt x="80473" y="57938"/>
                      </a:cubicBezTo>
                      <a:cubicBezTo>
                        <a:pt x="79711" y="76227"/>
                        <a:pt x="78949" y="94419"/>
                        <a:pt x="78187" y="112707"/>
                      </a:cubicBezTo>
                      <a:cubicBezTo>
                        <a:pt x="77806" y="122518"/>
                        <a:pt x="77521" y="132424"/>
                        <a:pt x="77139" y="142330"/>
                      </a:cubicBezTo>
                      <a:cubicBezTo>
                        <a:pt x="68853" y="149664"/>
                        <a:pt x="60471" y="157094"/>
                        <a:pt x="52184" y="164428"/>
                      </a:cubicBezTo>
                      <a:cubicBezTo>
                        <a:pt x="37706" y="177191"/>
                        <a:pt x="21133" y="191384"/>
                        <a:pt x="13322" y="209577"/>
                      </a:cubicBezTo>
                      <a:cubicBezTo>
                        <a:pt x="5893" y="226912"/>
                        <a:pt x="4178" y="243009"/>
                        <a:pt x="11798" y="260440"/>
                      </a:cubicBezTo>
                      <a:cubicBezTo>
                        <a:pt x="16180" y="270441"/>
                        <a:pt x="30276" y="280157"/>
                        <a:pt x="41516" y="276918"/>
                      </a:cubicBezTo>
                      <a:cubicBezTo>
                        <a:pt x="77901" y="266346"/>
                        <a:pt x="81330" y="214434"/>
                        <a:pt x="84283" y="183383"/>
                      </a:cubicBezTo>
                      <a:cubicBezTo>
                        <a:pt x="85426" y="170714"/>
                        <a:pt x="86284" y="157951"/>
                        <a:pt x="87046" y="145188"/>
                      </a:cubicBezTo>
                      <a:cubicBezTo>
                        <a:pt x="98095" y="135663"/>
                        <a:pt x="109239" y="126328"/>
                        <a:pt x="120097" y="116708"/>
                      </a:cubicBezTo>
                      <a:cubicBezTo>
                        <a:pt x="124574" y="112707"/>
                        <a:pt x="117811" y="106325"/>
                        <a:pt x="113525" y="110136"/>
                      </a:cubicBezTo>
                      <a:close/>
                      <a:moveTo>
                        <a:pt x="68376" y="225293"/>
                      </a:moveTo>
                      <a:cubicBezTo>
                        <a:pt x="66186" y="234627"/>
                        <a:pt x="62947" y="243581"/>
                        <a:pt x="58471" y="252153"/>
                      </a:cubicBezTo>
                      <a:cubicBezTo>
                        <a:pt x="56280" y="255201"/>
                        <a:pt x="53994" y="258154"/>
                        <a:pt x="51803" y="261202"/>
                      </a:cubicBezTo>
                      <a:cubicBezTo>
                        <a:pt x="27229" y="267488"/>
                        <a:pt x="15227" y="260154"/>
                        <a:pt x="15894" y="239009"/>
                      </a:cubicBezTo>
                      <a:cubicBezTo>
                        <a:pt x="14179" y="218339"/>
                        <a:pt x="29705" y="199575"/>
                        <a:pt x="42945" y="185955"/>
                      </a:cubicBezTo>
                      <a:cubicBezTo>
                        <a:pt x="53613" y="175001"/>
                        <a:pt x="65138" y="164619"/>
                        <a:pt x="76759" y="154427"/>
                      </a:cubicBezTo>
                      <a:cubicBezTo>
                        <a:pt x="75711" y="178239"/>
                        <a:pt x="73710" y="202052"/>
                        <a:pt x="68376" y="22538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3" name="Google Shape;1273;p35"/>
                <p:cNvSpPr/>
                <p:nvPr/>
              </p:nvSpPr>
              <p:spPr>
                <a:xfrm>
                  <a:off x="4920281" y="5184337"/>
                  <a:ext cx="58591" cy="12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91" h="12099" extrusionOk="0">
                      <a:moveTo>
                        <a:pt x="52816" y="24"/>
                      </a:moveTo>
                      <a:cubicBezTo>
                        <a:pt x="36719" y="3358"/>
                        <a:pt x="20717" y="3834"/>
                        <a:pt x="4429" y="1644"/>
                      </a:cubicBezTo>
                      <a:cubicBezTo>
                        <a:pt x="-1571" y="786"/>
                        <a:pt x="-1381" y="9835"/>
                        <a:pt x="4429" y="10692"/>
                      </a:cubicBezTo>
                      <a:cubicBezTo>
                        <a:pt x="21479" y="13074"/>
                        <a:pt x="38434" y="12407"/>
                        <a:pt x="55198" y="8883"/>
                      </a:cubicBezTo>
                      <a:cubicBezTo>
                        <a:pt x="61198" y="7644"/>
                        <a:pt x="58531" y="-1119"/>
                        <a:pt x="52721" y="1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4" name="Google Shape;1274;p35"/>
                <p:cNvSpPr/>
                <p:nvPr/>
              </p:nvSpPr>
              <p:spPr>
                <a:xfrm>
                  <a:off x="4922781" y="5204641"/>
                  <a:ext cx="75344" cy="20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44" h="20217" extrusionOk="0">
                      <a:moveTo>
                        <a:pt x="69747" y="199"/>
                      </a:moveTo>
                      <a:cubicBezTo>
                        <a:pt x="48602" y="7724"/>
                        <a:pt x="26980" y="11344"/>
                        <a:pt x="4501" y="11153"/>
                      </a:cubicBezTo>
                      <a:cubicBezTo>
                        <a:pt x="-1595" y="11153"/>
                        <a:pt x="-1405" y="20107"/>
                        <a:pt x="4501" y="20202"/>
                      </a:cubicBezTo>
                      <a:cubicBezTo>
                        <a:pt x="27742" y="20488"/>
                        <a:pt x="50221" y="16773"/>
                        <a:pt x="72128" y="9058"/>
                      </a:cubicBezTo>
                      <a:cubicBezTo>
                        <a:pt x="77843" y="7057"/>
                        <a:pt x="75272" y="-1706"/>
                        <a:pt x="69652" y="2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5" name="Google Shape;1275;p35"/>
                <p:cNvSpPr/>
                <p:nvPr/>
              </p:nvSpPr>
              <p:spPr>
                <a:xfrm>
                  <a:off x="5001389" y="5134264"/>
                  <a:ext cx="103524" cy="141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24" h="141781" extrusionOk="0">
                      <a:moveTo>
                        <a:pt x="94867" y="102485"/>
                      </a:moveTo>
                      <a:cubicBezTo>
                        <a:pt x="87818" y="115820"/>
                        <a:pt x="61529" y="146109"/>
                        <a:pt x="50195" y="115630"/>
                      </a:cubicBezTo>
                      <a:cubicBezTo>
                        <a:pt x="49909" y="114963"/>
                        <a:pt x="49623" y="114201"/>
                        <a:pt x="49242" y="113439"/>
                      </a:cubicBezTo>
                      <a:cubicBezTo>
                        <a:pt x="59910" y="95913"/>
                        <a:pt x="63911" y="76767"/>
                        <a:pt x="65339" y="56098"/>
                      </a:cubicBezTo>
                      <a:cubicBezTo>
                        <a:pt x="66292" y="42287"/>
                        <a:pt x="71435" y="10664"/>
                        <a:pt x="56576" y="1806"/>
                      </a:cubicBezTo>
                      <a:cubicBezTo>
                        <a:pt x="34288" y="-11434"/>
                        <a:pt x="25906" y="52479"/>
                        <a:pt x="50957" y="52383"/>
                      </a:cubicBezTo>
                      <a:cubicBezTo>
                        <a:pt x="53433" y="52383"/>
                        <a:pt x="55624" y="50574"/>
                        <a:pt x="55624" y="48002"/>
                      </a:cubicBezTo>
                      <a:cubicBezTo>
                        <a:pt x="55624" y="45716"/>
                        <a:pt x="55624" y="43335"/>
                        <a:pt x="55624" y="41049"/>
                      </a:cubicBezTo>
                      <a:cubicBezTo>
                        <a:pt x="55624" y="35239"/>
                        <a:pt x="46289" y="34953"/>
                        <a:pt x="46194" y="40858"/>
                      </a:cubicBezTo>
                      <a:cubicBezTo>
                        <a:pt x="47337" y="35810"/>
                        <a:pt x="47432" y="30666"/>
                        <a:pt x="46480" y="25618"/>
                      </a:cubicBezTo>
                      <a:cubicBezTo>
                        <a:pt x="54386" y="16189"/>
                        <a:pt x="57529" y="16474"/>
                        <a:pt x="55910" y="26475"/>
                      </a:cubicBezTo>
                      <a:cubicBezTo>
                        <a:pt x="56386" y="38763"/>
                        <a:pt x="56290" y="50955"/>
                        <a:pt x="55433" y="63242"/>
                      </a:cubicBezTo>
                      <a:cubicBezTo>
                        <a:pt x="54386" y="77815"/>
                        <a:pt x="50480" y="91436"/>
                        <a:pt x="43813" y="104295"/>
                      </a:cubicBezTo>
                      <a:cubicBezTo>
                        <a:pt x="42289" y="102485"/>
                        <a:pt x="40670" y="100770"/>
                        <a:pt x="38765" y="99532"/>
                      </a:cubicBezTo>
                      <a:cubicBezTo>
                        <a:pt x="28763" y="93341"/>
                        <a:pt x="11332" y="89436"/>
                        <a:pt x="4094" y="102485"/>
                      </a:cubicBezTo>
                      <a:cubicBezTo>
                        <a:pt x="-12289" y="132108"/>
                        <a:pt x="24572" y="142299"/>
                        <a:pt x="42956" y="122392"/>
                      </a:cubicBezTo>
                      <a:cubicBezTo>
                        <a:pt x="43622" y="124678"/>
                        <a:pt x="44384" y="126869"/>
                        <a:pt x="45432" y="128869"/>
                      </a:cubicBezTo>
                      <a:cubicBezTo>
                        <a:pt x="62387" y="160397"/>
                        <a:pt x="92676" y="126678"/>
                        <a:pt x="102963" y="107343"/>
                      </a:cubicBezTo>
                      <a:cubicBezTo>
                        <a:pt x="105725" y="102104"/>
                        <a:pt x="97534" y="97437"/>
                        <a:pt x="94867" y="10258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6" name="Google Shape;1276;p35"/>
                <p:cNvSpPr/>
                <p:nvPr/>
              </p:nvSpPr>
              <p:spPr>
                <a:xfrm>
                  <a:off x="5108279" y="5149774"/>
                  <a:ext cx="57413" cy="129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13" h="129068" extrusionOk="0">
                      <a:moveTo>
                        <a:pt x="48174" y="107836"/>
                      </a:moveTo>
                      <a:cubicBezTo>
                        <a:pt x="40935" y="102216"/>
                        <a:pt x="35792" y="92881"/>
                        <a:pt x="31601" y="83452"/>
                      </a:cubicBezTo>
                      <a:cubicBezTo>
                        <a:pt x="39125" y="64497"/>
                        <a:pt x="44650" y="44875"/>
                        <a:pt x="47888" y="24396"/>
                      </a:cubicBezTo>
                      <a:cubicBezTo>
                        <a:pt x="48841" y="18681"/>
                        <a:pt x="39697" y="16110"/>
                        <a:pt x="38840" y="21825"/>
                      </a:cubicBezTo>
                      <a:cubicBezTo>
                        <a:pt x="36173" y="38589"/>
                        <a:pt x="31982" y="54781"/>
                        <a:pt x="26362" y="70497"/>
                      </a:cubicBezTo>
                      <a:cubicBezTo>
                        <a:pt x="25409" y="68021"/>
                        <a:pt x="24552" y="65640"/>
                        <a:pt x="23600" y="63544"/>
                      </a:cubicBezTo>
                      <a:cubicBezTo>
                        <a:pt x="21695" y="58877"/>
                        <a:pt x="7026" y="8871"/>
                        <a:pt x="9788" y="9061"/>
                      </a:cubicBezTo>
                      <a:cubicBezTo>
                        <a:pt x="15884" y="9347"/>
                        <a:pt x="15694" y="298"/>
                        <a:pt x="9788" y="12"/>
                      </a:cubicBezTo>
                      <a:cubicBezTo>
                        <a:pt x="-10500" y="-845"/>
                        <a:pt x="6645" y="42685"/>
                        <a:pt x="9122" y="50686"/>
                      </a:cubicBezTo>
                      <a:cubicBezTo>
                        <a:pt x="12265" y="60782"/>
                        <a:pt x="15980" y="72879"/>
                        <a:pt x="21028" y="84404"/>
                      </a:cubicBezTo>
                      <a:cubicBezTo>
                        <a:pt x="17218" y="93643"/>
                        <a:pt x="12836" y="102692"/>
                        <a:pt x="7979" y="111455"/>
                      </a:cubicBezTo>
                      <a:cubicBezTo>
                        <a:pt x="6550" y="111455"/>
                        <a:pt x="5216" y="112027"/>
                        <a:pt x="4264" y="113360"/>
                      </a:cubicBezTo>
                      <a:cubicBezTo>
                        <a:pt x="835" y="118599"/>
                        <a:pt x="930" y="118313"/>
                        <a:pt x="1025" y="124504"/>
                      </a:cubicBezTo>
                      <a:cubicBezTo>
                        <a:pt x="1121" y="128886"/>
                        <a:pt x="7407" y="130886"/>
                        <a:pt x="9788" y="126981"/>
                      </a:cubicBezTo>
                      <a:cubicBezTo>
                        <a:pt x="16075" y="116694"/>
                        <a:pt x="21599" y="106026"/>
                        <a:pt x="26552" y="95262"/>
                      </a:cubicBezTo>
                      <a:cubicBezTo>
                        <a:pt x="32839" y="106121"/>
                        <a:pt x="40840" y="115360"/>
                        <a:pt x="51508" y="119837"/>
                      </a:cubicBezTo>
                      <a:cubicBezTo>
                        <a:pt x="54270" y="120980"/>
                        <a:pt x="57413" y="118408"/>
                        <a:pt x="57413" y="115646"/>
                      </a:cubicBezTo>
                      <a:cubicBezTo>
                        <a:pt x="57413" y="113170"/>
                        <a:pt x="57413" y="110693"/>
                        <a:pt x="57413" y="108216"/>
                      </a:cubicBezTo>
                      <a:cubicBezTo>
                        <a:pt x="57413" y="102502"/>
                        <a:pt x="48365" y="102121"/>
                        <a:pt x="48079" y="10783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7" name="Google Shape;1277;p35"/>
                <p:cNvSpPr/>
                <p:nvPr/>
              </p:nvSpPr>
              <p:spPr>
                <a:xfrm>
                  <a:off x="5165186" y="5116529"/>
                  <a:ext cx="37174" cy="73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74" h="73188" extrusionOk="0">
                      <a:moveTo>
                        <a:pt x="27938" y="23160"/>
                      </a:moveTo>
                      <a:cubicBezTo>
                        <a:pt x="27081" y="22684"/>
                        <a:pt x="26224" y="22398"/>
                        <a:pt x="25271" y="22112"/>
                      </a:cubicBezTo>
                      <a:cubicBezTo>
                        <a:pt x="26795" y="16207"/>
                        <a:pt x="27176" y="10111"/>
                        <a:pt x="26129" y="3443"/>
                      </a:cubicBezTo>
                      <a:cubicBezTo>
                        <a:pt x="25843" y="1538"/>
                        <a:pt x="23462" y="-176"/>
                        <a:pt x="21557" y="15"/>
                      </a:cubicBezTo>
                      <a:cubicBezTo>
                        <a:pt x="13175" y="776"/>
                        <a:pt x="8222" y="5349"/>
                        <a:pt x="7555" y="13826"/>
                      </a:cubicBezTo>
                      <a:cubicBezTo>
                        <a:pt x="7079" y="19541"/>
                        <a:pt x="16509" y="19922"/>
                        <a:pt x="16985" y="14016"/>
                      </a:cubicBezTo>
                      <a:cubicBezTo>
                        <a:pt x="17080" y="13921"/>
                        <a:pt x="17175" y="13730"/>
                        <a:pt x="17366" y="13635"/>
                      </a:cubicBezTo>
                      <a:cubicBezTo>
                        <a:pt x="17080" y="18017"/>
                        <a:pt x="15842" y="22112"/>
                        <a:pt x="13842" y="26208"/>
                      </a:cubicBezTo>
                      <a:cubicBezTo>
                        <a:pt x="12698" y="27542"/>
                        <a:pt x="11746" y="29161"/>
                        <a:pt x="11365" y="30971"/>
                      </a:cubicBezTo>
                      <a:cubicBezTo>
                        <a:pt x="10317" y="35924"/>
                        <a:pt x="17175" y="39067"/>
                        <a:pt x="19937" y="34685"/>
                      </a:cubicBezTo>
                      <a:cubicBezTo>
                        <a:pt x="20128" y="34304"/>
                        <a:pt x="20318" y="34019"/>
                        <a:pt x="20509" y="33638"/>
                      </a:cubicBezTo>
                      <a:cubicBezTo>
                        <a:pt x="22890" y="35638"/>
                        <a:pt x="25271" y="37733"/>
                        <a:pt x="27653" y="39734"/>
                      </a:cubicBezTo>
                      <a:cubicBezTo>
                        <a:pt x="27653" y="42115"/>
                        <a:pt x="27653" y="44496"/>
                        <a:pt x="27367" y="46877"/>
                      </a:cubicBezTo>
                      <a:cubicBezTo>
                        <a:pt x="26986" y="53069"/>
                        <a:pt x="21557" y="64118"/>
                        <a:pt x="14984" y="64499"/>
                      </a:cubicBezTo>
                      <a:cubicBezTo>
                        <a:pt x="12603" y="61546"/>
                        <a:pt x="10127" y="59927"/>
                        <a:pt x="5841" y="59260"/>
                      </a:cubicBezTo>
                      <a:cubicBezTo>
                        <a:pt x="1268" y="58593"/>
                        <a:pt x="-1875" y="62784"/>
                        <a:pt x="1268" y="66594"/>
                      </a:cubicBezTo>
                      <a:cubicBezTo>
                        <a:pt x="6126" y="72690"/>
                        <a:pt x="14984" y="75071"/>
                        <a:pt x="22223" y="71547"/>
                      </a:cubicBezTo>
                      <a:cubicBezTo>
                        <a:pt x="32225" y="66690"/>
                        <a:pt x="35368" y="57450"/>
                        <a:pt x="36797" y="46973"/>
                      </a:cubicBezTo>
                      <a:cubicBezTo>
                        <a:pt x="38035" y="37924"/>
                        <a:pt x="36511" y="27732"/>
                        <a:pt x="27938" y="2306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8" name="Google Shape;1278;p35"/>
                <p:cNvSpPr/>
                <p:nvPr/>
              </p:nvSpPr>
              <p:spPr>
                <a:xfrm>
                  <a:off x="5196756" y="5203298"/>
                  <a:ext cx="44267" cy="12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67" h="12132" extrusionOk="0">
                      <a:moveTo>
                        <a:pt x="39803" y="18"/>
                      </a:moveTo>
                      <a:lnTo>
                        <a:pt x="4465" y="3066"/>
                      </a:lnTo>
                      <a:cubicBezTo>
                        <a:pt x="-1536" y="3542"/>
                        <a:pt x="-1441" y="12591"/>
                        <a:pt x="4465" y="12115"/>
                      </a:cubicBezTo>
                      <a:lnTo>
                        <a:pt x="39803" y="9067"/>
                      </a:lnTo>
                      <a:cubicBezTo>
                        <a:pt x="45803" y="8591"/>
                        <a:pt x="45708" y="-458"/>
                        <a:pt x="39803" y="1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9" name="Google Shape;1279;p35"/>
                <p:cNvSpPr/>
                <p:nvPr/>
              </p:nvSpPr>
              <p:spPr>
                <a:xfrm>
                  <a:off x="5243720" y="5138652"/>
                  <a:ext cx="87878" cy="123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878" h="123842" extrusionOk="0">
                      <a:moveTo>
                        <a:pt x="78754" y="106098"/>
                      </a:moveTo>
                      <a:cubicBezTo>
                        <a:pt x="73992" y="124100"/>
                        <a:pt x="52084" y="113623"/>
                        <a:pt x="37702" y="104384"/>
                      </a:cubicBezTo>
                      <a:cubicBezTo>
                        <a:pt x="41512" y="98097"/>
                        <a:pt x="44369" y="91048"/>
                        <a:pt x="46560" y="85429"/>
                      </a:cubicBezTo>
                      <a:cubicBezTo>
                        <a:pt x="56752" y="59330"/>
                        <a:pt x="55132" y="29803"/>
                        <a:pt x="46941" y="3514"/>
                      </a:cubicBezTo>
                      <a:cubicBezTo>
                        <a:pt x="45988" y="466"/>
                        <a:pt x="41512" y="-1344"/>
                        <a:pt x="39130" y="1228"/>
                      </a:cubicBezTo>
                      <a:cubicBezTo>
                        <a:pt x="29415" y="11896"/>
                        <a:pt x="26176" y="23230"/>
                        <a:pt x="28843" y="37423"/>
                      </a:cubicBezTo>
                      <a:cubicBezTo>
                        <a:pt x="29415" y="40661"/>
                        <a:pt x="34463" y="42090"/>
                        <a:pt x="36654" y="39709"/>
                      </a:cubicBezTo>
                      <a:cubicBezTo>
                        <a:pt x="38083" y="38185"/>
                        <a:pt x="39511" y="36661"/>
                        <a:pt x="40940" y="35137"/>
                      </a:cubicBezTo>
                      <a:cubicBezTo>
                        <a:pt x="44179" y="31612"/>
                        <a:pt x="40559" y="26945"/>
                        <a:pt x="36940" y="27231"/>
                      </a:cubicBezTo>
                      <a:cubicBezTo>
                        <a:pt x="36940" y="22945"/>
                        <a:pt x="38178" y="19039"/>
                        <a:pt x="40178" y="15325"/>
                      </a:cubicBezTo>
                      <a:cubicBezTo>
                        <a:pt x="44369" y="32946"/>
                        <a:pt x="44845" y="50377"/>
                        <a:pt x="41416" y="68665"/>
                      </a:cubicBezTo>
                      <a:cubicBezTo>
                        <a:pt x="39416" y="79333"/>
                        <a:pt x="35130" y="89525"/>
                        <a:pt x="29796" y="99050"/>
                      </a:cubicBezTo>
                      <a:cubicBezTo>
                        <a:pt x="28557" y="98097"/>
                        <a:pt x="27319" y="97240"/>
                        <a:pt x="26557" y="96668"/>
                      </a:cubicBezTo>
                      <a:cubicBezTo>
                        <a:pt x="19032" y="90953"/>
                        <a:pt x="12841" y="90763"/>
                        <a:pt x="4840" y="94192"/>
                      </a:cubicBezTo>
                      <a:cubicBezTo>
                        <a:pt x="-6209" y="98954"/>
                        <a:pt x="4078" y="115909"/>
                        <a:pt x="11698" y="118100"/>
                      </a:cubicBezTo>
                      <a:cubicBezTo>
                        <a:pt x="20176" y="120576"/>
                        <a:pt x="26843" y="117337"/>
                        <a:pt x="32082" y="111813"/>
                      </a:cubicBezTo>
                      <a:cubicBezTo>
                        <a:pt x="33987" y="113146"/>
                        <a:pt x="35797" y="114575"/>
                        <a:pt x="37892" y="115718"/>
                      </a:cubicBezTo>
                      <a:cubicBezTo>
                        <a:pt x="52656" y="124767"/>
                        <a:pt x="81898" y="130672"/>
                        <a:pt x="87708" y="108670"/>
                      </a:cubicBezTo>
                      <a:cubicBezTo>
                        <a:pt x="89232" y="103050"/>
                        <a:pt x="80088" y="100478"/>
                        <a:pt x="78659" y="10609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0" name="Google Shape;1280;p35"/>
                <p:cNvSpPr/>
                <p:nvPr/>
              </p:nvSpPr>
              <p:spPr>
                <a:xfrm>
                  <a:off x="5337344" y="5158350"/>
                  <a:ext cx="57780" cy="101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80" h="101073" extrusionOk="0">
                      <a:moveTo>
                        <a:pt x="48471" y="65826"/>
                      </a:moveTo>
                      <a:cubicBezTo>
                        <a:pt x="45328" y="66302"/>
                        <a:pt x="42185" y="66874"/>
                        <a:pt x="38946" y="67350"/>
                      </a:cubicBezTo>
                      <a:cubicBezTo>
                        <a:pt x="36946" y="65255"/>
                        <a:pt x="35327" y="62873"/>
                        <a:pt x="33898" y="60302"/>
                      </a:cubicBezTo>
                      <a:cubicBezTo>
                        <a:pt x="32469" y="57920"/>
                        <a:pt x="31136" y="55539"/>
                        <a:pt x="29898" y="53063"/>
                      </a:cubicBezTo>
                      <a:cubicBezTo>
                        <a:pt x="33422" y="45442"/>
                        <a:pt x="37041" y="37823"/>
                        <a:pt x="40565" y="30203"/>
                      </a:cubicBezTo>
                      <a:cubicBezTo>
                        <a:pt x="42852" y="25440"/>
                        <a:pt x="46662" y="10581"/>
                        <a:pt x="52377" y="8962"/>
                      </a:cubicBezTo>
                      <a:cubicBezTo>
                        <a:pt x="58282" y="7342"/>
                        <a:pt x="55615" y="-1420"/>
                        <a:pt x="49900" y="199"/>
                      </a:cubicBezTo>
                      <a:cubicBezTo>
                        <a:pt x="37708" y="3628"/>
                        <a:pt x="34374" y="21249"/>
                        <a:pt x="29517" y="31631"/>
                      </a:cubicBezTo>
                      <a:cubicBezTo>
                        <a:pt x="27897" y="35156"/>
                        <a:pt x="26278" y="38584"/>
                        <a:pt x="24659" y="42109"/>
                      </a:cubicBezTo>
                      <a:cubicBezTo>
                        <a:pt x="21039" y="34203"/>
                        <a:pt x="17991" y="26107"/>
                        <a:pt x="15324" y="17915"/>
                      </a:cubicBezTo>
                      <a:cubicBezTo>
                        <a:pt x="13610" y="12486"/>
                        <a:pt x="4371" y="14296"/>
                        <a:pt x="6276" y="20011"/>
                      </a:cubicBezTo>
                      <a:cubicBezTo>
                        <a:pt x="9800" y="30964"/>
                        <a:pt x="13800" y="42775"/>
                        <a:pt x="19325" y="53634"/>
                      </a:cubicBezTo>
                      <a:cubicBezTo>
                        <a:pt x="13038" y="67064"/>
                        <a:pt x="6752" y="80590"/>
                        <a:pt x="465" y="94020"/>
                      </a:cubicBezTo>
                      <a:cubicBezTo>
                        <a:pt x="-2011" y="99354"/>
                        <a:pt x="6085" y="104021"/>
                        <a:pt x="8562" y="98782"/>
                      </a:cubicBezTo>
                      <a:cubicBezTo>
                        <a:pt x="14086" y="87067"/>
                        <a:pt x="19515" y="75351"/>
                        <a:pt x="25040" y="63540"/>
                      </a:cubicBezTo>
                      <a:cubicBezTo>
                        <a:pt x="27231" y="67064"/>
                        <a:pt x="29707" y="70398"/>
                        <a:pt x="32374" y="73351"/>
                      </a:cubicBezTo>
                      <a:cubicBezTo>
                        <a:pt x="39708" y="81542"/>
                        <a:pt x="55615" y="80304"/>
                        <a:pt x="57711" y="68303"/>
                      </a:cubicBezTo>
                      <a:cubicBezTo>
                        <a:pt x="58663" y="62588"/>
                        <a:pt x="49614" y="60016"/>
                        <a:pt x="48662" y="6573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281" name="Google Shape;1281;p35"/>
              <p:cNvGrpSpPr/>
              <p:nvPr/>
            </p:nvGrpSpPr>
            <p:grpSpPr>
              <a:xfrm>
                <a:off x="4990997" y="5331478"/>
                <a:ext cx="291246" cy="162079"/>
                <a:chOff x="4990997" y="5331478"/>
                <a:chExt cx="291246" cy="162079"/>
              </a:xfrm>
            </p:grpSpPr>
            <p:sp>
              <p:nvSpPr>
                <p:cNvPr id="1282" name="Google Shape;1282;p35"/>
                <p:cNvSpPr/>
                <p:nvPr/>
              </p:nvSpPr>
              <p:spPr>
                <a:xfrm>
                  <a:off x="4990997" y="5331478"/>
                  <a:ext cx="291246" cy="162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246" h="162079" extrusionOk="0">
                      <a:moveTo>
                        <a:pt x="282709" y="114536"/>
                      </a:moveTo>
                      <a:cubicBezTo>
                        <a:pt x="278804" y="120060"/>
                        <a:pt x="274232" y="124061"/>
                        <a:pt x="268993" y="128252"/>
                      </a:cubicBezTo>
                      <a:cubicBezTo>
                        <a:pt x="264802" y="133300"/>
                        <a:pt x="260135" y="132728"/>
                        <a:pt x="255182" y="126537"/>
                      </a:cubicBezTo>
                      <a:cubicBezTo>
                        <a:pt x="254706" y="122632"/>
                        <a:pt x="255182" y="118250"/>
                        <a:pt x="255372" y="114345"/>
                      </a:cubicBezTo>
                      <a:cubicBezTo>
                        <a:pt x="255658" y="107582"/>
                        <a:pt x="256515" y="101010"/>
                        <a:pt x="257849" y="94343"/>
                      </a:cubicBezTo>
                      <a:cubicBezTo>
                        <a:pt x="258516" y="91580"/>
                        <a:pt x="259277" y="89008"/>
                        <a:pt x="260325" y="86341"/>
                      </a:cubicBezTo>
                      <a:cubicBezTo>
                        <a:pt x="261373" y="84246"/>
                        <a:pt x="262421" y="82055"/>
                        <a:pt x="263469" y="79960"/>
                      </a:cubicBezTo>
                      <a:cubicBezTo>
                        <a:pt x="265469" y="75007"/>
                        <a:pt x="269565" y="73483"/>
                        <a:pt x="275661" y="75197"/>
                      </a:cubicBezTo>
                      <a:cubicBezTo>
                        <a:pt x="273946" y="80722"/>
                        <a:pt x="282995" y="83389"/>
                        <a:pt x="284709" y="77769"/>
                      </a:cubicBezTo>
                      <a:cubicBezTo>
                        <a:pt x="288329" y="66339"/>
                        <a:pt x="277947" y="60053"/>
                        <a:pt x="267660" y="63196"/>
                      </a:cubicBezTo>
                      <a:cubicBezTo>
                        <a:pt x="253848" y="67291"/>
                        <a:pt x="248419" y="89294"/>
                        <a:pt x="246990" y="101296"/>
                      </a:cubicBezTo>
                      <a:cubicBezTo>
                        <a:pt x="246514" y="105011"/>
                        <a:pt x="245752" y="110154"/>
                        <a:pt x="245276" y="115393"/>
                      </a:cubicBezTo>
                      <a:cubicBezTo>
                        <a:pt x="242894" y="114345"/>
                        <a:pt x="239561" y="114726"/>
                        <a:pt x="238323" y="117774"/>
                      </a:cubicBezTo>
                      <a:cubicBezTo>
                        <a:pt x="236036" y="123394"/>
                        <a:pt x="233560" y="127108"/>
                        <a:pt x="229369" y="131490"/>
                      </a:cubicBezTo>
                      <a:cubicBezTo>
                        <a:pt x="223654" y="137300"/>
                        <a:pt x="224702" y="116345"/>
                        <a:pt x="224702" y="115679"/>
                      </a:cubicBezTo>
                      <a:cubicBezTo>
                        <a:pt x="225273" y="102248"/>
                        <a:pt x="228226" y="89199"/>
                        <a:pt x="232227" y="76436"/>
                      </a:cubicBezTo>
                      <a:cubicBezTo>
                        <a:pt x="233846" y="71387"/>
                        <a:pt x="226416" y="68720"/>
                        <a:pt x="223654" y="72721"/>
                      </a:cubicBezTo>
                      <a:cubicBezTo>
                        <a:pt x="218225" y="80436"/>
                        <a:pt x="211938" y="86246"/>
                        <a:pt x="203842" y="91009"/>
                      </a:cubicBezTo>
                      <a:cubicBezTo>
                        <a:pt x="203747" y="91009"/>
                        <a:pt x="203747" y="91104"/>
                        <a:pt x="203652" y="91199"/>
                      </a:cubicBezTo>
                      <a:cubicBezTo>
                        <a:pt x="202223" y="88532"/>
                        <a:pt x="200223" y="86056"/>
                        <a:pt x="197365" y="84055"/>
                      </a:cubicBezTo>
                      <a:cubicBezTo>
                        <a:pt x="186316" y="76340"/>
                        <a:pt x="176601" y="78436"/>
                        <a:pt x="169076" y="85008"/>
                      </a:cubicBezTo>
                      <a:cubicBezTo>
                        <a:pt x="185840" y="60433"/>
                        <a:pt x="205652" y="38336"/>
                        <a:pt x="205557" y="4617"/>
                      </a:cubicBezTo>
                      <a:cubicBezTo>
                        <a:pt x="205557" y="2045"/>
                        <a:pt x="203366" y="140"/>
                        <a:pt x="200794" y="45"/>
                      </a:cubicBezTo>
                      <a:cubicBezTo>
                        <a:pt x="167266" y="-1765"/>
                        <a:pt x="159265" y="51575"/>
                        <a:pt x="155931" y="75769"/>
                      </a:cubicBezTo>
                      <a:cubicBezTo>
                        <a:pt x="155550" y="78626"/>
                        <a:pt x="154693" y="85103"/>
                        <a:pt x="154217" y="92914"/>
                      </a:cubicBezTo>
                      <a:cubicBezTo>
                        <a:pt x="150407" y="98533"/>
                        <a:pt x="146883" y="104439"/>
                        <a:pt x="144216" y="110821"/>
                      </a:cubicBezTo>
                      <a:cubicBezTo>
                        <a:pt x="143644" y="111202"/>
                        <a:pt x="143073" y="111583"/>
                        <a:pt x="142596" y="112345"/>
                      </a:cubicBezTo>
                      <a:cubicBezTo>
                        <a:pt x="138501" y="118917"/>
                        <a:pt x="133928" y="125013"/>
                        <a:pt x="128594" y="130728"/>
                      </a:cubicBezTo>
                      <a:cubicBezTo>
                        <a:pt x="126309" y="133014"/>
                        <a:pt x="123927" y="135300"/>
                        <a:pt x="121451" y="137396"/>
                      </a:cubicBezTo>
                      <a:cubicBezTo>
                        <a:pt x="115926" y="142348"/>
                        <a:pt x="118212" y="122822"/>
                        <a:pt x="118022" y="124632"/>
                      </a:cubicBezTo>
                      <a:cubicBezTo>
                        <a:pt x="119927" y="106344"/>
                        <a:pt x="121736" y="88151"/>
                        <a:pt x="123642" y="69863"/>
                      </a:cubicBezTo>
                      <a:cubicBezTo>
                        <a:pt x="124023" y="66244"/>
                        <a:pt x="120403" y="64815"/>
                        <a:pt x="117545" y="65672"/>
                      </a:cubicBezTo>
                      <a:cubicBezTo>
                        <a:pt x="115164" y="64529"/>
                        <a:pt x="111735" y="64910"/>
                        <a:pt x="110687" y="68054"/>
                      </a:cubicBezTo>
                      <a:lnTo>
                        <a:pt x="98019" y="104725"/>
                      </a:lnTo>
                      <a:cubicBezTo>
                        <a:pt x="93924" y="116631"/>
                        <a:pt x="89066" y="140444"/>
                        <a:pt x="72683" y="140729"/>
                      </a:cubicBezTo>
                      <a:cubicBezTo>
                        <a:pt x="73921" y="117203"/>
                        <a:pt x="77731" y="94152"/>
                        <a:pt x="84399" y="71482"/>
                      </a:cubicBezTo>
                      <a:cubicBezTo>
                        <a:pt x="86018" y="65863"/>
                        <a:pt x="76969" y="63291"/>
                        <a:pt x="75350" y="68911"/>
                      </a:cubicBezTo>
                      <a:cubicBezTo>
                        <a:pt x="72587" y="78436"/>
                        <a:pt x="70302" y="88056"/>
                        <a:pt x="68397" y="97772"/>
                      </a:cubicBezTo>
                      <a:cubicBezTo>
                        <a:pt x="66777" y="106439"/>
                        <a:pt x="64968" y="115012"/>
                        <a:pt x="60491" y="122727"/>
                      </a:cubicBezTo>
                      <a:cubicBezTo>
                        <a:pt x="58776" y="125775"/>
                        <a:pt x="56681" y="128537"/>
                        <a:pt x="54585" y="131395"/>
                      </a:cubicBezTo>
                      <a:cubicBezTo>
                        <a:pt x="49823" y="137967"/>
                        <a:pt x="45346" y="146063"/>
                        <a:pt x="37535" y="149302"/>
                      </a:cubicBezTo>
                      <a:cubicBezTo>
                        <a:pt x="34202" y="150730"/>
                        <a:pt x="30582" y="150921"/>
                        <a:pt x="27058" y="150445"/>
                      </a:cubicBezTo>
                      <a:cubicBezTo>
                        <a:pt x="24962" y="150159"/>
                        <a:pt x="22962" y="149588"/>
                        <a:pt x="21057" y="148825"/>
                      </a:cubicBezTo>
                      <a:cubicBezTo>
                        <a:pt x="19533" y="148254"/>
                        <a:pt x="15914" y="147397"/>
                        <a:pt x="14961" y="146063"/>
                      </a:cubicBezTo>
                      <a:cubicBezTo>
                        <a:pt x="10485" y="139967"/>
                        <a:pt x="9627" y="130347"/>
                        <a:pt x="9151" y="123298"/>
                      </a:cubicBezTo>
                      <a:cubicBezTo>
                        <a:pt x="8294" y="108725"/>
                        <a:pt x="14866" y="97676"/>
                        <a:pt x="22391" y="86056"/>
                      </a:cubicBezTo>
                      <a:cubicBezTo>
                        <a:pt x="24105" y="83389"/>
                        <a:pt x="26010" y="80722"/>
                        <a:pt x="28487" y="78626"/>
                      </a:cubicBezTo>
                      <a:cubicBezTo>
                        <a:pt x="32964" y="75007"/>
                        <a:pt x="39345" y="73864"/>
                        <a:pt x="44775" y="75769"/>
                      </a:cubicBezTo>
                      <a:cubicBezTo>
                        <a:pt x="47060" y="76531"/>
                        <a:pt x="49251" y="77960"/>
                        <a:pt x="50204" y="80150"/>
                      </a:cubicBezTo>
                      <a:cubicBezTo>
                        <a:pt x="52014" y="83960"/>
                        <a:pt x="49442" y="90247"/>
                        <a:pt x="52394" y="93580"/>
                      </a:cubicBezTo>
                      <a:cubicBezTo>
                        <a:pt x="55061" y="96438"/>
                        <a:pt x="60395" y="94914"/>
                        <a:pt x="60681" y="90818"/>
                      </a:cubicBezTo>
                      <a:cubicBezTo>
                        <a:pt x="62205" y="72816"/>
                        <a:pt x="48299" y="61577"/>
                        <a:pt x="30963" y="65387"/>
                      </a:cubicBezTo>
                      <a:cubicBezTo>
                        <a:pt x="22105" y="67291"/>
                        <a:pt x="3531" y="84722"/>
                        <a:pt x="483" y="112059"/>
                      </a:cubicBezTo>
                      <a:cubicBezTo>
                        <a:pt x="-1136" y="126537"/>
                        <a:pt x="388" y="157684"/>
                        <a:pt x="19724" y="161494"/>
                      </a:cubicBezTo>
                      <a:cubicBezTo>
                        <a:pt x="28963" y="163304"/>
                        <a:pt x="38107" y="160827"/>
                        <a:pt x="45632" y="155303"/>
                      </a:cubicBezTo>
                      <a:cubicBezTo>
                        <a:pt x="49347" y="152636"/>
                        <a:pt x="52585" y="149302"/>
                        <a:pt x="55443" y="145778"/>
                      </a:cubicBezTo>
                      <a:cubicBezTo>
                        <a:pt x="58300" y="142253"/>
                        <a:pt x="60395" y="137491"/>
                        <a:pt x="63444" y="134252"/>
                      </a:cubicBezTo>
                      <a:cubicBezTo>
                        <a:pt x="63348" y="137205"/>
                        <a:pt x="63444" y="139967"/>
                        <a:pt x="64968" y="142539"/>
                      </a:cubicBezTo>
                      <a:cubicBezTo>
                        <a:pt x="66492" y="145206"/>
                        <a:pt x="69063" y="147302"/>
                        <a:pt x="72111" y="148254"/>
                      </a:cubicBezTo>
                      <a:cubicBezTo>
                        <a:pt x="76302" y="149492"/>
                        <a:pt x="82112" y="147778"/>
                        <a:pt x="85827" y="145397"/>
                      </a:cubicBezTo>
                      <a:cubicBezTo>
                        <a:pt x="90876" y="142253"/>
                        <a:pt x="94686" y="137110"/>
                        <a:pt x="97638" y="132062"/>
                      </a:cubicBezTo>
                      <a:cubicBezTo>
                        <a:pt x="103544" y="121870"/>
                        <a:pt x="107544" y="109964"/>
                        <a:pt x="111164" y="98057"/>
                      </a:cubicBezTo>
                      <a:cubicBezTo>
                        <a:pt x="110497" y="105011"/>
                        <a:pt x="109735" y="111964"/>
                        <a:pt x="109068" y="118917"/>
                      </a:cubicBezTo>
                      <a:cubicBezTo>
                        <a:pt x="108402" y="125394"/>
                        <a:pt x="105163" y="139015"/>
                        <a:pt x="111545" y="144444"/>
                      </a:cubicBezTo>
                      <a:cubicBezTo>
                        <a:pt x="124023" y="154922"/>
                        <a:pt x="138310" y="136157"/>
                        <a:pt x="146406" y="123584"/>
                      </a:cubicBezTo>
                      <a:cubicBezTo>
                        <a:pt x="148121" y="123489"/>
                        <a:pt x="149740" y="122537"/>
                        <a:pt x="150407" y="120536"/>
                      </a:cubicBezTo>
                      <a:cubicBezTo>
                        <a:pt x="151359" y="117488"/>
                        <a:pt x="152502" y="114631"/>
                        <a:pt x="153741" y="111773"/>
                      </a:cubicBezTo>
                      <a:cubicBezTo>
                        <a:pt x="153741" y="113393"/>
                        <a:pt x="153931" y="114916"/>
                        <a:pt x="154122" y="116440"/>
                      </a:cubicBezTo>
                      <a:cubicBezTo>
                        <a:pt x="153741" y="119774"/>
                        <a:pt x="153741" y="123013"/>
                        <a:pt x="154122" y="126061"/>
                      </a:cubicBezTo>
                      <a:cubicBezTo>
                        <a:pt x="154312" y="127585"/>
                        <a:pt x="155169" y="128728"/>
                        <a:pt x="156312" y="129490"/>
                      </a:cubicBezTo>
                      <a:cubicBezTo>
                        <a:pt x="159456" y="140634"/>
                        <a:pt x="166028" y="147682"/>
                        <a:pt x="178696" y="143111"/>
                      </a:cubicBezTo>
                      <a:cubicBezTo>
                        <a:pt x="191936" y="138348"/>
                        <a:pt x="207081" y="116631"/>
                        <a:pt x="205747" y="99581"/>
                      </a:cubicBezTo>
                      <a:cubicBezTo>
                        <a:pt x="206604" y="99581"/>
                        <a:pt x="207461" y="99581"/>
                        <a:pt x="208319" y="99010"/>
                      </a:cubicBezTo>
                      <a:cubicBezTo>
                        <a:pt x="211938" y="96819"/>
                        <a:pt x="215272" y="94438"/>
                        <a:pt x="218320" y="91771"/>
                      </a:cubicBezTo>
                      <a:cubicBezTo>
                        <a:pt x="217368" y="96533"/>
                        <a:pt x="216415" y="101391"/>
                        <a:pt x="215844" y="106344"/>
                      </a:cubicBezTo>
                      <a:cubicBezTo>
                        <a:pt x="214701" y="114916"/>
                        <a:pt x="211843" y="129775"/>
                        <a:pt x="216510" y="137777"/>
                      </a:cubicBezTo>
                      <a:cubicBezTo>
                        <a:pt x="225273" y="152731"/>
                        <a:pt x="238894" y="135776"/>
                        <a:pt x="244895" y="125013"/>
                      </a:cubicBezTo>
                      <a:cubicBezTo>
                        <a:pt x="245466" y="132728"/>
                        <a:pt x="248133" y="139491"/>
                        <a:pt x="255658" y="141587"/>
                      </a:cubicBezTo>
                      <a:cubicBezTo>
                        <a:pt x="268993" y="145397"/>
                        <a:pt x="283852" y="128632"/>
                        <a:pt x="290424" y="119393"/>
                      </a:cubicBezTo>
                      <a:cubicBezTo>
                        <a:pt x="293853" y="114536"/>
                        <a:pt x="285662" y="109868"/>
                        <a:pt x="282328" y="114631"/>
                      </a:cubicBezTo>
                      <a:close/>
                      <a:moveTo>
                        <a:pt x="179553" y="26239"/>
                      </a:moveTo>
                      <a:cubicBezTo>
                        <a:pt x="182316" y="18714"/>
                        <a:pt x="187935" y="14047"/>
                        <a:pt x="196317" y="12142"/>
                      </a:cubicBezTo>
                      <a:cubicBezTo>
                        <a:pt x="195841" y="19381"/>
                        <a:pt x="194317" y="26334"/>
                        <a:pt x="191841" y="33097"/>
                      </a:cubicBezTo>
                      <a:cubicBezTo>
                        <a:pt x="188126" y="45003"/>
                        <a:pt x="180601" y="55862"/>
                        <a:pt x="173743" y="66148"/>
                      </a:cubicBezTo>
                      <a:cubicBezTo>
                        <a:pt x="171076" y="70054"/>
                        <a:pt x="168314" y="73864"/>
                        <a:pt x="165552" y="77579"/>
                      </a:cubicBezTo>
                      <a:cubicBezTo>
                        <a:pt x="167742" y="59862"/>
                        <a:pt x="171743" y="42622"/>
                        <a:pt x="179649" y="26239"/>
                      </a:cubicBezTo>
                      <a:close/>
                      <a:moveTo>
                        <a:pt x="192126" y="121013"/>
                      </a:moveTo>
                      <a:cubicBezTo>
                        <a:pt x="190698" y="123584"/>
                        <a:pt x="188793" y="125965"/>
                        <a:pt x="186316" y="127489"/>
                      </a:cubicBezTo>
                      <a:cubicBezTo>
                        <a:pt x="182220" y="129966"/>
                        <a:pt x="176601" y="129966"/>
                        <a:pt x="172600" y="127299"/>
                      </a:cubicBezTo>
                      <a:cubicBezTo>
                        <a:pt x="167647" y="124061"/>
                        <a:pt x="165075" y="119107"/>
                        <a:pt x="164599" y="113773"/>
                      </a:cubicBezTo>
                      <a:cubicBezTo>
                        <a:pt x="163647" y="103391"/>
                        <a:pt x="170314" y="91961"/>
                        <a:pt x="181649" y="90723"/>
                      </a:cubicBezTo>
                      <a:cubicBezTo>
                        <a:pt x="186030" y="90247"/>
                        <a:pt x="190888" y="91866"/>
                        <a:pt x="193365" y="95486"/>
                      </a:cubicBezTo>
                      <a:cubicBezTo>
                        <a:pt x="195365" y="98343"/>
                        <a:pt x="195841" y="102058"/>
                        <a:pt x="195841" y="105677"/>
                      </a:cubicBezTo>
                      <a:cubicBezTo>
                        <a:pt x="195841" y="111011"/>
                        <a:pt x="194698" y="116345"/>
                        <a:pt x="192126" y="12101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3" name="Google Shape;1283;p35"/>
                <p:cNvSpPr/>
                <p:nvPr/>
              </p:nvSpPr>
              <p:spPr>
                <a:xfrm>
                  <a:off x="5219165" y="5374481"/>
                  <a:ext cx="13488" cy="1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8" h="13955" extrusionOk="0">
                      <a:moveTo>
                        <a:pt x="8822" y="0"/>
                      </a:moveTo>
                      <a:cubicBezTo>
                        <a:pt x="8060" y="0"/>
                        <a:pt x="7202" y="0"/>
                        <a:pt x="6440" y="0"/>
                      </a:cubicBezTo>
                      <a:cubicBezTo>
                        <a:pt x="4345" y="0"/>
                        <a:pt x="2535" y="1238"/>
                        <a:pt x="1869" y="3238"/>
                      </a:cubicBezTo>
                      <a:cubicBezTo>
                        <a:pt x="1297" y="4858"/>
                        <a:pt x="821" y="6382"/>
                        <a:pt x="249" y="8001"/>
                      </a:cubicBezTo>
                      <a:cubicBezTo>
                        <a:pt x="-989" y="11716"/>
                        <a:pt x="2630" y="14002"/>
                        <a:pt x="5774" y="13526"/>
                      </a:cubicBezTo>
                      <a:cubicBezTo>
                        <a:pt x="7679" y="14478"/>
                        <a:pt x="10727" y="13811"/>
                        <a:pt x="11679" y="11906"/>
                      </a:cubicBezTo>
                      <a:cubicBezTo>
                        <a:pt x="12822" y="9525"/>
                        <a:pt x="13489" y="7334"/>
                        <a:pt x="13489" y="4667"/>
                      </a:cubicBezTo>
                      <a:cubicBezTo>
                        <a:pt x="13489" y="2191"/>
                        <a:pt x="11298" y="95"/>
                        <a:pt x="8726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grpSp>
          <p:nvGrpSpPr>
            <p:cNvPr id="1284" name="Google Shape;1284;p35"/>
            <p:cNvGrpSpPr/>
            <p:nvPr/>
          </p:nvGrpSpPr>
          <p:grpSpPr>
            <a:xfrm>
              <a:off x="5394602" y="3221758"/>
              <a:ext cx="1636559" cy="1259980"/>
              <a:chOff x="5142071" y="4077081"/>
              <a:chExt cx="1907856" cy="1468850"/>
            </a:xfrm>
          </p:grpSpPr>
          <p:grpSp>
            <p:nvGrpSpPr>
              <p:cNvPr id="1285" name="Google Shape;1285;p35"/>
              <p:cNvGrpSpPr/>
              <p:nvPr/>
            </p:nvGrpSpPr>
            <p:grpSpPr>
              <a:xfrm>
                <a:off x="5142071" y="4077081"/>
                <a:ext cx="1907856" cy="1468850"/>
                <a:chOff x="5142071" y="4077081"/>
                <a:chExt cx="1907856" cy="1468850"/>
              </a:xfrm>
            </p:grpSpPr>
            <p:grpSp>
              <p:nvGrpSpPr>
                <p:cNvPr id="1286" name="Google Shape;1286;p35"/>
                <p:cNvGrpSpPr/>
                <p:nvPr/>
              </p:nvGrpSpPr>
              <p:grpSpPr>
                <a:xfrm>
                  <a:off x="5142071" y="4077081"/>
                  <a:ext cx="1907856" cy="1468850"/>
                  <a:chOff x="5142071" y="4077081"/>
                  <a:chExt cx="1907856" cy="1468850"/>
                </a:xfrm>
              </p:grpSpPr>
              <p:grpSp>
                <p:nvGrpSpPr>
                  <p:cNvPr id="1287" name="Google Shape;1287;p35"/>
                  <p:cNvGrpSpPr/>
                  <p:nvPr/>
                </p:nvGrpSpPr>
                <p:grpSpPr>
                  <a:xfrm>
                    <a:off x="5142071" y="4852225"/>
                    <a:ext cx="1907856" cy="101536"/>
                    <a:chOff x="5142071" y="4852225"/>
                    <a:chExt cx="1907856" cy="101536"/>
                  </a:xfrm>
                </p:grpSpPr>
                <p:sp>
                  <p:nvSpPr>
                    <p:cNvPr id="1288" name="Google Shape;1288;p35"/>
                    <p:cNvSpPr/>
                    <p:nvPr/>
                  </p:nvSpPr>
                  <p:spPr>
                    <a:xfrm>
                      <a:off x="6930675" y="4852225"/>
                      <a:ext cx="119252" cy="101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9252" h="101536" extrusionOk="0">
                          <a:moveTo>
                            <a:pt x="0" y="0"/>
                          </a:moveTo>
                          <a:lnTo>
                            <a:pt x="0" y="101536"/>
                          </a:lnTo>
                          <a:lnTo>
                            <a:pt x="119253" y="4591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289" name="Google Shape;1289;p35"/>
                    <p:cNvSpPr/>
                    <p:nvPr/>
                  </p:nvSpPr>
                  <p:spPr>
                    <a:xfrm>
                      <a:off x="5142071" y="4893468"/>
                      <a:ext cx="1788604" cy="19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8604" h="19050" extrusionOk="0">
                          <a:moveTo>
                            <a:pt x="0" y="0"/>
                          </a:moveTo>
                          <a:lnTo>
                            <a:pt x="1788605" y="0"/>
                          </a:lnTo>
                          <a:lnTo>
                            <a:pt x="1788605" y="19050"/>
                          </a:lnTo>
                          <a:lnTo>
                            <a:pt x="0" y="190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  <p:grpSp>
                <p:nvGrpSpPr>
                  <p:cNvPr id="1290" name="Google Shape;1290;p35"/>
                  <p:cNvGrpSpPr/>
                  <p:nvPr/>
                </p:nvGrpSpPr>
                <p:grpSpPr>
                  <a:xfrm>
                    <a:off x="6058090" y="4077081"/>
                    <a:ext cx="101536" cy="1468850"/>
                    <a:chOff x="6058090" y="4077081"/>
                    <a:chExt cx="101536" cy="1468850"/>
                  </a:xfrm>
                </p:grpSpPr>
                <p:sp>
                  <p:nvSpPr>
                    <p:cNvPr id="1291" name="Google Shape;1291;p35"/>
                    <p:cNvSpPr/>
                    <p:nvPr/>
                  </p:nvSpPr>
                  <p:spPr>
                    <a:xfrm>
                      <a:off x="6058090" y="4077081"/>
                      <a:ext cx="101536" cy="1192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1536" h="119252" extrusionOk="0">
                          <a:moveTo>
                            <a:pt x="0" y="119253"/>
                          </a:moveTo>
                          <a:lnTo>
                            <a:pt x="101537" y="119253"/>
                          </a:lnTo>
                          <a:lnTo>
                            <a:pt x="46006" y="0"/>
                          </a:lnTo>
                          <a:lnTo>
                            <a:pt x="0" y="119253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292" name="Google Shape;1292;p35"/>
                    <p:cNvSpPr/>
                    <p:nvPr/>
                  </p:nvSpPr>
                  <p:spPr>
                    <a:xfrm>
                      <a:off x="6099333" y="4187571"/>
                      <a:ext cx="19050" cy="135836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050" h="1358360" extrusionOk="0">
                          <a:moveTo>
                            <a:pt x="0" y="0"/>
                          </a:moveTo>
                          <a:lnTo>
                            <a:pt x="19050" y="0"/>
                          </a:lnTo>
                          <a:lnTo>
                            <a:pt x="19050" y="1358360"/>
                          </a:lnTo>
                          <a:lnTo>
                            <a:pt x="0" y="135836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293" name="Google Shape;1293;p35"/>
                <p:cNvSpPr/>
                <p:nvPr/>
              </p:nvSpPr>
              <p:spPr>
                <a:xfrm>
                  <a:off x="5404854" y="4381085"/>
                  <a:ext cx="1378993" cy="1076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93" h="1076072" extrusionOk="0">
                      <a:moveTo>
                        <a:pt x="9537" y="1076073"/>
                      </a:moveTo>
                      <a:cubicBezTo>
                        <a:pt x="8108" y="1076073"/>
                        <a:pt x="6679" y="1075787"/>
                        <a:pt x="5346" y="1075120"/>
                      </a:cubicBezTo>
                      <a:cubicBezTo>
                        <a:pt x="583" y="1072834"/>
                        <a:pt x="-1322" y="1067119"/>
                        <a:pt x="964" y="1062357"/>
                      </a:cubicBezTo>
                      <a:cubicBezTo>
                        <a:pt x="16204" y="1031400"/>
                        <a:pt x="374821" y="305024"/>
                        <a:pt x="543127" y="338552"/>
                      </a:cubicBezTo>
                      <a:cubicBezTo>
                        <a:pt x="624661" y="354745"/>
                        <a:pt x="659618" y="436945"/>
                        <a:pt x="693432" y="516479"/>
                      </a:cubicBezTo>
                      <a:cubicBezTo>
                        <a:pt x="731627" y="606395"/>
                        <a:pt x="767727" y="691358"/>
                        <a:pt x="864120" y="697263"/>
                      </a:cubicBezTo>
                      <a:cubicBezTo>
                        <a:pt x="865644" y="697263"/>
                        <a:pt x="867072" y="697359"/>
                        <a:pt x="868597" y="697359"/>
                      </a:cubicBezTo>
                      <a:cubicBezTo>
                        <a:pt x="1053667" y="697359"/>
                        <a:pt x="1357705" y="12702"/>
                        <a:pt x="1360753" y="5653"/>
                      </a:cubicBezTo>
                      <a:cubicBezTo>
                        <a:pt x="1362849" y="891"/>
                        <a:pt x="1368468" y="-1300"/>
                        <a:pt x="1373326" y="795"/>
                      </a:cubicBezTo>
                      <a:cubicBezTo>
                        <a:pt x="1378184" y="2891"/>
                        <a:pt x="1380280" y="8511"/>
                        <a:pt x="1378184" y="13368"/>
                      </a:cubicBezTo>
                      <a:cubicBezTo>
                        <a:pt x="1365421" y="42324"/>
                        <a:pt x="1065955" y="716409"/>
                        <a:pt x="868120" y="716409"/>
                      </a:cubicBezTo>
                      <a:cubicBezTo>
                        <a:pt x="866406" y="716409"/>
                        <a:pt x="864691" y="716409"/>
                        <a:pt x="862977" y="716218"/>
                      </a:cubicBezTo>
                      <a:cubicBezTo>
                        <a:pt x="754773" y="709646"/>
                        <a:pt x="714672" y="615253"/>
                        <a:pt x="675906" y="523908"/>
                      </a:cubicBezTo>
                      <a:cubicBezTo>
                        <a:pt x="642568" y="445518"/>
                        <a:pt x="611136" y="371413"/>
                        <a:pt x="539508" y="357221"/>
                      </a:cubicBezTo>
                      <a:cubicBezTo>
                        <a:pt x="412158" y="332265"/>
                        <a:pt x="119931" y="863665"/>
                        <a:pt x="18204" y="1070739"/>
                      </a:cubicBezTo>
                      <a:cubicBezTo>
                        <a:pt x="16585" y="1074072"/>
                        <a:pt x="13156" y="1076073"/>
                        <a:pt x="9632" y="10760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94" name="Google Shape;1294;p35"/>
              <p:cNvSpPr/>
              <p:nvPr/>
            </p:nvSpPr>
            <p:spPr>
              <a:xfrm>
                <a:off x="6388064" y="4656167"/>
                <a:ext cx="98532" cy="156863"/>
              </a:xfrm>
              <a:custGeom>
                <a:avLst/>
                <a:gdLst/>
                <a:ahLst/>
                <a:cxnLst/>
                <a:rect l="l" t="t" r="r" b="b"/>
                <a:pathLst>
                  <a:path w="98532" h="156863" extrusionOk="0">
                    <a:moveTo>
                      <a:pt x="82458" y="2605"/>
                    </a:moveTo>
                    <a:cubicBezTo>
                      <a:pt x="55884" y="27751"/>
                      <a:pt x="29404" y="52992"/>
                      <a:pt x="2829" y="78139"/>
                    </a:cubicBezTo>
                    <a:cubicBezTo>
                      <a:pt x="-5934" y="86521"/>
                      <a:pt x="7687" y="99475"/>
                      <a:pt x="16164" y="91474"/>
                    </a:cubicBezTo>
                    <a:cubicBezTo>
                      <a:pt x="35500" y="73090"/>
                      <a:pt x="54836" y="54707"/>
                      <a:pt x="74267" y="36324"/>
                    </a:cubicBezTo>
                    <a:cubicBezTo>
                      <a:pt x="67314" y="72614"/>
                      <a:pt x="60265" y="108904"/>
                      <a:pt x="53312" y="145194"/>
                    </a:cubicBezTo>
                    <a:cubicBezTo>
                      <a:pt x="51121" y="156625"/>
                      <a:pt x="69409" y="161958"/>
                      <a:pt x="71600" y="150433"/>
                    </a:cubicBezTo>
                    <a:cubicBezTo>
                      <a:pt x="80458" y="104237"/>
                      <a:pt x="89412" y="58041"/>
                      <a:pt x="98365" y="11844"/>
                    </a:cubicBezTo>
                    <a:cubicBezTo>
                      <a:pt x="99984" y="3177"/>
                      <a:pt x="89507" y="-4062"/>
                      <a:pt x="82554" y="26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95" name="Google Shape;1295;p35"/>
              <p:cNvSpPr/>
              <p:nvPr/>
            </p:nvSpPr>
            <p:spPr>
              <a:xfrm>
                <a:off x="5607914" y="4716857"/>
                <a:ext cx="75105" cy="21467"/>
              </a:xfrm>
              <a:custGeom>
                <a:avLst/>
                <a:gdLst/>
                <a:ahLst/>
                <a:cxnLst/>
                <a:rect l="l" t="t" r="r" b="b"/>
                <a:pathLst>
                  <a:path w="75105" h="21467" extrusionOk="0">
                    <a:moveTo>
                      <a:pt x="66033" y="3256"/>
                    </a:moveTo>
                    <a:cubicBezTo>
                      <a:pt x="47078" y="2209"/>
                      <a:pt x="28028" y="1066"/>
                      <a:pt x="9073" y="18"/>
                    </a:cubicBezTo>
                    <a:cubicBezTo>
                      <a:pt x="-3214" y="-649"/>
                      <a:pt x="-2833" y="17544"/>
                      <a:pt x="9073" y="18211"/>
                    </a:cubicBezTo>
                    <a:cubicBezTo>
                      <a:pt x="28028" y="19259"/>
                      <a:pt x="47078" y="20402"/>
                      <a:pt x="66033" y="21449"/>
                    </a:cubicBezTo>
                    <a:cubicBezTo>
                      <a:pt x="78320" y="22116"/>
                      <a:pt x="77939" y="3923"/>
                      <a:pt x="66033" y="32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96" name="Google Shape;1296;p35"/>
              <p:cNvSpPr/>
              <p:nvPr/>
            </p:nvSpPr>
            <p:spPr>
              <a:xfrm>
                <a:off x="5715036" y="4631573"/>
                <a:ext cx="74085" cy="157236"/>
              </a:xfrm>
              <a:custGeom>
                <a:avLst/>
                <a:gdLst/>
                <a:ahLst/>
                <a:cxnLst/>
                <a:rect l="l" t="t" r="r" b="b"/>
                <a:pathLst>
                  <a:path w="74085" h="157236" extrusionOk="0">
                    <a:moveTo>
                      <a:pt x="56446" y="3959"/>
                    </a:moveTo>
                    <a:cubicBezTo>
                      <a:pt x="38158" y="29200"/>
                      <a:pt x="19966" y="54346"/>
                      <a:pt x="1678" y="79587"/>
                    </a:cubicBezTo>
                    <a:cubicBezTo>
                      <a:pt x="-5276" y="89207"/>
                      <a:pt x="11203" y="98637"/>
                      <a:pt x="17966" y="89303"/>
                    </a:cubicBezTo>
                    <a:cubicBezTo>
                      <a:pt x="29300" y="73682"/>
                      <a:pt x="40540" y="58061"/>
                      <a:pt x="51874" y="42440"/>
                    </a:cubicBezTo>
                    <a:cubicBezTo>
                      <a:pt x="47398" y="77682"/>
                      <a:pt x="39206" y="111972"/>
                      <a:pt x="27395" y="145881"/>
                    </a:cubicBezTo>
                    <a:cubicBezTo>
                      <a:pt x="23490" y="156930"/>
                      <a:pt x="41873" y="162169"/>
                      <a:pt x="45683" y="151120"/>
                    </a:cubicBezTo>
                    <a:cubicBezTo>
                      <a:pt x="61780" y="105019"/>
                      <a:pt x="71115" y="57775"/>
                      <a:pt x="74068" y="9007"/>
                    </a:cubicBezTo>
                    <a:cubicBezTo>
                      <a:pt x="74639" y="-613"/>
                      <a:pt x="61304" y="-2899"/>
                      <a:pt x="56446" y="39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5" name="Google Shape;1325;p36"/>
          <p:cNvGrpSpPr/>
          <p:nvPr/>
        </p:nvGrpSpPr>
        <p:grpSpPr>
          <a:xfrm>
            <a:off x="7606567" y="359171"/>
            <a:ext cx="888547" cy="679278"/>
            <a:chOff x="7746676" y="868788"/>
            <a:chExt cx="888547" cy="679278"/>
          </a:xfrm>
        </p:grpSpPr>
        <p:sp>
          <p:nvSpPr>
            <p:cNvPr id="1326" name="Google Shape;1326;p36"/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7" name="Google Shape;1327;p36"/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-41747" y="93527"/>
            <a:ext cx="3060012" cy="605284"/>
            <a:chOff x="761738" y="404042"/>
            <a:chExt cx="1647930" cy="477070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 dirty="0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Warm-up</a:t>
              </a:r>
            </a:p>
          </p:txBody>
        </p:sp>
      </p:grpSp>
      <p:pic>
        <p:nvPicPr>
          <p:cNvPr id="2" name="Picture 1" descr="Fraction cartoon Images - Free Download on Magnific (formerly Freepik)">
            <a:extLst>
              <a:ext uri="{FF2B5EF4-FFF2-40B4-BE49-F238E27FC236}">
                <a16:creationId xmlns:a16="http://schemas.microsoft.com/office/drawing/2014/main" id="{F6F7AEFE-25D0-4FEE-920A-961C9CCF4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18" y="1017298"/>
            <a:ext cx="4001833" cy="353675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1A15BBB-FC93-681A-9706-51BA7C7D303D}"/>
              </a:ext>
            </a:extLst>
          </p:cNvPr>
          <p:cNvGrpSpPr/>
          <p:nvPr/>
        </p:nvGrpSpPr>
        <p:grpSpPr>
          <a:xfrm>
            <a:off x="2612171" y="1766417"/>
            <a:ext cx="7373318" cy="870153"/>
            <a:chOff x="885341" y="2085751"/>
            <a:chExt cx="7373318" cy="1212283"/>
          </a:xfrm>
        </p:grpSpPr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28E553DC-2A76-C5B6-00B9-D1CBA4318E07}"/>
                </a:ext>
              </a:extLst>
            </p:cNvPr>
            <p:cNvSpPr/>
            <p:nvPr/>
          </p:nvSpPr>
          <p:spPr>
            <a:xfrm>
              <a:off x="2296538" y="2085751"/>
              <a:ext cx="4409767" cy="1212283"/>
            </a:xfrm>
            <a:prstGeom prst="flowChartAlternateProcess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85341" y="2284542"/>
              <a:ext cx="7373318" cy="8146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lang="en-US" sz="3200" b="1" dirty="0">
                  <a:solidFill>
                    <a:schemeClr val="accent3">
                      <a:lumMod val="50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Look and Choose</a:t>
              </a:r>
              <a:endPara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>
          <a:extLst>
            <a:ext uri="{FF2B5EF4-FFF2-40B4-BE49-F238E27FC236}">
              <a16:creationId xmlns:a16="http://schemas.microsoft.com/office/drawing/2014/main" id="{CEF285C2-4003-0778-58BE-B2B720F8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6FD94A-EA36-AEC4-9ADC-2D8EBE2BEB34}"/>
              </a:ext>
            </a:extLst>
          </p:cNvPr>
          <p:cNvSpPr/>
          <p:nvPr/>
        </p:nvSpPr>
        <p:spPr>
          <a:xfrm>
            <a:off x="3336922" y="492574"/>
            <a:ext cx="5052060" cy="45518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25" name="Google Shape;1325;p36">
            <a:extLst>
              <a:ext uri="{FF2B5EF4-FFF2-40B4-BE49-F238E27FC236}">
                <a16:creationId xmlns:a16="http://schemas.microsoft.com/office/drawing/2014/main" id="{DBC20009-7CDB-379C-7A52-54BBAF3CF5A0}"/>
              </a:ext>
            </a:extLst>
          </p:cNvPr>
          <p:cNvGrpSpPr/>
          <p:nvPr/>
        </p:nvGrpSpPr>
        <p:grpSpPr>
          <a:xfrm>
            <a:off x="7500435" y="227075"/>
            <a:ext cx="888547" cy="679278"/>
            <a:chOff x="7746676" y="868788"/>
            <a:chExt cx="888547" cy="679278"/>
          </a:xfrm>
        </p:grpSpPr>
        <p:sp>
          <p:nvSpPr>
            <p:cNvPr id="1326" name="Google Shape;1326;p36">
              <a:extLst>
                <a:ext uri="{FF2B5EF4-FFF2-40B4-BE49-F238E27FC236}">
                  <a16:creationId xmlns:a16="http://schemas.microsoft.com/office/drawing/2014/main" id="{94D3CEBA-FF7C-AE79-741E-E313E5A2661D}"/>
                </a:ext>
              </a:extLst>
            </p:cNvPr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7" name="Google Shape;1327;p36">
              <a:extLst>
                <a:ext uri="{FF2B5EF4-FFF2-40B4-BE49-F238E27FC236}">
                  <a16:creationId xmlns:a16="http://schemas.microsoft.com/office/drawing/2014/main" id="{A64CCA30-2D57-2FFB-F0CD-C509A8213612}"/>
                </a:ext>
              </a:extLst>
            </p:cNvPr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150C638-6767-12CF-5109-3B5CD4DBBDDD}"/>
              </a:ext>
            </a:extLst>
          </p:cNvPr>
          <p:cNvGrpSpPr/>
          <p:nvPr/>
        </p:nvGrpSpPr>
        <p:grpSpPr>
          <a:xfrm>
            <a:off x="-204319" y="925404"/>
            <a:ext cx="3854299" cy="861060"/>
            <a:chOff x="1022158" y="2086263"/>
            <a:chExt cx="6291226" cy="1405476"/>
          </a:xfrm>
        </p:grpSpPr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57DD451E-A554-12C2-EA66-E0C4C7C920EC}"/>
                </a:ext>
              </a:extLst>
            </p:cNvPr>
            <p:cNvSpPr/>
            <p:nvPr/>
          </p:nvSpPr>
          <p:spPr>
            <a:xfrm>
              <a:off x="1442790" y="2086263"/>
              <a:ext cx="5272535" cy="1405476"/>
            </a:xfrm>
            <a:prstGeom prst="flowChartAlternateProcess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3F445EA-1A52-8AF5-4E70-8E1CADFCDE32}"/>
                </a:ext>
              </a:extLst>
            </p:cNvPr>
            <p:cNvSpPr txBox="1"/>
            <p:nvPr/>
          </p:nvSpPr>
          <p:spPr>
            <a:xfrm>
              <a:off x="1022158" y="2374905"/>
              <a:ext cx="6291226" cy="7535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/>
                </a:rPr>
                <a:t>Look and choose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5140A9C-B9EF-1216-E726-A3ECAED1329E}"/>
              </a:ext>
            </a:extLst>
          </p:cNvPr>
          <p:cNvSpPr txBox="1"/>
          <p:nvPr/>
        </p:nvSpPr>
        <p:spPr>
          <a:xfrm>
            <a:off x="3336922" y="573973"/>
            <a:ext cx="5052060" cy="4025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How to play</a:t>
            </a:r>
          </a:p>
          <a:p>
            <a:pPr marL="342900" indent="-342900">
              <a:lnSpc>
                <a:spcPct val="114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+mj-lt"/>
                <a:cs typeface="Segoe UI" panose="020B0502040204020203" pitchFamily="34" charset="0"/>
              </a:rPr>
              <a:t>Students look at the pictures.</a:t>
            </a:r>
          </a:p>
          <a:p>
            <a:pPr marL="342900" indent="-342900">
              <a:lnSpc>
                <a:spcPct val="114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+mj-lt"/>
                <a:cs typeface="Segoe UI" panose="020B0502040204020203" pitchFamily="34" charset="0"/>
              </a:rPr>
              <a:t>Raise your hands to choose the correct fraction. </a:t>
            </a:r>
          </a:p>
          <a:p>
            <a:pPr marL="342900" indent="-342900">
              <a:lnSpc>
                <a:spcPct val="114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+mj-lt"/>
                <a:cs typeface="Segoe UI" panose="020B0502040204020203" pitchFamily="34" charset="0"/>
              </a:rPr>
              <a:t>If the answer is correct, the team earns 1 point.</a:t>
            </a:r>
          </a:p>
          <a:p>
            <a:pPr marL="342900" indent="-342900">
              <a:lnSpc>
                <a:spcPct val="114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+mj-lt"/>
                <a:cs typeface="Segoe UI" panose="020B0502040204020203" pitchFamily="34" charset="0"/>
              </a:rPr>
              <a:t>Continue with the remaining questions.</a:t>
            </a:r>
          </a:p>
          <a:p>
            <a:pPr marL="342900" indent="-342900">
              <a:lnSpc>
                <a:spcPct val="114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+mj-lt"/>
                <a:cs typeface="Segoe UI" panose="020B0502040204020203" pitchFamily="34" charset="0"/>
              </a:rPr>
              <a:t>The student or team with the most points wins.</a:t>
            </a:r>
            <a:endParaRPr lang="en-US" sz="35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 descr="Fraction cartoon Images - Free Download on Magnific (formerly Freepik)">
            <a:extLst>
              <a:ext uri="{FF2B5EF4-FFF2-40B4-BE49-F238E27FC236}">
                <a16:creationId xmlns:a16="http://schemas.microsoft.com/office/drawing/2014/main" id="{3D00ABA3-B82C-8E62-975D-1461F5E7C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14" y="2030014"/>
            <a:ext cx="2738567" cy="242030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75A82E4-6962-A8AB-A54C-2019EB5720BE}"/>
              </a:ext>
            </a:extLst>
          </p:cNvPr>
          <p:cNvGrpSpPr/>
          <p:nvPr/>
        </p:nvGrpSpPr>
        <p:grpSpPr>
          <a:xfrm>
            <a:off x="-41747" y="93527"/>
            <a:ext cx="3060012" cy="605284"/>
            <a:chOff x="761738" y="404042"/>
            <a:chExt cx="1647930" cy="47707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D32E457-04E8-5D79-E8F2-D5229289823C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B35B2C-CF4C-453A-3F6B-B94280C5EC4A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 dirty="0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Warm-up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5851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t="-107000" r="-4000" b="-12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hanh Yen Tran 0967 255 149 /081 811 4340 zalo / FB">
            <a:extLst>
              <a:ext uri="{FF2B5EF4-FFF2-40B4-BE49-F238E27FC236}">
                <a16:creationId xmlns:a16="http://schemas.microsoft.com/office/drawing/2014/main" id="{7A81498E-0C9D-D45B-67F7-0E284361A621}"/>
              </a:ext>
            </a:extLst>
          </p:cNvPr>
          <p:cNvSpPr/>
          <p:nvPr/>
        </p:nvSpPr>
        <p:spPr>
          <a:xfrm>
            <a:off x="5638800" y="-651845"/>
            <a:ext cx="4206546" cy="5812154"/>
          </a:xfrm>
          <a:custGeom>
            <a:avLst/>
            <a:gdLst/>
            <a:ahLst/>
            <a:cxnLst/>
            <a:rect l="l" t="t" r="r" b="b"/>
            <a:pathLst>
              <a:path w="2837618" h="3920716">
                <a:moveTo>
                  <a:pt x="0" y="0"/>
                </a:moveTo>
                <a:lnTo>
                  <a:pt x="2837618" y="0"/>
                </a:lnTo>
                <a:lnTo>
                  <a:pt x="2837618" y="3920716"/>
                </a:lnTo>
                <a:lnTo>
                  <a:pt x="0" y="3920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r>
              <a:rPr lang="en-US" sz="9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PANDA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87AB02-23A6-7D34-971D-846281599A67}"/>
              </a:ext>
            </a:extLst>
          </p:cNvPr>
          <p:cNvSpPr/>
          <p:nvPr/>
        </p:nvSpPr>
        <p:spPr>
          <a:xfrm>
            <a:off x="3733800" y="1202594"/>
            <a:ext cx="3810000" cy="117865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  <a:defRPr/>
            </a:pPr>
            <a:endParaRPr lang="en-US" sz="9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hanh Yen Tran 0967 255 149 /081 811 4340 zalo / FB">
            <a:extLst>
              <a:ext uri="{FF2B5EF4-FFF2-40B4-BE49-F238E27FC236}">
                <a16:creationId xmlns:a16="http://schemas.microsoft.com/office/drawing/2014/main" id="{F5B3DC73-21EF-BCD6-BB79-699381B0DE93}"/>
              </a:ext>
            </a:extLst>
          </p:cNvPr>
          <p:cNvSpPr/>
          <p:nvPr/>
        </p:nvSpPr>
        <p:spPr>
          <a:xfrm>
            <a:off x="0" y="1202594"/>
            <a:ext cx="3671611" cy="3940907"/>
          </a:xfrm>
          <a:custGeom>
            <a:avLst/>
            <a:gdLst/>
            <a:ahLst/>
            <a:cxnLst/>
            <a:rect l="l" t="t" r="r" b="b"/>
            <a:pathLst>
              <a:path w="3923186" h="4210934">
                <a:moveTo>
                  <a:pt x="0" y="0"/>
                </a:moveTo>
                <a:lnTo>
                  <a:pt x="3923186" y="0"/>
                </a:lnTo>
                <a:lnTo>
                  <a:pt x="3923186" y="4210933"/>
                </a:lnTo>
                <a:lnTo>
                  <a:pt x="0" y="4210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6" name="Thanh Yen Tran 0967 255 149 /081 811 4340 zalo / FB" descr="A yellow and orange sign&#10;&#10;Description automatically generated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0F88EDB-24D1-164C-5D14-6682883170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050" y="2898427"/>
            <a:ext cx="952500" cy="522578"/>
          </a:xfrm>
          <a:prstGeom prst="rect">
            <a:avLst/>
          </a:prstGeom>
        </p:spPr>
      </p:pic>
      <p:sp>
        <p:nvSpPr>
          <p:cNvPr id="8" name="Thanh Yen Tran 0967 255 149 /081 811 4340 zalo / FB">
            <a:extLst>
              <a:ext uri="{FF2B5EF4-FFF2-40B4-BE49-F238E27FC236}">
                <a16:creationId xmlns:a16="http://schemas.microsoft.com/office/drawing/2014/main" id="{C0DF1CCD-55AE-136D-8D83-F491C72FD778}"/>
              </a:ext>
            </a:extLst>
          </p:cNvPr>
          <p:cNvSpPr/>
          <p:nvPr/>
        </p:nvSpPr>
        <p:spPr>
          <a:xfrm>
            <a:off x="3671611" y="3611506"/>
            <a:ext cx="1422168" cy="1512945"/>
          </a:xfrm>
          <a:custGeom>
            <a:avLst/>
            <a:gdLst/>
            <a:ahLst/>
            <a:cxnLst/>
            <a:rect l="l" t="t" r="r" b="b"/>
            <a:pathLst>
              <a:path w="2844335" h="3025889">
                <a:moveTo>
                  <a:pt x="0" y="0"/>
                </a:moveTo>
                <a:lnTo>
                  <a:pt x="2844335" y="0"/>
                </a:lnTo>
                <a:lnTo>
                  <a:pt x="2844335" y="3025889"/>
                </a:lnTo>
                <a:lnTo>
                  <a:pt x="0" y="30258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Thanh Yen Tran 0967 255 149 /081 811 4340 zalo / FB">
            <a:extLst>
              <a:ext uri="{FF2B5EF4-FFF2-40B4-BE49-F238E27FC236}">
                <a16:creationId xmlns:a16="http://schemas.microsoft.com/office/drawing/2014/main" id="{1F06DA96-B87B-11BF-E68B-037C0411486D}"/>
              </a:ext>
            </a:extLst>
          </p:cNvPr>
          <p:cNvSpPr/>
          <p:nvPr/>
        </p:nvSpPr>
        <p:spPr>
          <a:xfrm>
            <a:off x="5118216" y="3611505"/>
            <a:ext cx="1422168" cy="1512945"/>
          </a:xfrm>
          <a:custGeom>
            <a:avLst/>
            <a:gdLst/>
            <a:ahLst/>
            <a:cxnLst/>
            <a:rect l="l" t="t" r="r" b="b"/>
            <a:pathLst>
              <a:path w="2844335" h="3025889">
                <a:moveTo>
                  <a:pt x="0" y="0"/>
                </a:moveTo>
                <a:lnTo>
                  <a:pt x="2844335" y="0"/>
                </a:lnTo>
                <a:lnTo>
                  <a:pt x="2844335" y="3025889"/>
                </a:lnTo>
                <a:lnTo>
                  <a:pt x="0" y="30258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Thanh Yen Tran 0967 255 149 /081 811 4340 zalo / FB">
            <a:extLst>
              <a:ext uri="{FF2B5EF4-FFF2-40B4-BE49-F238E27FC236}">
                <a16:creationId xmlns:a16="http://schemas.microsoft.com/office/drawing/2014/main" id="{9F2E9E54-6694-812D-7AA1-6D84D5F35876}"/>
              </a:ext>
            </a:extLst>
          </p:cNvPr>
          <p:cNvSpPr/>
          <p:nvPr/>
        </p:nvSpPr>
        <p:spPr>
          <a:xfrm>
            <a:off x="6564822" y="3611505"/>
            <a:ext cx="1422168" cy="1512945"/>
          </a:xfrm>
          <a:custGeom>
            <a:avLst/>
            <a:gdLst/>
            <a:ahLst/>
            <a:cxnLst/>
            <a:rect l="l" t="t" r="r" b="b"/>
            <a:pathLst>
              <a:path w="2844335" h="3025889">
                <a:moveTo>
                  <a:pt x="0" y="0"/>
                </a:moveTo>
                <a:lnTo>
                  <a:pt x="2844335" y="0"/>
                </a:lnTo>
                <a:lnTo>
                  <a:pt x="2844335" y="3025889"/>
                </a:lnTo>
                <a:lnTo>
                  <a:pt x="0" y="30258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AA947-08AA-4B2E-F5B0-47CB0C5515BF}"/>
              </a:ext>
            </a:extLst>
          </p:cNvPr>
          <p:cNvSpPr txBox="1"/>
          <p:nvPr/>
        </p:nvSpPr>
        <p:spPr>
          <a:xfrm>
            <a:off x="30632400" y="15525750"/>
            <a:ext cx="79629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defRPr/>
            </a:pPr>
            <a:r>
              <a:rPr lang="en-US" sz="4400" kern="1200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  <a:ea typeface="+mn-ea"/>
                <a:cs typeface="+mn-cs"/>
              </a:rPr>
              <a:t>0967 255 149 Thanh Yen Tran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6D88A1-9F18-9B4E-9E4C-9DE7D1F7FB0A}"/>
              </a:ext>
            </a:extLst>
          </p:cNvPr>
          <p:cNvSpPr txBox="1"/>
          <p:nvPr/>
        </p:nvSpPr>
        <p:spPr>
          <a:xfrm>
            <a:off x="3655794" y="1063845"/>
            <a:ext cx="40005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buClrTx/>
              <a:defRPr/>
            </a:pPr>
            <a:r>
              <a:rPr lang="en-US" sz="8800" b="1" kern="120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PANDA</a:t>
            </a:r>
          </a:p>
        </p:txBody>
      </p:sp>
    </p:spTree>
    <p:extLst>
      <p:ext uri="{BB962C8B-B14F-4D97-AF65-F5344CB8AC3E}">
        <p14:creationId xmlns:p14="http://schemas.microsoft.com/office/powerpoint/2010/main" val="159237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B402D4-1DC6-22FB-56F3-BE870C1A5915}"/>
              </a:ext>
            </a:extLst>
          </p:cNvPr>
          <p:cNvSpPr/>
          <p:nvPr/>
        </p:nvSpPr>
        <p:spPr>
          <a:xfrm>
            <a:off x="255939" y="79259"/>
            <a:ext cx="8715966" cy="2951358"/>
          </a:xfrm>
          <a:prstGeom prst="roundRect">
            <a:avLst>
              <a:gd name="adj" fmla="val 395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  <a:defRPr/>
            </a:pPr>
            <a:endParaRPr lang="en-US" sz="900" kern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A7DD4C78-74FB-436D-08FA-10037C1F32B7}"/>
              </a:ext>
            </a:extLst>
          </p:cNvPr>
          <p:cNvGrpSpPr/>
          <p:nvPr/>
        </p:nvGrpSpPr>
        <p:grpSpPr>
          <a:xfrm>
            <a:off x="409751" y="3192896"/>
            <a:ext cx="1917840" cy="1920240"/>
            <a:chOff x="0" y="0"/>
            <a:chExt cx="3664926" cy="3669512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45C764C-31FF-8EBF-3E0B-F4C422405BA0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pPr defTabSz="457200">
                <a:buClrTx/>
                <a:defRPr/>
              </a:pPr>
              <a:endParaRPr lang="en-US" sz="9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2FA4F621-10CA-E5EE-E467-B95D0BA0AA0F}"/>
                </a:ext>
              </a:extLst>
            </p:cNvPr>
            <p:cNvGrpSpPr/>
            <p:nvPr/>
          </p:nvGrpSpPr>
          <p:grpSpPr>
            <a:xfrm>
              <a:off x="126529" y="84661"/>
              <a:ext cx="3411870" cy="3411870"/>
              <a:chOff x="0" y="-10520"/>
              <a:chExt cx="812800" cy="812800"/>
            </a:xfrm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0D6605E0-E0AA-400C-64F5-D2C7E3F94A4E}"/>
                  </a:ext>
                </a:extLst>
              </p:cNvPr>
              <p:cNvSpPr/>
              <p:nvPr/>
            </p:nvSpPr>
            <p:spPr>
              <a:xfrm>
                <a:off x="0" y="-1052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 A</a:t>
                </a:r>
              </a:p>
            </p:txBody>
          </p:sp>
        </p:grpSp>
      </p:grpSp>
      <p:sp>
        <p:nvSpPr>
          <p:cNvPr id="11" name="Freeform 16">
            <a:extLst>
              <a:ext uri="{FF2B5EF4-FFF2-40B4-BE49-F238E27FC236}">
                <a16:creationId xmlns:a16="http://schemas.microsoft.com/office/drawing/2014/main" id="{ED15E084-61FC-74F3-11D8-3F30ABB0DC7E}"/>
              </a:ext>
            </a:extLst>
          </p:cNvPr>
          <p:cNvSpPr/>
          <p:nvPr/>
        </p:nvSpPr>
        <p:spPr>
          <a:xfrm>
            <a:off x="758352" y="3666264"/>
            <a:ext cx="1089204" cy="1086481"/>
          </a:xfrm>
          <a:custGeom>
            <a:avLst/>
            <a:gdLst/>
            <a:ahLst/>
            <a:cxnLst/>
            <a:rect l="l" t="t" r="r" b="b"/>
            <a:pathLst>
              <a:path w="2380204" h="2374254">
                <a:moveTo>
                  <a:pt x="0" y="0"/>
                </a:moveTo>
                <a:lnTo>
                  <a:pt x="2380205" y="0"/>
                </a:lnTo>
                <a:lnTo>
                  <a:pt x="2380205" y="2374254"/>
                </a:lnTo>
                <a:lnTo>
                  <a:pt x="0" y="2374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184D6918-3951-4FAC-1950-BB2881836F33}"/>
              </a:ext>
            </a:extLst>
          </p:cNvPr>
          <p:cNvGrpSpPr/>
          <p:nvPr/>
        </p:nvGrpSpPr>
        <p:grpSpPr>
          <a:xfrm>
            <a:off x="2577596" y="3172725"/>
            <a:ext cx="1917840" cy="1920240"/>
            <a:chOff x="0" y="0"/>
            <a:chExt cx="3664926" cy="3669512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E4B2464B-2208-3018-C981-78272020711D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pPr defTabSz="457200">
                <a:buClrTx/>
                <a:defRPr/>
              </a:pPr>
              <a:endParaRPr lang="en-US" sz="9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2E5593C8-0989-B495-F7BD-A137A6EC2479}"/>
                </a:ext>
              </a:extLst>
            </p:cNvPr>
            <p:cNvGrpSpPr/>
            <p:nvPr/>
          </p:nvGrpSpPr>
          <p:grpSpPr>
            <a:xfrm>
              <a:off x="147017" y="42525"/>
              <a:ext cx="3411870" cy="3411870"/>
              <a:chOff x="4881" y="-20558"/>
              <a:chExt cx="812800" cy="812800"/>
            </a:xfrm>
          </p:grpSpPr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E4077A8F-2357-89CF-B3B9-73FBBC5A3BC0}"/>
                  </a:ext>
                </a:extLst>
              </p:cNvPr>
              <p:cNvSpPr/>
              <p:nvPr/>
            </p:nvSpPr>
            <p:spPr>
              <a:xfrm>
                <a:off x="4881" y="-20558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 B </a:t>
                </a:r>
              </a:p>
            </p:txBody>
          </p:sp>
        </p:grpSp>
      </p:grpSp>
      <p:sp>
        <p:nvSpPr>
          <p:cNvPr id="16" name="Freeform 14">
            <a:extLst>
              <a:ext uri="{FF2B5EF4-FFF2-40B4-BE49-F238E27FC236}">
                <a16:creationId xmlns:a16="http://schemas.microsoft.com/office/drawing/2014/main" id="{61EB194D-F8B1-F8A4-E1E9-9B6EB6072C5D}"/>
              </a:ext>
            </a:extLst>
          </p:cNvPr>
          <p:cNvSpPr/>
          <p:nvPr/>
        </p:nvSpPr>
        <p:spPr>
          <a:xfrm>
            <a:off x="3112196" y="3583788"/>
            <a:ext cx="1089204" cy="1086481"/>
          </a:xfrm>
          <a:custGeom>
            <a:avLst/>
            <a:gdLst/>
            <a:ahLst/>
            <a:cxnLst/>
            <a:rect l="l" t="t" r="r" b="b"/>
            <a:pathLst>
              <a:path w="1750836" h="1746459">
                <a:moveTo>
                  <a:pt x="0" y="0"/>
                </a:moveTo>
                <a:lnTo>
                  <a:pt x="1750836" y="0"/>
                </a:lnTo>
                <a:lnTo>
                  <a:pt x="1750836" y="1746458"/>
                </a:lnTo>
                <a:lnTo>
                  <a:pt x="0" y="174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5BA6E77F-5771-BC05-0E53-8F12350D75C9}"/>
              </a:ext>
            </a:extLst>
          </p:cNvPr>
          <p:cNvGrpSpPr/>
          <p:nvPr/>
        </p:nvGrpSpPr>
        <p:grpSpPr>
          <a:xfrm>
            <a:off x="4859095" y="3187293"/>
            <a:ext cx="1917840" cy="1920240"/>
            <a:chOff x="0" y="0"/>
            <a:chExt cx="3664926" cy="3669512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D4B9CF20-9D60-E970-DCD2-CA4C61BA1410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pPr defTabSz="457200">
                <a:buClrTx/>
                <a:defRPr/>
              </a:pPr>
              <a:endParaRPr lang="en-US" sz="9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D00B9B4F-5F71-DDA3-D992-69AF157197A7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413A797E-AE91-BF53-514D-0BC1BEDAA2E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</a:t>
                </a:r>
                <a:endParaRPr lang="en-US" sz="1800" kern="1200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C14067C9-0A77-C72F-E03C-B67DFFE5DD74}"/>
              </a:ext>
            </a:extLst>
          </p:cNvPr>
          <p:cNvSpPr/>
          <p:nvPr/>
        </p:nvSpPr>
        <p:spPr>
          <a:xfrm>
            <a:off x="5247868" y="3631873"/>
            <a:ext cx="1089204" cy="1086481"/>
          </a:xfrm>
          <a:custGeom>
            <a:avLst/>
            <a:gdLst/>
            <a:ahLst/>
            <a:cxnLst/>
            <a:rect l="l" t="t" r="r" b="b"/>
            <a:pathLst>
              <a:path w="1750836" h="1746459">
                <a:moveTo>
                  <a:pt x="0" y="0"/>
                </a:moveTo>
                <a:lnTo>
                  <a:pt x="1750836" y="0"/>
                </a:lnTo>
                <a:lnTo>
                  <a:pt x="1750836" y="1746458"/>
                </a:lnTo>
                <a:lnTo>
                  <a:pt x="0" y="174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04FEA4A9-C94F-C46F-B7D3-26F30BEECEBE}"/>
              </a:ext>
            </a:extLst>
          </p:cNvPr>
          <p:cNvGrpSpPr/>
          <p:nvPr/>
        </p:nvGrpSpPr>
        <p:grpSpPr>
          <a:xfrm>
            <a:off x="7129900" y="3172725"/>
            <a:ext cx="1917840" cy="1920240"/>
            <a:chOff x="0" y="0"/>
            <a:chExt cx="3664926" cy="3669512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FBA15A82-1AC7-8ED6-BA1D-AE1D67E60585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pPr defTabSz="457200">
                <a:buClrTx/>
                <a:defRPr/>
              </a:pPr>
              <a:endParaRPr lang="en-US" sz="9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24" name="Group 4">
              <a:extLst>
                <a:ext uri="{FF2B5EF4-FFF2-40B4-BE49-F238E27FC236}">
                  <a16:creationId xmlns:a16="http://schemas.microsoft.com/office/drawing/2014/main" id="{BA49175B-DE7E-2FBC-F0CF-5B1D920ED8B9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732CCA87-125F-4ABF-7C8D-5D8A48C8494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</a:t>
                </a:r>
              </a:p>
              <a:p>
                <a:pPr defTabSz="457200">
                  <a:buClrTx/>
                  <a:defRPr/>
                </a:pPr>
                <a:endParaRPr lang="en-US" sz="900" kern="1200" dirty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6" name="SĐT: 0967255149/0818114340">
            <a:extLst>
              <a:ext uri="{FF2B5EF4-FFF2-40B4-BE49-F238E27FC236}">
                <a16:creationId xmlns:a16="http://schemas.microsoft.com/office/drawing/2014/main" id="{4DEDBD83-DFDD-5E5B-5D48-A726B3F64472}"/>
              </a:ext>
            </a:extLst>
          </p:cNvPr>
          <p:cNvSpPr/>
          <p:nvPr/>
        </p:nvSpPr>
        <p:spPr>
          <a:xfrm>
            <a:off x="7582599" y="3622620"/>
            <a:ext cx="1089204" cy="1086481"/>
          </a:xfrm>
          <a:custGeom>
            <a:avLst/>
            <a:gdLst/>
            <a:ahLst/>
            <a:cxnLst/>
            <a:rect l="l" t="t" r="r" b="b"/>
            <a:pathLst>
              <a:path w="1750836" h="1746459">
                <a:moveTo>
                  <a:pt x="0" y="0"/>
                </a:moveTo>
                <a:lnTo>
                  <a:pt x="1750836" y="0"/>
                </a:lnTo>
                <a:lnTo>
                  <a:pt x="1750836" y="1746458"/>
                </a:lnTo>
                <a:lnTo>
                  <a:pt x="0" y="174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SĐT: 0967255149/0818114340">
            <a:extLst>
              <a:ext uri="{FF2B5EF4-FFF2-40B4-BE49-F238E27FC236}">
                <a16:creationId xmlns:a16="http://schemas.microsoft.com/office/drawing/2014/main" id="{DA524587-B80D-A7A6-904F-481B28726EE3}"/>
              </a:ext>
            </a:extLst>
          </p:cNvPr>
          <p:cNvSpPr/>
          <p:nvPr/>
        </p:nvSpPr>
        <p:spPr>
          <a:xfrm>
            <a:off x="1804089" y="245423"/>
            <a:ext cx="8715966" cy="507831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 defTabSz="457200">
              <a:buClrTx/>
              <a:defRPr/>
            </a:pPr>
            <a:r>
              <a:rPr lang="en-US" sz="3000" b="1" kern="1200" dirty="0">
                <a:ln w="0"/>
                <a:solidFill>
                  <a:srgbClr val="0070C0"/>
                </a:solidFill>
                <a:latin typeface="+mj-lt"/>
                <a:ea typeface="+mn-ea"/>
                <a:cs typeface="Arial" panose="020B0604020202020204" pitchFamily="34" charset="0"/>
              </a:rPr>
              <a:t>Choose the correct fraction. </a:t>
            </a:r>
          </a:p>
        </p:txBody>
      </p:sp>
      <p:sp>
        <p:nvSpPr>
          <p:cNvPr id="28" name="SĐT: 0967255149/0818114340">
            <a:hlinkClick r:id="rId9" action="ppaction://hlinksldjump"/>
            <a:extLst>
              <a:ext uri="{FF2B5EF4-FFF2-40B4-BE49-F238E27FC236}">
                <a16:creationId xmlns:a16="http://schemas.microsoft.com/office/drawing/2014/main" id="{419BFDF3-ACD5-5E0E-779D-E4233EC53A3F}"/>
              </a:ext>
            </a:extLst>
          </p:cNvPr>
          <p:cNvSpPr/>
          <p:nvPr/>
        </p:nvSpPr>
        <p:spPr>
          <a:xfrm>
            <a:off x="8201696" y="2261088"/>
            <a:ext cx="940213" cy="955797"/>
          </a:xfrm>
          <a:custGeom>
            <a:avLst/>
            <a:gdLst/>
            <a:ahLst/>
            <a:cxnLst/>
            <a:rect l="l" t="t" r="r" b="b"/>
            <a:pathLst>
              <a:path w="3342541" h="3406411">
                <a:moveTo>
                  <a:pt x="0" y="0"/>
                </a:moveTo>
                <a:lnTo>
                  <a:pt x="3342541" y="0"/>
                </a:lnTo>
                <a:lnTo>
                  <a:pt x="3342541" y="3406411"/>
                </a:lnTo>
                <a:lnTo>
                  <a:pt x="0" y="34064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EDE06E-0F98-3F9E-9587-0EC862A5C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68597"/>
              </p:ext>
            </p:extLst>
          </p:nvPr>
        </p:nvGraphicFramePr>
        <p:xfrm>
          <a:off x="3889011" y="1058080"/>
          <a:ext cx="449663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628">
                  <a:extLst>
                    <a:ext uri="{9D8B030D-6E8A-4147-A177-3AD203B41FA5}">
                      <a16:colId xmlns:a16="http://schemas.microsoft.com/office/drawing/2014/main" val="1010608158"/>
                    </a:ext>
                  </a:extLst>
                </a:gridCol>
                <a:gridCol w="2626009">
                  <a:extLst>
                    <a:ext uri="{9D8B030D-6E8A-4147-A177-3AD203B41FA5}">
                      <a16:colId xmlns:a16="http://schemas.microsoft.com/office/drawing/2014/main" val="1781301536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A. </a:t>
                      </a: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 </a:t>
                      </a:r>
                    </a:p>
                    <a:p>
                      <a:pPr algn="l"/>
                      <a:endParaRPr lang="en-US" sz="3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832744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 </a:t>
                      </a: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D. </a:t>
                      </a:r>
                    </a:p>
                    <a:p>
                      <a:pPr algn="l"/>
                      <a:endParaRPr lang="en-US" sz="3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898153"/>
                  </a:ext>
                </a:extLst>
              </a:tr>
            </a:tbl>
          </a:graphicData>
        </a:graphic>
      </p:graphicFrame>
      <p:pic>
        <p:nvPicPr>
          <p:cNvPr id="3" name="Picture 2" descr="Pizza fractions Images - Free Download on Magnific (formerly Freepik)">
            <a:extLst>
              <a:ext uri="{FF2B5EF4-FFF2-40B4-BE49-F238E27FC236}">
                <a16:creationId xmlns:a16="http://schemas.microsoft.com/office/drawing/2014/main" id="{1B1741E1-8F63-836C-7F3D-9626D0610F9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74368" b="48308"/>
          <a:stretch>
            <a:fillRect/>
          </a:stretch>
        </p:blipFill>
        <p:spPr>
          <a:xfrm>
            <a:off x="758352" y="390755"/>
            <a:ext cx="2325640" cy="2471844"/>
          </a:xfrm>
          <a:prstGeom prst="rect">
            <a:avLst/>
          </a:prstGeom>
        </p:spPr>
      </p:pic>
      <p:pic>
        <p:nvPicPr>
          <p:cNvPr id="5" name="Picture 4" descr="Pizza fractions Images - Free Download on Magnific (formerly Freepik)">
            <a:extLst>
              <a:ext uri="{FF2B5EF4-FFF2-40B4-BE49-F238E27FC236}">
                <a16:creationId xmlns:a16="http://schemas.microsoft.com/office/drawing/2014/main" id="{DDD866E8-AEF3-2C02-20B9-B0FE9FBF816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5592" t="11816" r="68309" b="61051"/>
          <a:stretch>
            <a:fillRect/>
          </a:stretch>
        </p:blipFill>
        <p:spPr>
          <a:xfrm>
            <a:off x="4467910" y="800018"/>
            <a:ext cx="429871" cy="1007908"/>
          </a:xfrm>
          <a:prstGeom prst="rect">
            <a:avLst/>
          </a:prstGeom>
        </p:spPr>
      </p:pic>
      <p:pic>
        <p:nvPicPr>
          <p:cNvPr id="6" name="Picture 5" descr="Pizza fractions Images - Free Download on Magnific (formerly Freepik)">
            <a:extLst>
              <a:ext uri="{FF2B5EF4-FFF2-40B4-BE49-F238E27FC236}">
                <a16:creationId xmlns:a16="http://schemas.microsoft.com/office/drawing/2014/main" id="{2BF9F667-8F3A-6D43-6494-2DB2B14E1C6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5695" t="63610" r="68393" b="12046"/>
          <a:stretch>
            <a:fillRect/>
          </a:stretch>
        </p:blipFill>
        <p:spPr>
          <a:xfrm>
            <a:off x="4520942" y="1854690"/>
            <a:ext cx="416689" cy="904310"/>
          </a:xfrm>
          <a:prstGeom prst="rect">
            <a:avLst/>
          </a:prstGeom>
        </p:spPr>
      </p:pic>
      <p:pic>
        <p:nvPicPr>
          <p:cNvPr id="29" name="Picture 28" descr="Pizza fractions Images - Free Download on Magnific (formerly Freepik)">
            <a:extLst>
              <a:ext uri="{FF2B5EF4-FFF2-40B4-BE49-F238E27FC236}">
                <a16:creationId xmlns:a16="http://schemas.microsoft.com/office/drawing/2014/main" id="{58F86744-2E33-6607-CD4B-723B5ACDC1B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9772" t="9625" r="35514" b="63242"/>
          <a:stretch>
            <a:fillRect/>
          </a:stretch>
        </p:blipFill>
        <p:spPr>
          <a:xfrm>
            <a:off x="7196112" y="753254"/>
            <a:ext cx="332313" cy="1007908"/>
          </a:xfrm>
          <a:prstGeom prst="rect">
            <a:avLst/>
          </a:prstGeom>
        </p:spPr>
      </p:pic>
      <p:pic>
        <p:nvPicPr>
          <p:cNvPr id="30" name="Picture 29" descr="Pizza fractions Images - Free Download on Magnific (formerly Freepik)">
            <a:extLst>
              <a:ext uri="{FF2B5EF4-FFF2-40B4-BE49-F238E27FC236}">
                <a16:creationId xmlns:a16="http://schemas.microsoft.com/office/drawing/2014/main" id="{821AE8FD-43A4-DB4A-832A-5F243E18B11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93594" t="11207" r="1691" b="62459"/>
          <a:stretch>
            <a:fillRect/>
          </a:stretch>
        </p:blipFill>
        <p:spPr>
          <a:xfrm>
            <a:off x="7196111" y="1840461"/>
            <a:ext cx="332313" cy="97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0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yea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H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H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H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21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B402D4-1DC6-22FB-56F3-BE870C1A5915}"/>
              </a:ext>
            </a:extLst>
          </p:cNvPr>
          <p:cNvSpPr/>
          <p:nvPr/>
        </p:nvSpPr>
        <p:spPr>
          <a:xfrm>
            <a:off x="552450" y="84830"/>
            <a:ext cx="8039100" cy="2743200"/>
          </a:xfrm>
          <a:prstGeom prst="roundRect">
            <a:avLst>
              <a:gd name="adj" fmla="val 395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  <a:defRPr/>
            </a:pPr>
            <a:endParaRPr lang="en-US" sz="90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A7DD4C78-74FB-436D-08FA-10037C1F32B7}"/>
              </a:ext>
            </a:extLst>
          </p:cNvPr>
          <p:cNvGrpSpPr/>
          <p:nvPr/>
        </p:nvGrpSpPr>
        <p:grpSpPr>
          <a:xfrm>
            <a:off x="3631445" y="2950128"/>
            <a:ext cx="2095500" cy="2098123"/>
            <a:chOff x="0" y="0"/>
            <a:chExt cx="3664926" cy="3669512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45C764C-31FF-8EBF-3E0B-F4C422405BA0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83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2FA4F621-10CA-E5EE-E467-B95D0BA0AA0F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0D6605E0-E0AA-400C-64F5-D2C7E3F94A4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B</a:t>
                </a:r>
              </a:p>
            </p:txBody>
          </p:sp>
        </p:grpSp>
      </p:grpSp>
      <p:sp>
        <p:nvSpPr>
          <p:cNvPr id="11" name="Freeform 16">
            <a:extLst>
              <a:ext uri="{FF2B5EF4-FFF2-40B4-BE49-F238E27FC236}">
                <a16:creationId xmlns:a16="http://schemas.microsoft.com/office/drawing/2014/main" id="{ED15E084-61FC-74F3-11D8-3F30ABB0DC7E}"/>
              </a:ext>
            </a:extLst>
          </p:cNvPr>
          <p:cNvSpPr/>
          <p:nvPr/>
        </p:nvSpPr>
        <p:spPr>
          <a:xfrm>
            <a:off x="4079790" y="3328788"/>
            <a:ext cx="1190102" cy="1187127"/>
          </a:xfrm>
          <a:custGeom>
            <a:avLst/>
            <a:gdLst/>
            <a:ahLst/>
            <a:cxnLst/>
            <a:rect l="l" t="t" r="r" b="b"/>
            <a:pathLst>
              <a:path w="2380204" h="2374254">
                <a:moveTo>
                  <a:pt x="0" y="0"/>
                </a:moveTo>
                <a:lnTo>
                  <a:pt x="2380205" y="0"/>
                </a:lnTo>
                <a:lnTo>
                  <a:pt x="2380205" y="2374254"/>
                </a:lnTo>
                <a:lnTo>
                  <a:pt x="0" y="2374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184D6918-3951-4FAC-1950-BB2881836F33}"/>
              </a:ext>
            </a:extLst>
          </p:cNvPr>
          <p:cNvGrpSpPr/>
          <p:nvPr/>
        </p:nvGrpSpPr>
        <p:grpSpPr>
          <a:xfrm>
            <a:off x="1335986" y="2925568"/>
            <a:ext cx="2095500" cy="2098123"/>
            <a:chOff x="0" y="0"/>
            <a:chExt cx="3664926" cy="3669512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E4B2464B-2208-3018-C981-78272020711D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83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2E5593C8-0989-B495-F7BD-A137A6EC2479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E4077A8F-2357-89CF-B3B9-73FBBC5A3BC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</a:t>
                </a:r>
              </a:p>
            </p:txBody>
          </p:sp>
        </p:grpSp>
      </p:grpSp>
      <p:sp>
        <p:nvSpPr>
          <p:cNvPr id="16" name="Freeform 14">
            <a:extLst>
              <a:ext uri="{FF2B5EF4-FFF2-40B4-BE49-F238E27FC236}">
                <a16:creationId xmlns:a16="http://schemas.microsoft.com/office/drawing/2014/main" id="{61EB194D-F8B1-F8A4-E1E9-9B6EB6072C5D}"/>
              </a:ext>
            </a:extLst>
          </p:cNvPr>
          <p:cNvSpPr/>
          <p:nvPr/>
        </p:nvSpPr>
        <p:spPr>
          <a:xfrm>
            <a:off x="1788685" y="3381065"/>
            <a:ext cx="1190102" cy="1187127"/>
          </a:xfrm>
          <a:custGeom>
            <a:avLst/>
            <a:gdLst/>
            <a:ahLst/>
            <a:cxnLst/>
            <a:rect l="l" t="t" r="r" b="b"/>
            <a:pathLst>
              <a:path w="1750836" h="1746459">
                <a:moveTo>
                  <a:pt x="0" y="0"/>
                </a:moveTo>
                <a:lnTo>
                  <a:pt x="1750836" y="0"/>
                </a:lnTo>
                <a:lnTo>
                  <a:pt x="1750836" y="1746458"/>
                </a:lnTo>
                <a:lnTo>
                  <a:pt x="0" y="174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5BA6E77F-5771-BC05-0E53-8F12350D75C9}"/>
              </a:ext>
            </a:extLst>
          </p:cNvPr>
          <p:cNvGrpSpPr/>
          <p:nvPr/>
        </p:nvGrpSpPr>
        <p:grpSpPr>
          <a:xfrm>
            <a:off x="5969475" y="2950128"/>
            <a:ext cx="2095500" cy="2098123"/>
            <a:chOff x="0" y="0"/>
            <a:chExt cx="3664926" cy="3669512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D4B9CF20-9D60-E970-DCD2-CA4C61BA1410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83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D00B9B4F-5F71-DDA3-D992-69AF157197A7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413A797E-AE91-BF53-514D-0BC1BEDAA2E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</a:t>
                </a:r>
              </a:p>
            </p:txBody>
          </p:sp>
        </p:grp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C14067C9-0A77-C72F-E03C-B67DFFE5DD74}"/>
              </a:ext>
            </a:extLst>
          </p:cNvPr>
          <p:cNvSpPr/>
          <p:nvPr/>
        </p:nvSpPr>
        <p:spPr>
          <a:xfrm>
            <a:off x="6417819" y="3328788"/>
            <a:ext cx="1190102" cy="1187127"/>
          </a:xfrm>
          <a:custGeom>
            <a:avLst/>
            <a:gdLst/>
            <a:ahLst/>
            <a:cxnLst/>
            <a:rect l="l" t="t" r="r" b="b"/>
            <a:pathLst>
              <a:path w="1750836" h="1746459">
                <a:moveTo>
                  <a:pt x="0" y="0"/>
                </a:moveTo>
                <a:lnTo>
                  <a:pt x="1750836" y="0"/>
                </a:lnTo>
                <a:lnTo>
                  <a:pt x="1750836" y="1746458"/>
                </a:lnTo>
                <a:lnTo>
                  <a:pt x="0" y="174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" name="Freeform 2">
            <a:hlinkClick r:id="rId9" action="ppaction://hlinksldjump"/>
            <a:extLst>
              <a:ext uri="{FF2B5EF4-FFF2-40B4-BE49-F238E27FC236}">
                <a16:creationId xmlns:a16="http://schemas.microsoft.com/office/drawing/2014/main" id="{E4ACDB8A-1045-3A20-A74A-BA57E724975A}"/>
              </a:ext>
            </a:extLst>
          </p:cNvPr>
          <p:cNvSpPr/>
          <p:nvPr/>
        </p:nvSpPr>
        <p:spPr>
          <a:xfrm>
            <a:off x="7735669" y="1634003"/>
            <a:ext cx="1315619" cy="1365221"/>
          </a:xfrm>
          <a:custGeom>
            <a:avLst/>
            <a:gdLst/>
            <a:ahLst/>
            <a:cxnLst/>
            <a:rect l="l" t="t" r="r" b="b"/>
            <a:pathLst>
              <a:path w="3342541" h="3406411">
                <a:moveTo>
                  <a:pt x="0" y="0"/>
                </a:moveTo>
                <a:lnTo>
                  <a:pt x="3342541" y="0"/>
                </a:lnTo>
                <a:lnTo>
                  <a:pt x="3342541" y="3406411"/>
                </a:lnTo>
                <a:lnTo>
                  <a:pt x="0" y="34064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SĐT: 0967255149/0818114340">
            <a:extLst>
              <a:ext uri="{FF2B5EF4-FFF2-40B4-BE49-F238E27FC236}">
                <a16:creationId xmlns:a16="http://schemas.microsoft.com/office/drawing/2014/main" id="{58C85E95-8192-10EB-CDE8-7120BC1F1FE4}"/>
              </a:ext>
            </a:extLst>
          </p:cNvPr>
          <p:cNvSpPr/>
          <p:nvPr/>
        </p:nvSpPr>
        <p:spPr>
          <a:xfrm>
            <a:off x="1408331" y="189535"/>
            <a:ext cx="8715966" cy="507831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 defTabSz="457200">
              <a:buClrTx/>
              <a:defRPr/>
            </a:pPr>
            <a:r>
              <a:rPr lang="en-US" sz="3000" b="1" kern="1200" dirty="0">
                <a:ln w="0"/>
                <a:solidFill>
                  <a:srgbClr val="0070C0"/>
                </a:solidFill>
                <a:latin typeface="+mj-lt"/>
                <a:ea typeface="+mn-ea"/>
                <a:cs typeface="Arial" panose="020B0604020202020204" pitchFamily="34" charset="0"/>
              </a:rPr>
              <a:t>Choose the correct fraction. 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68079D8-A8C2-1FBC-C408-392172E74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273945"/>
              </p:ext>
            </p:extLst>
          </p:nvPr>
        </p:nvGraphicFramePr>
        <p:xfrm>
          <a:off x="3998686" y="1091264"/>
          <a:ext cx="449663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628">
                  <a:extLst>
                    <a:ext uri="{9D8B030D-6E8A-4147-A177-3AD203B41FA5}">
                      <a16:colId xmlns:a16="http://schemas.microsoft.com/office/drawing/2014/main" val="1010608158"/>
                    </a:ext>
                  </a:extLst>
                </a:gridCol>
                <a:gridCol w="2626009">
                  <a:extLst>
                    <a:ext uri="{9D8B030D-6E8A-4147-A177-3AD203B41FA5}">
                      <a16:colId xmlns:a16="http://schemas.microsoft.com/office/drawing/2014/main" val="1781301536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A. </a:t>
                      </a: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 </a:t>
                      </a:r>
                    </a:p>
                    <a:p>
                      <a:pPr algn="l"/>
                      <a:endParaRPr lang="en-US" sz="3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832744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 </a:t>
                      </a: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l"/>
                      <a:endParaRPr lang="en-US" sz="3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898153"/>
                  </a:ext>
                </a:extLst>
              </a:tr>
            </a:tbl>
          </a:graphicData>
        </a:graphic>
      </p:graphicFrame>
      <p:pic>
        <p:nvPicPr>
          <p:cNvPr id="28" name="Picture 27" descr="Pizza fractions Images - Free Download on Magnific (formerly Freepik)">
            <a:extLst>
              <a:ext uri="{FF2B5EF4-FFF2-40B4-BE49-F238E27FC236}">
                <a16:creationId xmlns:a16="http://schemas.microsoft.com/office/drawing/2014/main" id="{31E9164E-1407-633A-AC5C-79201754F14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51091" r="74186"/>
          <a:stretch>
            <a:fillRect/>
          </a:stretch>
        </p:blipFill>
        <p:spPr>
          <a:xfrm>
            <a:off x="829970" y="198331"/>
            <a:ext cx="2422516" cy="2419050"/>
          </a:xfrm>
          <a:prstGeom prst="rect">
            <a:avLst/>
          </a:prstGeom>
        </p:spPr>
      </p:pic>
      <p:pic>
        <p:nvPicPr>
          <p:cNvPr id="30" name="Picture 29" descr="Pizza fractions Images - Free Download on Magnific (formerly Freepik)">
            <a:extLst>
              <a:ext uri="{FF2B5EF4-FFF2-40B4-BE49-F238E27FC236}">
                <a16:creationId xmlns:a16="http://schemas.microsoft.com/office/drawing/2014/main" id="{D49DF2AE-18A2-1D48-EE4B-1FCC216F5B1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5695" t="63610" r="68393" b="12046"/>
          <a:stretch>
            <a:fillRect/>
          </a:stretch>
        </p:blipFill>
        <p:spPr>
          <a:xfrm>
            <a:off x="6465944" y="859416"/>
            <a:ext cx="416689" cy="904310"/>
          </a:xfrm>
          <a:prstGeom prst="rect">
            <a:avLst/>
          </a:prstGeom>
        </p:spPr>
      </p:pic>
      <p:pic>
        <p:nvPicPr>
          <p:cNvPr id="32" name="Picture 31" descr="Pizza fractions Images - Free Download on Magnific (formerly Freepik)">
            <a:extLst>
              <a:ext uri="{FF2B5EF4-FFF2-40B4-BE49-F238E27FC236}">
                <a16:creationId xmlns:a16="http://schemas.microsoft.com/office/drawing/2014/main" id="{5692EF2C-9093-94C0-27C2-23ADFABDB98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9772" t="9625" r="35514" b="63242"/>
          <a:stretch>
            <a:fillRect/>
          </a:stretch>
        </p:blipFill>
        <p:spPr>
          <a:xfrm>
            <a:off x="4520942" y="773126"/>
            <a:ext cx="332313" cy="1007908"/>
          </a:xfrm>
          <a:prstGeom prst="rect">
            <a:avLst/>
          </a:prstGeom>
        </p:spPr>
      </p:pic>
      <p:pic>
        <p:nvPicPr>
          <p:cNvPr id="34" name="Picture 33" descr="Pizza fractions Images - Free Download on Magnific (formerly Freepik)">
            <a:extLst>
              <a:ext uri="{FF2B5EF4-FFF2-40B4-BE49-F238E27FC236}">
                <a16:creationId xmlns:a16="http://schemas.microsoft.com/office/drawing/2014/main" id="{F7E07959-5BC4-14E9-05D0-1AA1B9ED405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93594" t="11207" r="1691" b="62459"/>
          <a:stretch>
            <a:fillRect/>
          </a:stretch>
        </p:blipFill>
        <p:spPr>
          <a:xfrm>
            <a:off x="4520942" y="1829009"/>
            <a:ext cx="332313" cy="97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yea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H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H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B402D4-1DC6-22FB-56F3-BE870C1A5915}"/>
              </a:ext>
            </a:extLst>
          </p:cNvPr>
          <p:cNvSpPr/>
          <p:nvPr/>
        </p:nvSpPr>
        <p:spPr>
          <a:xfrm>
            <a:off x="552450" y="95250"/>
            <a:ext cx="8039100" cy="2743200"/>
          </a:xfrm>
          <a:prstGeom prst="roundRect">
            <a:avLst>
              <a:gd name="adj" fmla="val 395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  <a:defRPr/>
            </a:pPr>
            <a:endParaRPr lang="en-US" sz="90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A7DD4C78-74FB-436D-08FA-10037C1F32B7}"/>
              </a:ext>
            </a:extLst>
          </p:cNvPr>
          <p:cNvGrpSpPr/>
          <p:nvPr/>
        </p:nvGrpSpPr>
        <p:grpSpPr>
          <a:xfrm>
            <a:off x="4804873" y="2941963"/>
            <a:ext cx="2095500" cy="2098123"/>
            <a:chOff x="0" y="0"/>
            <a:chExt cx="3664926" cy="3669512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45C764C-31FF-8EBF-3E0B-F4C422405BA0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83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2FA4F621-10CA-E5EE-E467-B95D0BA0AA0F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0D6605E0-E0AA-400C-64F5-D2C7E3F94A4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</a:t>
                </a:r>
              </a:p>
            </p:txBody>
          </p:sp>
        </p:grpSp>
      </p:grpSp>
      <p:sp>
        <p:nvSpPr>
          <p:cNvPr id="11" name="Freeform 16">
            <a:extLst>
              <a:ext uri="{FF2B5EF4-FFF2-40B4-BE49-F238E27FC236}">
                <a16:creationId xmlns:a16="http://schemas.microsoft.com/office/drawing/2014/main" id="{ED15E084-61FC-74F3-11D8-3F30ABB0DC7E}"/>
              </a:ext>
            </a:extLst>
          </p:cNvPr>
          <p:cNvSpPr/>
          <p:nvPr/>
        </p:nvSpPr>
        <p:spPr>
          <a:xfrm>
            <a:off x="5257572" y="3397461"/>
            <a:ext cx="1190102" cy="1187127"/>
          </a:xfrm>
          <a:custGeom>
            <a:avLst/>
            <a:gdLst/>
            <a:ahLst/>
            <a:cxnLst/>
            <a:rect l="l" t="t" r="r" b="b"/>
            <a:pathLst>
              <a:path w="2380204" h="2374254">
                <a:moveTo>
                  <a:pt x="0" y="0"/>
                </a:moveTo>
                <a:lnTo>
                  <a:pt x="2380205" y="0"/>
                </a:lnTo>
                <a:lnTo>
                  <a:pt x="2380205" y="2374254"/>
                </a:lnTo>
                <a:lnTo>
                  <a:pt x="0" y="2374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184D6918-3951-4FAC-1950-BB2881836F33}"/>
              </a:ext>
            </a:extLst>
          </p:cNvPr>
          <p:cNvGrpSpPr/>
          <p:nvPr/>
        </p:nvGrpSpPr>
        <p:grpSpPr>
          <a:xfrm>
            <a:off x="68167" y="2929645"/>
            <a:ext cx="2095500" cy="2098123"/>
            <a:chOff x="0" y="0"/>
            <a:chExt cx="3664926" cy="3669512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E4B2464B-2208-3018-C981-78272020711D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8300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2E5593C8-0989-B495-F7BD-A137A6EC2479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E4077A8F-2357-89CF-B3B9-73FBBC5A3BC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</a:t>
                </a:r>
              </a:p>
            </p:txBody>
          </p:sp>
        </p:grpSp>
      </p:grpSp>
      <p:sp>
        <p:nvSpPr>
          <p:cNvPr id="16" name="Freeform 14">
            <a:extLst>
              <a:ext uri="{FF2B5EF4-FFF2-40B4-BE49-F238E27FC236}">
                <a16:creationId xmlns:a16="http://schemas.microsoft.com/office/drawing/2014/main" id="{61EB194D-F8B1-F8A4-E1E9-9B6EB6072C5D}"/>
              </a:ext>
            </a:extLst>
          </p:cNvPr>
          <p:cNvSpPr/>
          <p:nvPr/>
        </p:nvSpPr>
        <p:spPr>
          <a:xfrm>
            <a:off x="518689" y="3413847"/>
            <a:ext cx="1190102" cy="1187127"/>
          </a:xfrm>
          <a:custGeom>
            <a:avLst/>
            <a:gdLst/>
            <a:ahLst/>
            <a:cxnLst/>
            <a:rect l="l" t="t" r="r" b="b"/>
            <a:pathLst>
              <a:path w="1750836" h="1746459">
                <a:moveTo>
                  <a:pt x="0" y="0"/>
                </a:moveTo>
                <a:lnTo>
                  <a:pt x="1750836" y="0"/>
                </a:lnTo>
                <a:lnTo>
                  <a:pt x="1750836" y="1746458"/>
                </a:lnTo>
                <a:lnTo>
                  <a:pt x="0" y="174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5BA6E77F-5771-BC05-0E53-8F12350D75C9}"/>
              </a:ext>
            </a:extLst>
          </p:cNvPr>
          <p:cNvGrpSpPr/>
          <p:nvPr/>
        </p:nvGrpSpPr>
        <p:grpSpPr>
          <a:xfrm>
            <a:off x="2567903" y="2955688"/>
            <a:ext cx="2095500" cy="2098123"/>
            <a:chOff x="0" y="0"/>
            <a:chExt cx="3664926" cy="3669512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D4B9CF20-9D60-E970-DCD2-CA4C61BA1410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83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D00B9B4F-5F71-DDA3-D992-69AF157197A7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413A797E-AE91-BF53-514D-0BC1BEDAA2E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B</a:t>
                </a:r>
              </a:p>
            </p:txBody>
          </p:sp>
        </p:grp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C14067C9-0A77-C72F-E03C-B67DFFE5DD74}"/>
              </a:ext>
            </a:extLst>
          </p:cNvPr>
          <p:cNvSpPr/>
          <p:nvPr/>
        </p:nvSpPr>
        <p:spPr>
          <a:xfrm>
            <a:off x="3058070" y="3419313"/>
            <a:ext cx="1190102" cy="1187127"/>
          </a:xfrm>
          <a:custGeom>
            <a:avLst/>
            <a:gdLst/>
            <a:ahLst/>
            <a:cxnLst/>
            <a:rect l="l" t="t" r="r" b="b"/>
            <a:pathLst>
              <a:path w="1750836" h="1746459">
                <a:moveTo>
                  <a:pt x="0" y="0"/>
                </a:moveTo>
                <a:lnTo>
                  <a:pt x="1750836" y="0"/>
                </a:lnTo>
                <a:lnTo>
                  <a:pt x="1750836" y="1746458"/>
                </a:lnTo>
                <a:lnTo>
                  <a:pt x="0" y="174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04FEA4A9-C94F-C46F-B7D3-26F30BEECEBE}"/>
              </a:ext>
            </a:extLst>
          </p:cNvPr>
          <p:cNvGrpSpPr/>
          <p:nvPr/>
        </p:nvGrpSpPr>
        <p:grpSpPr>
          <a:xfrm>
            <a:off x="6948749" y="2929957"/>
            <a:ext cx="2095500" cy="2098123"/>
            <a:chOff x="0" y="0"/>
            <a:chExt cx="3664926" cy="3669512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FBA15A82-1AC7-8ED6-BA1D-AE1D67E60585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83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24" name="Group 4">
              <a:extLst>
                <a:ext uri="{FF2B5EF4-FFF2-40B4-BE49-F238E27FC236}">
                  <a16:creationId xmlns:a16="http://schemas.microsoft.com/office/drawing/2014/main" id="{BA49175B-DE7E-2FBC-F0CF-5B1D920ED8B9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732CCA87-125F-4ABF-7C8D-5D8A48C8494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</a:t>
                </a:r>
              </a:p>
            </p:txBody>
          </p:sp>
        </p:grpSp>
      </p:grpSp>
      <p:sp>
        <p:nvSpPr>
          <p:cNvPr id="26" name="Freeform 14">
            <a:extLst>
              <a:ext uri="{FF2B5EF4-FFF2-40B4-BE49-F238E27FC236}">
                <a16:creationId xmlns:a16="http://schemas.microsoft.com/office/drawing/2014/main" id="{4DEDBD83-DFDD-5E5B-5D48-A726B3F64472}"/>
              </a:ext>
            </a:extLst>
          </p:cNvPr>
          <p:cNvSpPr/>
          <p:nvPr/>
        </p:nvSpPr>
        <p:spPr>
          <a:xfrm>
            <a:off x="7435209" y="3397461"/>
            <a:ext cx="1190102" cy="1187127"/>
          </a:xfrm>
          <a:custGeom>
            <a:avLst/>
            <a:gdLst/>
            <a:ahLst/>
            <a:cxnLst/>
            <a:rect l="l" t="t" r="r" b="b"/>
            <a:pathLst>
              <a:path w="1750836" h="1746459">
                <a:moveTo>
                  <a:pt x="0" y="0"/>
                </a:moveTo>
                <a:lnTo>
                  <a:pt x="1750836" y="0"/>
                </a:lnTo>
                <a:lnTo>
                  <a:pt x="1750836" y="1746458"/>
                </a:lnTo>
                <a:lnTo>
                  <a:pt x="0" y="174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" name="Freeform 2">
            <a:hlinkClick r:id="rId9" action="ppaction://hlinksldjump"/>
            <a:extLst>
              <a:ext uri="{FF2B5EF4-FFF2-40B4-BE49-F238E27FC236}">
                <a16:creationId xmlns:a16="http://schemas.microsoft.com/office/drawing/2014/main" id="{E4ACDB8A-1045-3A20-A74A-BA57E724975A}"/>
              </a:ext>
            </a:extLst>
          </p:cNvPr>
          <p:cNvSpPr/>
          <p:nvPr/>
        </p:nvSpPr>
        <p:spPr>
          <a:xfrm>
            <a:off x="7996499" y="1829984"/>
            <a:ext cx="1081172" cy="1101831"/>
          </a:xfrm>
          <a:custGeom>
            <a:avLst/>
            <a:gdLst/>
            <a:ahLst/>
            <a:cxnLst/>
            <a:rect l="l" t="t" r="r" b="b"/>
            <a:pathLst>
              <a:path w="3342541" h="3406411">
                <a:moveTo>
                  <a:pt x="0" y="0"/>
                </a:moveTo>
                <a:lnTo>
                  <a:pt x="3342541" y="0"/>
                </a:lnTo>
                <a:lnTo>
                  <a:pt x="3342541" y="3406411"/>
                </a:lnTo>
                <a:lnTo>
                  <a:pt x="0" y="34064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ĐT: 0967255149/0818114340">
            <a:extLst>
              <a:ext uri="{FF2B5EF4-FFF2-40B4-BE49-F238E27FC236}">
                <a16:creationId xmlns:a16="http://schemas.microsoft.com/office/drawing/2014/main" id="{3BE00293-16AC-90A0-F003-693018D2CF90}"/>
              </a:ext>
            </a:extLst>
          </p:cNvPr>
          <p:cNvSpPr/>
          <p:nvPr/>
        </p:nvSpPr>
        <p:spPr>
          <a:xfrm>
            <a:off x="1665192" y="210698"/>
            <a:ext cx="8715966" cy="507831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 defTabSz="457200">
              <a:buClrTx/>
              <a:defRPr/>
            </a:pPr>
            <a:r>
              <a:rPr lang="en-US" sz="3000" b="1" kern="1200" dirty="0">
                <a:ln w="0"/>
                <a:solidFill>
                  <a:srgbClr val="0070C0"/>
                </a:solidFill>
                <a:latin typeface="+mj-lt"/>
                <a:ea typeface="+mn-ea"/>
                <a:cs typeface="Arial" panose="020B0604020202020204" pitchFamily="34" charset="0"/>
              </a:rPr>
              <a:t>Choose the correct fraction. 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30E4C41-EE0B-B1A0-5E5F-BF6A66056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739980"/>
              </p:ext>
            </p:extLst>
          </p:nvPr>
        </p:nvGraphicFramePr>
        <p:xfrm>
          <a:off x="3889011" y="1058080"/>
          <a:ext cx="449663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628">
                  <a:extLst>
                    <a:ext uri="{9D8B030D-6E8A-4147-A177-3AD203B41FA5}">
                      <a16:colId xmlns:a16="http://schemas.microsoft.com/office/drawing/2014/main" val="1010608158"/>
                    </a:ext>
                  </a:extLst>
                </a:gridCol>
                <a:gridCol w="2626009">
                  <a:extLst>
                    <a:ext uri="{9D8B030D-6E8A-4147-A177-3AD203B41FA5}">
                      <a16:colId xmlns:a16="http://schemas.microsoft.com/office/drawing/2014/main" val="1781301536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A. </a:t>
                      </a: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 </a:t>
                      </a:r>
                    </a:p>
                    <a:p>
                      <a:pPr algn="l"/>
                      <a:endParaRPr lang="en-US" sz="3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832744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 </a:t>
                      </a: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D. </a:t>
                      </a:r>
                    </a:p>
                    <a:p>
                      <a:pPr algn="l"/>
                      <a:endParaRPr lang="en-US" sz="3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898153"/>
                  </a:ext>
                </a:extLst>
              </a:tr>
            </a:tbl>
          </a:graphicData>
        </a:graphic>
      </p:graphicFrame>
      <p:pic>
        <p:nvPicPr>
          <p:cNvPr id="31" name="Picture 30" descr="Pizza fractions Images - Free Download on Magnific (formerly Freepik)">
            <a:extLst>
              <a:ext uri="{FF2B5EF4-FFF2-40B4-BE49-F238E27FC236}">
                <a16:creationId xmlns:a16="http://schemas.microsoft.com/office/drawing/2014/main" id="{67B2E1D9-A998-A1D0-863D-27E797F4266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5592" t="11816" r="68309" b="61051"/>
          <a:stretch>
            <a:fillRect/>
          </a:stretch>
        </p:blipFill>
        <p:spPr>
          <a:xfrm>
            <a:off x="4467910" y="800018"/>
            <a:ext cx="429871" cy="1007908"/>
          </a:xfrm>
          <a:prstGeom prst="rect">
            <a:avLst/>
          </a:prstGeom>
        </p:spPr>
      </p:pic>
      <p:pic>
        <p:nvPicPr>
          <p:cNvPr id="33" name="Picture 32" descr="Pizza fractions Images - Free Download on Magnific (formerly Freepik)">
            <a:extLst>
              <a:ext uri="{FF2B5EF4-FFF2-40B4-BE49-F238E27FC236}">
                <a16:creationId xmlns:a16="http://schemas.microsoft.com/office/drawing/2014/main" id="{564132F4-C9FE-6517-B264-AF526C518ED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5695" t="63610" r="68393" b="12046"/>
          <a:stretch>
            <a:fillRect/>
          </a:stretch>
        </p:blipFill>
        <p:spPr>
          <a:xfrm>
            <a:off x="6412065" y="1846732"/>
            <a:ext cx="416689" cy="904310"/>
          </a:xfrm>
          <a:prstGeom prst="rect">
            <a:avLst/>
          </a:prstGeom>
        </p:spPr>
      </p:pic>
      <p:pic>
        <p:nvPicPr>
          <p:cNvPr id="35" name="Picture 34" descr="Pizza fractions Images - Free Download on Magnific (formerly Freepik)">
            <a:extLst>
              <a:ext uri="{FF2B5EF4-FFF2-40B4-BE49-F238E27FC236}">
                <a16:creationId xmlns:a16="http://schemas.microsoft.com/office/drawing/2014/main" id="{89EA3634-B349-C3E3-E5D1-BA02027C604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9772" t="9625" r="35514" b="63242"/>
          <a:stretch>
            <a:fillRect/>
          </a:stretch>
        </p:blipFill>
        <p:spPr>
          <a:xfrm>
            <a:off x="6427902" y="747317"/>
            <a:ext cx="332313" cy="1007908"/>
          </a:xfrm>
          <a:prstGeom prst="rect">
            <a:avLst/>
          </a:prstGeom>
        </p:spPr>
      </p:pic>
      <p:pic>
        <p:nvPicPr>
          <p:cNvPr id="37" name="Picture 36" descr="Pizza fractions Images - Free Download on Magnific (formerly Freepik)">
            <a:extLst>
              <a:ext uri="{FF2B5EF4-FFF2-40B4-BE49-F238E27FC236}">
                <a16:creationId xmlns:a16="http://schemas.microsoft.com/office/drawing/2014/main" id="{FEE84472-284B-E2F4-6734-B6902919DD3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93594" t="11207" r="1691" b="62459"/>
          <a:stretch>
            <a:fillRect/>
          </a:stretch>
        </p:blipFill>
        <p:spPr>
          <a:xfrm>
            <a:off x="4497246" y="1834709"/>
            <a:ext cx="332313" cy="978223"/>
          </a:xfrm>
          <a:prstGeom prst="rect">
            <a:avLst/>
          </a:prstGeom>
        </p:spPr>
      </p:pic>
      <p:pic>
        <p:nvPicPr>
          <p:cNvPr id="38" name="Picture 37" descr="Pizza fractions Images - Free Download on Magnific (formerly Freepik)">
            <a:extLst>
              <a:ext uri="{FF2B5EF4-FFF2-40B4-BE49-F238E27FC236}">
                <a16:creationId xmlns:a16="http://schemas.microsoft.com/office/drawing/2014/main" id="{9097A6AB-7578-D7A4-930A-4AD2EEB0206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8288" r="6826" b="52701"/>
          <a:stretch>
            <a:fillRect/>
          </a:stretch>
        </p:blipFill>
        <p:spPr>
          <a:xfrm>
            <a:off x="916646" y="210698"/>
            <a:ext cx="2486244" cy="249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5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yea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H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H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H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21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0967 255 149 Thanh Yen Tran">
            <a:extLst>
              <a:ext uri="{FF2B5EF4-FFF2-40B4-BE49-F238E27FC236}">
                <a16:creationId xmlns:a16="http://schemas.microsoft.com/office/drawing/2014/main" id="{B4B402D4-1DC6-22FB-56F3-BE870C1A5915}"/>
              </a:ext>
            </a:extLst>
          </p:cNvPr>
          <p:cNvSpPr/>
          <p:nvPr/>
        </p:nvSpPr>
        <p:spPr>
          <a:xfrm>
            <a:off x="552450" y="95250"/>
            <a:ext cx="8039100" cy="2743200"/>
          </a:xfrm>
          <a:prstGeom prst="roundRect">
            <a:avLst>
              <a:gd name="adj" fmla="val 395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  <a:defRPr/>
            </a:pPr>
            <a:endParaRPr lang="en-US" sz="900" kern="1200">
              <a:solidFill>
                <a:srgbClr val="0070C0"/>
              </a:solidFill>
              <a:latin typeface="Calibri"/>
            </a:endParaRPr>
          </a:p>
        </p:txBody>
      </p:sp>
      <p:grpSp>
        <p:nvGrpSpPr>
          <p:cNvPr id="7" name="0967 255 149 Thanh Yen Tran">
            <a:extLst>
              <a:ext uri="{FF2B5EF4-FFF2-40B4-BE49-F238E27FC236}">
                <a16:creationId xmlns:a16="http://schemas.microsoft.com/office/drawing/2014/main" id="{A7DD4C78-74FB-436D-08FA-10037C1F32B7}"/>
              </a:ext>
            </a:extLst>
          </p:cNvPr>
          <p:cNvGrpSpPr/>
          <p:nvPr/>
        </p:nvGrpSpPr>
        <p:grpSpPr>
          <a:xfrm>
            <a:off x="6821116" y="3072346"/>
            <a:ext cx="1925800" cy="1928210"/>
            <a:chOff x="0" y="0"/>
            <a:chExt cx="3664926" cy="3669512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45C764C-31FF-8EBF-3E0B-F4C422405BA0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83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2FA4F621-10CA-E5EE-E467-B95D0BA0AA0F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0D6605E0-E0AA-400C-64F5-D2C7E3F94A4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</a:t>
                </a:r>
              </a:p>
            </p:txBody>
          </p:sp>
        </p:grpSp>
      </p:grpSp>
      <p:sp>
        <p:nvSpPr>
          <p:cNvPr id="11" name="0967 255 149 Thanh Yen Tran">
            <a:extLst>
              <a:ext uri="{FF2B5EF4-FFF2-40B4-BE49-F238E27FC236}">
                <a16:creationId xmlns:a16="http://schemas.microsoft.com/office/drawing/2014/main" id="{ED15E084-61FC-74F3-11D8-3F30ABB0DC7E}"/>
              </a:ext>
            </a:extLst>
          </p:cNvPr>
          <p:cNvSpPr/>
          <p:nvPr/>
        </p:nvSpPr>
        <p:spPr>
          <a:xfrm>
            <a:off x="7277270" y="3525663"/>
            <a:ext cx="1093724" cy="1090990"/>
          </a:xfrm>
          <a:custGeom>
            <a:avLst/>
            <a:gdLst/>
            <a:ahLst/>
            <a:cxnLst/>
            <a:rect l="l" t="t" r="r" b="b"/>
            <a:pathLst>
              <a:path w="2380204" h="2374254">
                <a:moveTo>
                  <a:pt x="0" y="0"/>
                </a:moveTo>
                <a:lnTo>
                  <a:pt x="2380205" y="0"/>
                </a:lnTo>
                <a:lnTo>
                  <a:pt x="2380205" y="2374254"/>
                </a:lnTo>
                <a:lnTo>
                  <a:pt x="0" y="2374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83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12" name="0967 255 149 Thanh Yen Tran Group 2">
            <a:extLst>
              <a:ext uri="{FF2B5EF4-FFF2-40B4-BE49-F238E27FC236}">
                <a16:creationId xmlns:a16="http://schemas.microsoft.com/office/drawing/2014/main" id="{184D6918-3951-4FAC-1950-BB2881836F33}"/>
              </a:ext>
            </a:extLst>
          </p:cNvPr>
          <p:cNvGrpSpPr/>
          <p:nvPr/>
        </p:nvGrpSpPr>
        <p:grpSpPr>
          <a:xfrm>
            <a:off x="164545" y="3072346"/>
            <a:ext cx="1925800" cy="1928210"/>
            <a:chOff x="0" y="0"/>
            <a:chExt cx="3664926" cy="3669512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E4B2464B-2208-3018-C981-78272020711D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83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2E5593C8-0989-B495-F7BD-A137A6EC2479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E4077A8F-2357-89CF-B3B9-73FBBC5A3BC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</a:t>
                </a:r>
              </a:p>
            </p:txBody>
          </p:sp>
        </p:grpSp>
      </p:grpSp>
      <p:sp>
        <p:nvSpPr>
          <p:cNvPr id="16" name="0967 255 149 Thanh Yen Tran">
            <a:extLst>
              <a:ext uri="{FF2B5EF4-FFF2-40B4-BE49-F238E27FC236}">
                <a16:creationId xmlns:a16="http://schemas.microsoft.com/office/drawing/2014/main" id="{61EB194D-F8B1-F8A4-E1E9-9B6EB6072C5D}"/>
              </a:ext>
            </a:extLst>
          </p:cNvPr>
          <p:cNvSpPr/>
          <p:nvPr/>
        </p:nvSpPr>
        <p:spPr>
          <a:xfrm>
            <a:off x="635955" y="3530711"/>
            <a:ext cx="1093724" cy="1090990"/>
          </a:xfrm>
          <a:custGeom>
            <a:avLst/>
            <a:gdLst/>
            <a:ahLst/>
            <a:cxnLst/>
            <a:rect l="l" t="t" r="r" b="b"/>
            <a:pathLst>
              <a:path w="1750836" h="1746459">
                <a:moveTo>
                  <a:pt x="0" y="0"/>
                </a:moveTo>
                <a:lnTo>
                  <a:pt x="1750836" y="0"/>
                </a:lnTo>
                <a:lnTo>
                  <a:pt x="1750836" y="1746458"/>
                </a:lnTo>
                <a:lnTo>
                  <a:pt x="0" y="174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83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17" name="0967 255 149 Thanh Yen Tran">
            <a:extLst>
              <a:ext uri="{FF2B5EF4-FFF2-40B4-BE49-F238E27FC236}">
                <a16:creationId xmlns:a16="http://schemas.microsoft.com/office/drawing/2014/main" id="{5BA6E77F-5771-BC05-0E53-8F12350D75C9}"/>
              </a:ext>
            </a:extLst>
          </p:cNvPr>
          <p:cNvGrpSpPr/>
          <p:nvPr/>
        </p:nvGrpSpPr>
        <p:grpSpPr>
          <a:xfrm>
            <a:off x="2485426" y="3092829"/>
            <a:ext cx="1925800" cy="1928210"/>
            <a:chOff x="0" y="0"/>
            <a:chExt cx="3664926" cy="3669512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D4B9CF20-9D60-E970-DCD2-CA4C61BA1410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83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D00B9B4F-5F71-DDA3-D992-69AF157197A7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413A797E-AE91-BF53-514D-0BC1BEDAA2E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B</a:t>
                </a:r>
              </a:p>
            </p:txBody>
          </p:sp>
        </p:grpSp>
      </p:grpSp>
      <p:sp>
        <p:nvSpPr>
          <p:cNvPr id="21" name="0967 255 149 Thanh Yen Tran">
            <a:extLst>
              <a:ext uri="{FF2B5EF4-FFF2-40B4-BE49-F238E27FC236}">
                <a16:creationId xmlns:a16="http://schemas.microsoft.com/office/drawing/2014/main" id="{C14067C9-0A77-C72F-E03C-B67DFFE5DD74}"/>
              </a:ext>
            </a:extLst>
          </p:cNvPr>
          <p:cNvSpPr/>
          <p:nvPr/>
        </p:nvSpPr>
        <p:spPr>
          <a:xfrm>
            <a:off x="2941580" y="3551194"/>
            <a:ext cx="1093724" cy="1090990"/>
          </a:xfrm>
          <a:custGeom>
            <a:avLst/>
            <a:gdLst/>
            <a:ahLst/>
            <a:cxnLst/>
            <a:rect l="l" t="t" r="r" b="b"/>
            <a:pathLst>
              <a:path w="1750836" h="1746459">
                <a:moveTo>
                  <a:pt x="0" y="0"/>
                </a:moveTo>
                <a:lnTo>
                  <a:pt x="1750836" y="0"/>
                </a:lnTo>
                <a:lnTo>
                  <a:pt x="1750836" y="1746458"/>
                </a:lnTo>
                <a:lnTo>
                  <a:pt x="0" y="174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83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22" name="0967 255 149 Thanh Yen Tran">
            <a:extLst>
              <a:ext uri="{FF2B5EF4-FFF2-40B4-BE49-F238E27FC236}">
                <a16:creationId xmlns:a16="http://schemas.microsoft.com/office/drawing/2014/main" id="{04FEA4A9-C94F-C46F-B7D3-26F30BEECEBE}"/>
              </a:ext>
            </a:extLst>
          </p:cNvPr>
          <p:cNvGrpSpPr/>
          <p:nvPr/>
        </p:nvGrpSpPr>
        <p:grpSpPr>
          <a:xfrm>
            <a:off x="4653271" y="3092829"/>
            <a:ext cx="1925800" cy="1928210"/>
            <a:chOff x="0" y="0"/>
            <a:chExt cx="3664926" cy="3669512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FBA15A82-1AC7-8ED6-BA1D-AE1D67E60585}"/>
                </a:ext>
              </a:extLst>
            </p:cNvPr>
            <p:cNvSpPr/>
            <p:nvPr/>
          </p:nvSpPr>
          <p:spPr>
            <a:xfrm>
              <a:off x="0" y="0"/>
              <a:ext cx="3664926" cy="3669512"/>
            </a:xfrm>
            <a:custGeom>
              <a:avLst/>
              <a:gdLst/>
              <a:ahLst/>
              <a:cxnLst/>
              <a:rect l="l" t="t" r="r" b="b"/>
              <a:pathLst>
                <a:path w="3664926" h="3669512">
                  <a:moveTo>
                    <a:pt x="0" y="0"/>
                  </a:moveTo>
                  <a:lnTo>
                    <a:pt x="3664926" y="0"/>
                  </a:lnTo>
                  <a:lnTo>
                    <a:pt x="3664926" y="3669512"/>
                  </a:lnTo>
                  <a:lnTo>
                    <a:pt x="0" y="366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8300" kern="12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24" name="Group 4">
              <a:extLst>
                <a:ext uri="{FF2B5EF4-FFF2-40B4-BE49-F238E27FC236}">
                  <a16:creationId xmlns:a16="http://schemas.microsoft.com/office/drawing/2014/main" id="{BA49175B-DE7E-2FBC-F0CF-5B1D920ED8B9}"/>
                </a:ext>
              </a:extLst>
            </p:cNvPr>
            <p:cNvGrpSpPr/>
            <p:nvPr/>
          </p:nvGrpSpPr>
          <p:grpSpPr>
            <a:xfrm>
              <a:off x="126528" y="128821"/>
              <a:ext cx="3411870" cy="3411870"/>
              <a:chOff x="0" y="0"/>
              <a:chExt cx="812800" cy="812800"/>
            </a:xfrm>
          </p:grpSpPr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732CCA87-125F-4ABF-7C8D-5D8A48C8494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 defTabSz="457200">
                  <a:buClrTx/>
                  <a:defRPr/>
                </a:pPr>
                <a:r>
                  <a:rPr lang="en-US" sz="8300" kern="1200" dirty="0">
                    <a:solidFill>
                      <a:prstClr val="black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</a:t>
                </a:r>
              </a:p>
            </p:txBody>
          </p:sp>
        </p:grpSp>
      </p:grpSp>
      <p:sp>
        <p:nvSpPr>
          <p:cNvPr id="26" name="0967 255 149 Thanh Yen Tran">
            <a:extLst>
              <a:ext uri="{FF2B5EF4-FFF2-40B4-BE49-F238E27FC236}">
                <a16:creationId xmlns:a16="http://schemas.microsoft.com/office/drawing/2014/main" id="{4DEDBD83-DFDD-5E5B-5D48-A726B3F64472}"/>
              </a:ext>
            </a:extLst>
          </p:cNvPr>
          <p:cNvSpPr/>
          <p:nvPr/>
        </p:nvSpPr>
        <p:spPr>
          <a:xfrm>
            <a:off x="5109425" y="3551194"/>
            <a:ext cx="1093724" cy="1090990"/>
          </a:xfrm>
          <a:custGeom>
            <a:avLst/>
            <a:gdLst/>
            <a:ahLst/>
            <a:cxnLst/>
            <a:rect l="l" t="t" r="r" b="b"/>
            <a:pathLst>
              <a:path w="1750836" h="1746459">
                <a:moveTo>
                  <a:pt x="0" y="0"/>
                </a:moveTo>
                <a:lnTo>
                  <a:pt x="1750836" y="0"/>
                </a:lnTo>
                <a:lnTo>
                  <a:pt x="1750836" y="1746458"/>
                </a:lnTo>
                <a:lnTo>
                  <a:pt x="0" y="174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83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" name="0967 255 149 Thanh Yen Tran">
            <a:hlinkClick r:id="rId9" action="ppaction://hlinksldjump"/>
            <a:extLst>
              <a:ext uri="{FF2B5EF4-FFF2-40B4-BE49-F238E27FC236}">
                <a16:creationId xmlns:a16="http://schemas.microsoft.com/office/drawing/2014/main" id="{634A9470-2297-3E91-71DD-DDF9A2C1B015}"/>
              </a:ext>
            </a:extLst>
          </p:cNvPr>
          <p:cNvSpPr/>
          <p:nvPr/>
        </p:nvSpPr>
        <p:spPr>
          <a:xfrm>
            <a:off x="7784015" y="1765861"/>
            <a:ext cx="1233749" cy="1306484"/>
          </a:xfrm>
          <a:custGeom>
            <a:avLst/>
            <a:gdLst/>
            <a:ahLst/>
            <a:cxnLst/>
            <a:rect l="l" t="t" r="r" b="b"/>
            <a:pathLst>
              <a:path w="3342541" h="3406411">
                <a:moveTo>
                  <a:pt x="0" y="0"/>
                </a:moveTo>
                <a:lnTo>
                  <a:pt x="3342541" y="0"/>
                </a:lnTo>
                <a:lnTo>
                  <a:pt x="3342541" y="3406411"/>
                </a:lnTo>
                <a:lnTo>
                  <a:pt x="0" y="34064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Pizza fractions Images - Free Download on Magnific (formerly Freepik)">
            <a:extLst>
              <a:ext uri="{FF2B5EF4-FFF2-40B4-BE49-F238E27FC236}">
                <a16:creationId xmlns:a16="http://schemas.microsoft.com/office/drawing/2014/main" id="{0AC8B7AD-4E9A-A5E9-0B07-1A28BC9E9C9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6195" t="52658" r="39394"/>
          <a:stretch>
            <a:fillRect/>
          </a:stretch>
        </p:blipFill>
        <p:spPr>
          <a:xfrm>
            <a:off x="785040" y="190153"/>
            <a:ext cx="2477635" cy="2532426"/>
          </a:xfrm>
          <a:prstGeom prst="rect">
            <a:avLst/>
          </a:prstGeom>
        </p:spPr>
      </p:pic>
      <p:sp>
        <p:nvSpPr>
          <p:cNvPr id="28" name="SĐT: 0967255149/0818114340">
            <a:extLst>
              <a:ext uri="{FF2B5EF4-FFF2-40B4-BE49-F238E27FC236}">
                <a16:creationId xmlns:a16="http://schemas.microsoft.com/office/drawing/2014/main" id="{E62F3E67-51EC-1044-C69E-B58DBEFD861B}"/>
              </a:ext>
            </a:extLst>
          </p:cNvPr>
          <p:cNvSpPr/>
          <p:nvPr/>
        </p:nvSpPr>
        <p:spPr>
          <a:xfrm>
            <a:off x="1665192" y="210698"/>
            <a:ext cx="8715966" cy="507831"/>
          </a:xfrm>
          <a:prstGeom prst="rect">
            <a:avLst/>
          </a:prstGeom>
          <a:noFill/>
        </p:spPr>
        <p:txBody>
          <a:bodyPr wrap="square" lIns="45720" tIns="22860" rIns="45720" bIns="22860">
            <a:spAutoFit/>
          </a:bodyPr>
          <a:lstStyle/>
          <a:p>
            <a:pPr algn="ctr" defTabSz="457200">
              <a:buClrTx/>
              <a:defRPr/>
            </a:pPr>
            <a:r>
              <a:rPr lang="en-US" sz="3000" b="1" kern="1200" dirty="0">
                <a:ln w="0"/>
                <a:solidFill>
                  <a:srgbClr val="0070C0"/>
                </a:solidFill>
                <a:latin typeface="+mj-lt"/>
                <a:ea typeface="+mn-ea"/>
                <a:cs typeface="Arial" panose="020B0604020202020204" pitchFamily="34" charset="0"/>
              </a:rPr>
              <a:t>Choose the correct fraction. 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6611905-A26E-8965-0017-333E03413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988056"/>
              </p:ext>
            </p:extLst>
          </p:nvPr>
        </p:nvGraphicFramePr>
        <p:xfrm>
          <a:off x="3889011" y="1058080"/>
          <a:ext cx="449663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628">
                  <a:extLst>
                    <a:ext uri="{9D8B030D-6E8A-4147-A177-3AD203B41FA5}">
                      <a16:colId xmlns:a16="http://schemas.microsoft.com/office/drawing/2014/main" val="1010608158"/>
                    </a:ext>
                  </a:extLst>
                </a:gridCol>
                <a:gridCol w="2626009">
                  <a:extLst>
                    <a:ext uri="{9D8B030D-6E8A-4147-A177-3AD203B41FA5}">
                      <a16:colId xmlns:a16="http://schemas.microsoft.com/office/drawing/2014/main" val="1781301536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A. </a:t>
                      </a: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0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 </a:t>
                      </a:r>
                    </a:p>
                    <a:p>
                      <a:pPr algn="l"/>
                      <a:endParaRPr lang="en-US" sz="3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832744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 </a:t>
                      </a: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D. </a:t>
                      </a:r>
                    </a:p>
                    <a:p>
                      <a:pPr algn="l"/>
                      <a:endParaRPr lang="en-US" sz="3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marT="22860" marB="228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898153"/>
                  </a:ext>
                </a:extLst>
              </a:tr>
            </a:tbl>
          </a:graphicData>
        </a:graphic>
      </p:graphicFrame>
      <p:pic>
        <p:nvPicPr>
          <p:cNvPr id="32" name="Picture 31" descr="Pizza fractions Images - Free Download on Magnific (formerly Freepik)">
            <a:extLst>
              <a:ext uri="{FF2B5EF4-FFF2-40B4-BE49-F238E27FC236}">
                <a16:creationId xmlns:a16="http://schemas.microsoft.com/office/drawing/2014/main" id="{883B9B78-C706-D1B9-C803-1F28676AA86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5695" t="63610" r="68393" b="12046"/>
          <a:stretch>
            <a:fillRect/>
          </a:stretch>
        </p:blipFill>
        <p:spPr>
          <a:xfrm>
            <a:off x="4411226" y="1818269"/>
            <a:ext cx="416689" cy="904310"/>
          </a:xfrm>
          <a:prstGeom prst="rect">
            <a:avLst/>
          </a:prstGeom>
        </p:spPr>
      </p:pic>
      <p:pic>
        <p:nvPicPr>
          <p:cNvPr id="34" name="Picture 33" descr="Pizza fractions Images - Free Download on Magnific (formerly Freepik)">
            <a:extLst>
              <a:ext uri="{FF2B5EF4-FFF2-40B4-BE49-F238E27FC236}">
                <a16:creationId xmlns:a16="http://schemas.microsoft.com/office/drawing/2014/main" id="{C040A1CB-EE7A-FA9A-C42F-8E8DC18762D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9772" t="9625" r="35514" b="63242"/>
          <a:stretch>
            <a:fillRect/>
          </a:stretch>
        </p:blipFill>
        <p:spPr>
          <a:xfrm>
            <a:off x="6427902" y="747317"/>
            <a:ext cx="332313" cy="1007908"/>
          </a:xfrm>
          <a:prstGeom prst="rect">
            <a:avLst/>
          </a:prstGeom>
        </p:spPr>
      </p:pic>
      <p:pic>
        <p:nvPicPr>
          <p:cNvPr id="35" name="Picture 34" descr="Pizza fractions Images - Free Download on Magnific (formerly Freepik)">
            <a:extLst>
              <a:ext uri="{FF2B5EF4-FFF2-40B4-BE49-F238E27FC236}">
                <a16:creationId xmlns:a16="http://schemas.microsoft.com/office/drawing/2014/main" id="{E1B9559A-CA96-A187-21A3-EDD0A8B83BB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0323" t="64830" r="34901" b="12247"/>
          <a:stretch>
            <a:fillRect/>
          </a:stretch>
        </p:blipFill>
        <p:spPr>
          <a:xfrm>
            <a:off x="6427902" y="1871058"/>
            <a:ext cx="336624" cy="851521"/>
          </a:xfrm>
          <a:prstGeom prst="rect">
            <a:avLst/>
          </a:prstGeom>
        </p:spPr>
      </p:pic>
      <p:pic>
        <p:nvPicPr>
          <p:cNvPr id="37" name="Picture 36" descr="Pizza fractions Images - Free Download on Magnific (formerly Freepik)">
            <a:extLst>
              <a:ext uri="{FF2B5EF4-FFF2-40B4-BE49-F238E27FC236}">
                <a16:creationId xmlns:a16="http://schemas.microsoft.com/office/drawing/2014/main" id="{6C5CCE80-0307-6C45-AF2A-3A85DA7027C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93594" t="11207" r="1691" b="62459"/>
          <a:stretch>
            <a:fillRect/>
          </a:stretch>
        </p:blipFill>
        <p:spPr>
          <a:xfrm>
            <a:off x="4427308" y="787638"/>
            <a:ext cx="332313" cy="97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yea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H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H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H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21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702" y="2559049"/>
            <a:ext cx="2838596" cy="254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D9BB4E-2524-C2E8-C65A-2B5B6FE29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91"/>
          <a:stretch>
            <a:fillRect/>
          </a:stretch>
        </p:blipFill>
        <p:spPr>
          <a:xfrm>
            <a:off x="497388" y="747135"/>
            <a:ext cx="5921430" cy="12339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976F03-715B-6637-8BB8-366E46D36A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534" r="49436"/>
          <a:stretch>
            <a:fillRect/>
          </a:stretch>
        </p:blipFill>
        <p:spPr>
          <a:xfrm>
            <a:off x="635962" y="2034834"/>
            <a:ext cx="4828315" cy="12009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B01DF98-D9E9-4336-6D17-77E17AA04D06}"/>
              </a:ext>
            </a:extLst>
          </p:cNvPr>
          <p:cNvGrpSpPr/>
          <p:nvPr/>
        </p:nvGrpSpPr>
        <p:grpSpPr>
          <a:xfrm>
            <a:off x="4198249" y="2408158"/>
            <a:ext cx="5655590" cy="1508504"/>
            <a:chOff x="4152385" y="2489694"/>
            <a:chExt cx="5408788" cy="1508504"/>
          </a:xfrm>
        </p:grpSpPr>
        <p:sp>
          <p:nvSpPr>
            <p:cNvPr id="9" name="Speech Bubble: Rectangle 8">
              <a:extLst>
                <a:ext uri="{FF2B5EF4-FFF2-40B4-BE49-F238E27FC236}">
                  <a16:creationId xmlns:a16="http://schemas.microsoft.com/office/drawing/2014/main" id="{28A35BEA-0809-9771-BE39-5869C9FCCCB7}"/>
                </a:ext>
              </a:extLst>
            </p:cNvPr>
            <p:cNvSpPr/>
            <p:nvPr/>
          </p:nvSpPr>
          <p:spPr>
            <a:xfrm>
              <a:off x="4152385" y="2489694"/>
              <a:ext cx="4562056" cy="1508504"/>
            </a:xfrm>
            <a:prstGeom prst="wedgeRectCallout">
              <a:avLst>
                <a:gd name="adj1" fmla="val 61455"/>
                <a:gd name="adj2" fmla="val 47681"/>
              </a:avLst>
            </a:prstGeom>
            <a:gradFill flip="none" rotWithShape="1">
              <a:gsLst>
                <a:gs pos="0">
                  <a:schemeClr val="dk1">
                    <a:tint val="100000"/>
                    <a:shade val="100000"/>
                    <a:satMod val="130000"/>
                  </a:schemeClr>
                </a:gs>
                <a:gs pos="100000">
                  <a:schemeClr val="dk1">
                    <a:tint val="50000"/>
                    <a:shade val="100000"/>
                    <a:satMod val="35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254E13-1677-AB6C-5F08-28729CFD8B07}"/>
                </a:ext>
              </a:extLst>
            </p:cNvPr>
            <p:cNvSpPr txBox="1"/>
            <p:nvPr/>
          </p:nvSpPr>
          <p:spPr>
            <a:xfrm>
              <a:off x="4152385" y="2661543"/>
              <a:ext cx="5408788" cy="1164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8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Comic Sans MS" panose="030F0702030302020204" pitchFamily="66" charset="0"/>
                  <a:cs typeface="Segoe UI" panose="020B0502040204020203" pitchFamily="34" charset="0"/>
                </a:rPr>
                <a:t>Hung’s costs: 4 + 4.8­­ + 7 = </a:t>
              </a:r>
              <a:r>
                <a:rPr lang="en-US" sz="1800" b="1" dirty="0">
                  <a:solidFill>
                    <a:srgbClr val="FFFF00"/>
                  </a:solidFill>
                  <a:effectLst/>
                  <a:latin typeface="Segoe UI" panose="020B0502040204020203" pitchFamily="34" charset="0"/>
                  <a:ea typeface="Comic Sans MS" panose="030F0702030302020204" pitchFamily="66" charset="0"/>
                  <a:cs typeface="Segoe UI" panose="020B0502040204020203" pitchFamily="34" charset="0"/>
                </a:rPr>
                <a:t>15.8 million</a:t>
              </a:r>
              <a:endParaRPr lang="en-US" sz="1800" dirty="0">
                <a:solidFill>
                  <a:srgbClr val="FFFF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8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Comic Sans MS" panose="030F0702030302020204" pitchFamily="66" charset="0"/>
                  <a:cs typeface="Segoe UI" panose="020B0502040204020203" pitchFamily="34" charset="0"/>
                </a:rPr>
                <a:t>Hung’s money left: 16 – 15.8 = </a:t>
              </a:r>
              <a:r>
                <a:rPr lang="en-US" sz="1800" b="1" dirty="0">
                  <a:solidFill>
                    <a:srgbClr val="FFFF00"/>
                  </a:solidFill>
                  <a:effectLst/>
                  <a:latin typeface="Segoe UI" panose="020B0502040204020203" pitchFamily="34" charset="0"/>
                  <a:ea typeface="Comic Sans MS" panose="030F0702030302020204" pitchFamily="66" charset="0"/>
                  <a:cs typeface="Segoe UI" panose="020B0502040204020203" pitchFamily="34" charset="0"/>
                </a:rPr>
                <a:t>0.2 million</a:t>
              </a:r>
              <a:endParaRPr lang="en-US" sz="1800" dirty="0">
                <a:solidFill>
                  <a:srgbClr val="FFFF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8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Comic Sans MS" panose="030F0702030302020204" pitchFamily="66" charset="0"/>
                  <a:cs typeface="Segoe UI" panose="020B0502040204020203" pitchFamily="34" charset="0"/>
                </a:rPr>
                <a:t>Hung has </a:t>
              </a:r>
              <a:r>
                <a:rPr lang="en-US" sz="1800" b="1" dirty="0">
                  <a:solidFill>
                    <a:srgbClr val="FFFF00"/>
                  </a:solidFill>
                  <a:effectLst/>
                  <a:latin typeface="Segoe UI" panose="020B0502040204020203" pitchFamily="34" charset="0"/>
                  <a:ea typeface="Comic Sans MS" panose="030F0702030302020204" pitchFamily="66" charset="0"/>
                  <a:cs typeface="Segoe UI" panose="020B0502040204020203" pitchFamily="34" charset="0"/>
                </a:rPr>
                <a:t>0.2 million dongs </a:t>
              </a:r>
              <a:r>
                <a:rPr lang="en-US" sz="1800" b="1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Comic Sans MS" panose="030F0702030302020204" pitchFamily="66" charset="0"/>
                  <a:cs typeface="Segoe UI" panose="020B0502040204020203" pitchFamily="34" charset="0"/>
                </a:rPr>
                <a:t>left now</a:t>
              </a:r>
              <a:endParaRPr lang="en-US" sz="18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B33E3E0-BEDF-604D-CD1F-1C1AE774E9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851"/>
          <a:stretch>
            <a:fillRect/>
          </a:stretch>
        </p:blipFill>
        <p:spPr>
          <a:xfrm>
            <a:off x="635962" y="3289571"/>
            <a:ext cx="3478125" cy="14720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CE13235-C1B6-C236-A03C-E87123A87B3D}"/>
              </a:ext>
            </a:extLst>
          </p:cNvPr>
          <p:cNvGrpSpPr/>
          <p:nvPr/>
        </p:nvGrpSpPr>
        <p:grpSpPr>
          <a:xfrm>
            <a:off x="-52021" y="72979"/>
            <a:ext cx="3060012" cy="605284"/>
            <a:chOff x="761738" y="404042"/>
            <a:chExt cx="1647930" cy="47707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5B624C1-B451-EBA7-80CA-982D463E1039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F91F3B-E145-93CF-CA2A-AFCAFE05C3C8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Lead-in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6" name="Google Shape;1576;p40"/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/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/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146902" y="497478"/>
            <a:ext cx="685019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endParaRPr lang="en-US" sz="4000" b="1">
              <a:solidFill>
                <a:schemeClr val="accent4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40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/əˈdɪʃ.ən/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process of adding numbers or amounts </a:t>
            </a:r>
            <a:r>
              <a:rPr lang="en-US" sz="22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together.</a:t>
            </a:r>
            <a:endParaRPr lang="en-US" sz="2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0FE0BE-3995-CFC1-95A1-B83ADA07B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040" y="2326557"/>
            <a:ext cx="4931919" cy="24753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4C107E8-2397-6F81-6572-6C5E5904ABE1}"/>
              </a:ext>
            </a:extLst>
          </p:cNvPr>
          <p:cNvGrpSpPr/>
          <p:nvPr/>
        </p:nvGrpSpPr>
        <p:grpSpPr>
          <a:xfrm>
            <a:off x="-41747" y="93527"/>
            <a:ext cx="3060012" cy="605284"/>
            <a:chOff x="761738" y="404042"/>
            <a:chExt cx="1647930" cy="47707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434EC4E-117E-D396-FA32-A5509B37ED55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0D4F82E-E3D0-F7D6-6520-670330967F76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6" name="Google Shape;1576;p40"/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/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/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264749" y="435033"/>
            <a:ext cx="661450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</a:p>
          <a:p>
            <a:pPr algn="ctr"/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/səbˈtræk.ʃən/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process of taking away a number from another.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FA129-1C27-0410-A235-8679AEB13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617" y="2158582"/>
            <a:ext cx="5524766" cy="23773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6F417C3-7D7B-378C-9230-EAA67BB1ED77}"/>
              </a:ext>
            </a:extLst>
          </p:cNvPr>
          <p:cNvGrpSpPr/>
          <p:nvPr/>
        </p:nvGrpSpPr>
        <p:grpSpPr>
          <a:xfrm>
            <a:off x="-41747" y="93527"/>
            <a:ext cx="3060012" cy="605284"/>
            <a:chOff x="761738" y="404042"/>
            <a:chExt cx="1647930" cy="47707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B3D7109-711A-6D5D-2E8B-F22C4822BED1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AEE0AE-24E7-4879-484E-7F271162C32E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>
          <a:extLst>
            <a:ext uri="{FF2B5EF4-FFF2-40B4-BE49-F238E27FC236}">
              <a16:creationId xmlns:a16="http://schemas.microsoft.com/office/drawing/2014/main" id="{C90579AB-93F9-A6C7-0F54-DA6763119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6" name="Google Shape;1576;p40">
            <a:extLst>
              <a:ext uri="{FF2B5EF4-FFF2-40B4-BE49-F238E27FC236}">
                <a16:creationId xmlns:a16="http://schemas.microsoft.com/office/drawing/2014/main" id="{EC4BB91D-CAC6-342B-37F2-755871ECF344}"/>
              </a:ext>
            </a:extLst>
          </p:cNvPr>
          <p:cNvGrpSpPr/>
          <p:nvPr/>
        </p:nvGrpSpPr>
        <p:grpSpPr>
          <a:xfrm>
            <a:off x="8106927" y="160918"/>
            <a:ext cx="888547" cy="679278"/>
            <a:chOff x="7746676" y="868788"/>
            <a:chExt cx="888547" cy="679278"/>
          </a:xfrm>
        </p:grpSpPr>
        <p:sp>
          <p:nvSpPr>
            <p:cNvPr id="1577" name="Google Shape;1577;p40">
              <a:extLst>
                <a:ext uri="{FF2B5EF4-FFF2-40B4-BE49-F238E27FC236}">
                  <a16:creationId xmlns:a16="http://schemas.microsoft.com/office/drawing/2014/main" id="{D2E7DCD0-57E3-223B-9AA4-169A31B9D43F}"/>
                </a:ext>
              </a:extLst>
            </p:cNvPr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>
              <a:extLst>
                <a:ext uri="{FF2B5EF4-FFF2-40B4-BE49-F238E27FC236}">
                  <a16:creationId xmlns:a16="http://schemas.microsoft.com/office/drawing/2014/main" id="{C3E1DA2C-117F-1CB6-9E26-FAB2BB7E649B}"/>
                </a:ext>
              </a:extLst>
            </p:cNvPr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D16841EE-D9E4-A97B-F66E-7E64E6D1654F}"/>
              </a:ext>
            </a:extLst>
          </p:cNvPr>
          <p:cNvSpPr txBox="1"/>
          <p:nvPr/>
        </p:nvSpPr>
        <p:spPr>
          <a:xfrm>
            <a:off x="943926" y="621654"/>
            <a:ext cx="7256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effectLst>
                  <a:glow rad="88900">
                    <a:schemeClr val="bg1"/>
                  </a:glo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Classify the operations into the correct columns.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2986F-8844-86D5-1223-D5DA7836F497}"/>
              </a:ext>
            </a:extLst>
          </p:cNvPr>
          <p:cNvSpPr/>
          <p:nvPr/>
        </p:nvSpPr>
        <p:spPr>
          <a:xfrm>
            <a:off x="545691" y="1082037"/>
            <a:ext cx="2440858" cy="403934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D97EAC-F496-4B7D-57A8-5D18C4245ED5}"/>
              </a:ext>
            </a:extLst>
          </p:cNvPr>
          <p:cNvSpPr/>
          <p:nvPr/>
        </p:nvSpPr>
        <p:spPr>
          <a:xfrm>
            <a:off x="3109452" y="1082036"/>
            <a:ext cx="2440858" cy="4039341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90A6567-1A7F-EBF0-74F6-87DFDFA5248F}"/>
              </a:ext>
            </a:extLst>
          </p:cNvPr>
          <p:cNvSpPr/>
          <p:nvPr/>
        </p:nvSpPr>
        <p:spPr>
          <a:xfrm>
            <a:off x="909484" y="1082036"/>
            <a:ext cx="1828800" cy="36330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B2A348B-356D-9275-042D-E499BB0083A3}"/>
              </a:ext>
            </a:extLst>
          </p:cNvPr>
          <p:cNvSpPr/>
          <p:nvPr/>
        </p:nvSpPr>
        <p:spPr>
          <a:xfrm>
            <a:off x="3415481" y="1082036"/>
            <a:ext cx="1828800" cy="36330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542E546-3BE8-2A15-97E8-11AF120D3C9B}"/>
              </a:ext>
            </a:extLst>
          </p:cNvPr>
          <p:cNvGrpSpPr/>
          <p:nvPr/>
        </p:nvGrpSpPr>
        <p:grpSpPr>
          <a:xfrm>
            <a:off x="5840335" y="1469839"/>
            <a:ext cx="2278625" cy="543684"/>
            <a:chOff x="5921449" y="1130634"/>
            <a:chExt cx="2278625" cy="543684"/>
          </a:xfrm>
        </p:grpSpPr>
        <p:pic>
          <p:nvPicPr>
            <p:cNvPr id="54" name="Picture 53" descr="Educational Page for Little Children on Addition and Subtraction. Solve  Examples, Count the Quantity of Fiches and Write the Stock Vector -  Illustration of coloring, book: 229779003">
              <a:extLst>
                <a:ext uri="{FF2B5EF4-FFF2-40B4-BE49-F238E27FC236}">
                  <a16:creationId xmlns:a16="http://schemas.microsoft.com/office/drawing/2014/main" id="{56F481CA-C8C1-D4AB-7187-9C8E175D6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989" t="16586" r="9232" b="72001"/>
            <a:stretch>
              <a:fillRect/>
            </a:stretch>
          </p:blipFill>
          <p:spPr>
            <a:xfrm>
              <a:off x="5921449" y="1167444"/>
              <a:ext cx="2278625" cy="50687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7AE057A-AFED-D0DF-0F29-C6339621F278}"/>
                </a:ext>
              </a:extLst>
            </p:cNvPr>
            <p:cNvSpPr txBox="1"/>
            <p:nvPr/>
          </p:nvSpPr>
          <p:spPr>
            <a:xfrm>
              <a:off x="7742903" y="1130634"/>
              <a:ext cx="2829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4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4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1934D7D-2773-9A05-6ACA-27542E5A5C47}"/>
              </a:ext>
            </a:extLst>
          </p:cNvPr>
          <p:cNvGrpSpPr/>
          <p:nvPr/>
        </p:nvGrpSpPr>
        <p:grpSpPr>
          <a:xfrm>
            <a:off x="5840364" y="2229180"/>
            <a:ext cx="2595716" cy="534570"/>
            <a:chOff x="5921478" y="1889975"/>
            <a:chExt cx="2595716" cy="534570"/>
          </a:xfrm>
        </p:grpSpPr>
        <p:pic>
          <p:nvPicPr>
            <p:cNvPr id="55" name="Picture 54" descr="Educational Page for Little Children on Addition and Subtraction. Solve  Examples, Count the Quantity of Fiches and Write the Stock Vector -  Illustration of coloring, book: 229779003">
              <a:extLst>
                <a:ext uri="{FF2B5EF4-FFF2-40B4-BE49-F238E27FC236}">
                  <a16:creationId xmlns:a16="http://schemas.microsoft.com/office/drawing/2014/main" id="{3D090DC4-38CF-9192-7F98-BE2462286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930" t="27549" r="8302" b="61038"/>
            <a:stretch>
              <a:fillRect/>
            </a:stretch>
          </p:blipFill>
          <p:spPr>
            <a:xfrm>
              <a:off x="5921478" y="1889975"/>
              <a:ext cx="2595716" cy="50687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AD6977D-5B70-46DD-46C4-5A630731997B}"/>
                </a:ext>
              </a:extLst>
            </p:cNvPr>
            <p:cNvSpPr txBox="1"/>
            <p:nvPr/>
          </p:nvSpPr>
          <p:spPr>
            <a:xfrm>
              <a:off x="8058620" y="1901325"/>
              <a:ext cx="2829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4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3</a:t>
              </a:r>
            </a:p>
          </p:txBody>
        </p:sp>
      </p:grpSp>
      <p:grpSp>
        <p:nvGrpSpPr>
          <p:cNvPr id="1536" name="Group 1535">
            <a:extLst>
              <a:ext uri="{FF2B5EF4-FFF2-40B4-BE49-F238E27FC236}">
                <a16:creationId xmlns:a16="http://schemas.microsoft.com/office/drawing/2014/main" id="{60F01002-37A9-3E1B-05A3-D94894C0F476}"/>
              </a:ext>
            </a:extLst>
          </p:cNvPr>
          <p:cNvGrpSpPr/>
          <p:nvPr/>
        </p:nvGrpSpPr>
        <p:grpSpPr>
          <a:xfrm>
            <a:off x="5840764" y="2906109"/>
            <a:ext cx="2529349" cy="550916"/>
            <a:chOff x="5921878" y="2566904"/>
            <a:chExt cx="2529349" cy="550916"/>
          </a:xfrm>
        </p:grpSpPr>
        <p:pic>
          <p:nvPicPr>
            <p:cNvPr id="56" name="Picture 55" descr="Educational Page for Little Children on Addition and Subtraction. Solve  Examples, Count the Quantity of Fiches and Write the Stock Vector -  Illustration of coloring, book: 229779003">
              <a:extLst>
                <a:ext uri="{FF2B5EF4-FFF2-40B4-BE49-F238E27FC236}">
                  <a16:creationId xmlns:a16="http://schemas.microsoft.com/office/drawing/2014/main" id="{2BEDEC9A-C472-475A-51FE-4DC55064E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555" t="50824" r="8768" b="37763"/>
            <a:stretch>
              <a:fillRect/>
            </a:stretch>
          </p:blipFill>
          <p:spPr>
            <a:xfrm>
              <a:off x="5921878" y="2566904"/>
              <a:ext cx="2529349" cy="50687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91832AA-3108-D49D-5542-D188E158687D}"/>
                </a:ext>
              </a:extLst>
            </p:cNvPr>
            <p:cNvSpPr txBox="1"/>
            <p:nvPr/>
          </p:nvSpPr>
          <p:spPr>
            <a:xfrm>
              <a:off x="7995916" y="2594600"/>
              <a:ext cx="2829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4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</p:grpSp>
      <p:grpSp>
        <p:nvGrpSpPr>
          <p:cNvPr id="1537" name="Group 1536">
            <a:extLst>
              <a:ext uri="{FF2B5EF4-FFF2-40B4-BE49-F238E27FC236}">
                <a16:creationId xmlns:a16="http://schemas.microsoft.com/office/drawing/2014/main" id="{9A02246E-0115-C333-7A7C-305B08626851}"/>
              </a:ext>
            </a:extLst>
          </p:cNvPr>
          <p:cNvGrpSpPr/>
          <p:nvPr/>
        </p:nvGrpSpPr>
        <p:grpSpPr>
          <a:xfrm>
            <a:off x="5840335" y="3543992"/>
            <a:ext cx="2351138" cy="603952"/>
            <a:chOff x="5921449" y="3204787"/>
            <a:chExt cx="2351138" cy="603952"/>
          </a:xfrm>
        </p:grpSpPr>
        <p:pic>
          <p:nvPicPr>
            <p:cNvPr id="57" name="Picture 56" descr="Educational Page for Little Children on Addition and Subtraction. Solve  Examples, Count the Quantity of Fiches and Write the Stock Vector -  Illustration of coloring, book: 229779003">
              <a:extLst>
                <a:ext uri="{FF2B5EF4-FFF2-40B4-BE49-F238E27FC236}">
                  <a16:creationId xmlns:a16="http://schemas.microsoft.com/office/drawing/2014/main" id="{FFAFBB31-27B6-BFF5-78EF-A3D7DF1A9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704" t="37889" r="9232" b="49176"/>
            <a:stretch>
              <a:fillRect/>
            </a:stretch>
          </p:blipFill>
          <p:spPr>
            <a:xfrm>
              <a:off x="5921449" y="3204787"/>
              <a:ext cx="2351138" cy="574456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A8D6FED-6BF4-7F3C-2388-150C2EFBAED7}"/>
                </a:ext>
              </a:extLst>
            </p:cNvPr>
            <p:cNvSpPr txBox="1"/>
            <p:nvPr/>
          </p:nvSpPr>
          <p:spPr>
            <a:xfrm>
              <a:off x="7839684" y="3285519"/>
              <a:ext cx="2829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4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6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C8AB3AA-DBCF-2BF9-AA77-60E79719B9BC}"/>
              </a:ext>
            </a:extLst>
          </p:cNvPr>
          <p:cNvGrpSpPr/>
          <p:nvPr/>
        </p:nvGrpSpPr>
        <p:grpSpPr>
          <a:xfrm>
            <a:off x="72220" y="40030"/>
            <a:ext cx="2182103" cy="552128"/>
            <a:chOff x="849086" y="380227"/>
            <a:chExt cx="1473233" cy="50088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9B89528-C0B3-DF6E-1111-69A60709CFF0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353A89-BC9E-AF11-3971-BF9CF974974E}"/>
                </a:ext>
              </a:extLst>
            </p:cNvPr>
            <p:cNvSpPr txBox="1"/>
            <p:nvPr/>
          </p:nvSpPr>
          <p:spPr>
            <a:xfrm>
              <a:off x="917841" y="380227"/>
              <a:ext cx="1335722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2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Review</a:t>
              </a:r>
              <a:endParaRPr lang="en-US" sz="32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725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46914E-7 L -0.56961 0.06944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490" y="34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81481E-6 L -0.29914 -0.0771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65" y="-38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48148E-6 L -0.29809 -0.02932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13" y="-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5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5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8.64198E-7 L -0.57448 -0.1271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5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733" y="-63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04549" y="757267"/>
            <a:ext cx="7721601" cy="427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Listen and fill in the blanks using suitable words.</a:t>
            </a:r>
            <a:endParaRPr lang="en-US" sz="22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7889E0-B280-CA7C-6954-79FB84CD91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8543" y="1271072"/>
            <a:ext cx="7231608" cy="345337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pSp>
        <p:nvGrpSpPr>
          <p:cNvPr id="1363" name="Google Shape;1363;p38"/>
          <p:cNvGrpSpPr/>
          <p:nvPr/>
        </p:nvGrpSpPr>
        <p:grpSpPr>
          <a:xfrm rot="-1695134">
            <a:off x="7442731" y="3883934"/>
            <a:ext cx="1975551" cy="2546451"/>
            <a:chOff x="3842533" y="34030"/>
            <a:chExt cx="925052" cy="1192376"/>
          </a:xfrm>
        </p:grpSpPr>
        <p:sp>
          <p:nvSpPr>
            <p:cNvPr id="1364" name="Google Shape;1364;p38"/>
            <p:cNvSpPr/>
            <p:nvPr/>
          </p:nvSpPr>
          <p:spPr>
            <a:xfrm>
              <a:off x="3842533" y="34030"/>
              <a:ext cx="925052" cy="1192376"/>
            </a:xfrm>
            <a:custGeom>
              <a:avLst/>
              <a:gdLst/>
              <a:ahLst/>
              <a:cxnLst/>
              <a:rect l="l" t="t" r="r" b="b"/>
              <a:pathLst>
                <a:path w="925052" h="1192376" extrusionOk="0">
                  <a:moveTo>
                    <a:pt x="199607" y="0"/>
                  </a:moveTo>
                  <a:lnTo>
                    <a:pt x="0" y="0"/>
                  </a:lnTo>
                  <a:lnTo>
                    <a:pt x="0" y="1192377"/>
                  </a:lnTo>
                  <a:lnTo>
                    <a:pt x="925053" y="1192377"/>
                  </a:lnTo>
                  <a:lnTo>
                    <a:pt x="925053" y="0"/>
                  </a:lnTo>
                  <a:lnTo>
                    <a:pt x="1996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5" name="Google Shape;1365;p38"/>
            <p:cNvSpPr/>
            <p:nvPr/>
          </p:nvSpPr>
          <p:spPr>
            <a:xfrm>
              <a:off x="4567978" y="34030"/>
              <a:ext cx="199607" cy="199607"/>
            </a:xfrm>
            <a:custGeom>
              <a:avLst/>
              <a:gdLst/>
              <a:ahLst/>
              <a:cxnLst/>
              <a:rect l="l" t="t" r="r" b="b"/>
              <a:pathLst>
                <a:path w="199607" h="199607" extrusionOk="0">
                  <a:moveTo>
                    <a:pt x="0" y="0"/>
                  </a:moveTo>
                  <a:lnTo>
                    <a:pt x="199608" y="0"/>
                  </a:lnTo>
                  <a:lnTo>
                    <a:pt x="199608" y="199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66" name="Google Shape;1366;p38"/>
            <p:cNvGrpSpPr/>
            <p:nvPr/>
          </p:nvGrpSpPr>
          <p:grpSpPr>
            <a:xfrm>
              <a:off x="4279148" y="75057"/>
              <a:ext cx="447497" cy="1110323"/>
              <a:chOff x="4279148" y="75057"/>
              <a:chExt cx="447497" cy="1110323"/>
            </a:xfrm>
          </p:grpSpPr>
          <p:grpSp>
            <p:nvGrpSpPr>
              <p:cNvPr id="1367" name="Google Shape;1367;p38"/>
              <p:cNvGrpSpPr/>
              <p:nvPr/>
            </p:nvGrpSpPr>
            <p:grpSpPr>
              <a:xfrm>
                <a:off x="4279148" y="75057"/>
                <a:ext cx="447497" cy="447411"/>
                <a:chOff x="4279148" y="75057"/>
                <a:chExt cx="447497" cy="447411"/>
              </a:xfrm>
            </p:grpSpPr>
            <p:sp>
              <p:nvSpPr>
                <p:cNvPr id="1368" name="Google Shape;1368;p38"/>
                <p:cNvSpPr/>
                <p:nvPr/>
              </p:nvSpPr>
              <p:spPr>
                <a:xfrm>
                  <a:off x="4298668" y="94491"/>
                  <a:ext cx="408456" cy="40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56" h="408543" extrusionOk="0">
                      <a:moveTo>
                        <a:pt x="0" y="0"/>
                      </a:moveTo>
                      <a:lnTo>
                        <a:pt x="408457" y="408543"/>
                      </a:lnTo>
                    </a:path>
                  </a:pathLst>
                </a:custGeom>
                <a:noFill/>
                <a:ln w="17250" cap="flat" cmpd="sng">
                  <a:solidFill>
                    <a:schemeClr val="accent5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8"/>
                <p:cNvSpPr/>
                <p:nvPr/>
              </p:nvSpPr>
              <p:spPr>
                <a:xfrm>
                  <a:off x="4279148" y="75057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5701" y="33254"/>
                      </a:moveTo>
                      <a:cubicBezTo>
                        <a:pt x="-1900" y="25653"/>
                        <a:pt x="-1900" y="13301"/>
                        <a:pt x="5701" y="5701"/>
                      </a:cubicBezTo>
                      <a:cubicBezTo>
                        <a:pt x="13301" y="-1900"/>
                        <a:pt x="25653" y="-1900"/>
                        <a:pt x="33254" y="5701"/>
                      </a:cubicBezTo>
                      <a:cubicBezTo>
                        <a:pt x="40854" y="13301"/>
                        <a:pt x="40854" y="25653"/>
                        <a:pt x="33254" y="33254"/>
                      </a:cubicBezTo>
                      <a:cubicBezTo>
                        <a:pt x="25653" y="40854"/>
                        <a:pt x="13301" y="40854"/>
                        <a:pt x="5701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8"/>
                <p:cNvSpPr/>
                <p:nvPr/>
              </p:nvSpPr>
              <p:spPr>
                <a:xfrm>
                  <a:off x="4687691" y="483514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5700" y="33254"/>
                      </a:moveTo>
                      <a:cubicBezTo>
                        <a:pt x="13301" y="40854"/>
                        <a:pt x="25653" y="40854"/>
                        <a:pt x="33253" y="33254"/>
                      </a:cubicBezTo>
                      <a:cubicBezTo>
                        <a:pt x="40854" y="25653"/>
                        <a:pt x="40854" y="13301"/>
                        <a:pt x="33253" y="5701"/>
                      </a:cubicBezTo>
                      <a:cubicBezTo>
                        <a:pt x="25653" y="-1900"/>
                        <a:pt x="13301" y="-1900"/>
                        <a:pt x="5700" y="5701"/>
                      </a:cubicBezTo>
                      <a:cubicBezTo>
                        <a:pt x="-1900" y="13301"/>
                        <a:pt x="-1900" y="25653"/>
                        <a:pt x="5700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71" name="Google Shape;1371;p38"/>
              <p:cNvGrpSpPr/>
              <p:nvPr/>
            </p:nvGrpSpPr>
            <p:grpSpPr>
              <a:xfrm>
                <a:off x="4279148" y="737969"/>
                <a:ext cx="447497" cy="447411"/>
                <a:chOff x="4279148" y="737969"/>
                <a:chExt cx="447497" cy="447411"/>
              </a:xfrm>
            </p:grpSpPr>
            <p:sp>
              <p:nvSpPr>
                <p:cNvPr id="1372" name="Google Shape;1372;p38"/>
                <p:cNvSpPr/>
                <p:nvPr/>
              </p:nvSpPr>
              <p:spPr>
                <a:xfrm>
                  <a:off x="4298668" y="757403"/>
                  <a:ext cx="408456" cy="40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56" h="408543" extrusionOk="0">
                      <a:moveTo>
                        <a:pt x="0" y="408543"/>
                      </a:moveTo>
                      <a:lnTo>
                        <a:pt x="408457" y="0"/>
                      </a:lnTo>
                    </a:path>
                  </a:pathLst>
                </a:custGeom>
                <a:noFill/>
                <a:ln w="17250" cap="flat" cmpd="sng">
                  <a:solidFill>
                    <a:schemeClr val="accent5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3" name="Google Shape;1373;p38"/>
                <p:cNvSpPr/>
                <p:nvPr/>
              </p:nvSpPr>
              <p:spPr>
                <a:xfrm>
                  <a:off x="4279148" y="1146426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33254" y="33254"/>
                      </a:moveTo>
                      <a:cubicBezTo>
                        <a:pt x="25653" y="40854"/>
                        <a:pt x="13301" y="40854"/>
                        <a:pt x="5701" y="33254"/>
                      </a:cubicBezTo>
                      <a:cubicBezTo>
                        <a:pt x="-1900" y="25653"/>
                        <a:pt x="-1900" y="13301"/>
                        <a:pt x="5701" y="5701"/>
                      </a:cubicBezTo>
                      <a:cubicBezTo>
                        <a:pt x="13301" y="-1900"/>
                        <a:pt x="25653" y="-1900"/>
                        <a:pt x="33254" y="5701"/>
                      </a:cubicBezTo>
                      <a:cubicBezTo>
                        <a:pt x="40854" y="13301"/>
                        <a:pt x="40854" y="25653"/>
                        <a:pt x="33254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4" name="Google Shape;1374;p38"/>
                <p:cNvSpPr/>
                <p:nvPr/>
              </p:nvSpPr>
              <p:spPr>
                <a:xfrm>
                  <a:off x="4687691" y="737969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33253" y="33254"/>
                      </a:moveTo>
                      <a:cubicBezTo>
                        <a:pt x="40854" y="25653"/>
                        <a:pt x="40854" y="13301"/>
                        <a:pt x="33253" y="5701"/>
                      </a:cubicBezTo>
                      <a:cubicBezTo>
                        <a:pt x="25653" y="-1900"/>
                        <a:pt x="13301" y="-1900"/>
                        <a:pt x="5700" y="5701"/>
                      </a:cubicBezTo>
                      <a:cubicBezTo>
                        <a:pt x="-1900" y="13301"/>
                        <a:pt x="-1900" y="25653"/>
                        <a:pt x="5700" y="33254"/>
                      </a:cubicBezTo>
                      <a:cubicBezTo>
                        <a:pt x="13301" y="40854"/>
                        <a:pt x="25653" y="40854"/>
                        <a:pt x="33253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5" name="Google Shape;1375;p38"/>
            <p:cNvSpPr/>
            <p:nvPr/>
          </p:nvSpPr>
          <p:spPr>
            <a:xfrm>
              <a:off x="4567978" y="1026799"/>
              <a:ext cx="199607" cy="199607"/>
            </a:xfrm>
            <a:custGeom>
              <a:avLst/>
              <a:gdLst/>
              <a:ahLst/>
              <a:cxnLst/>
              <a:rect l="l" t="t" r="r" b="b"/>
              <a:pathLst>
                <a:path w="199607" h="199607" extrusionOk="0">
                  <a:moveTo>
                    <a:pt x="199608" y="0"/>
                  </a:moveTo>
                  <a:lnTo>
                    <a:pt x="199608" y="199608"/>
                  </a:lnTo>
                  <a:lnTo>
                    <a:pt x="0" y="199608"/>
                  </a:lnTo>
                  <a:lnTo>
                    <a:pt x="1996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6" name="Google Shape;1376;p38"/>
            <p:cNvSpPr/>
            <p:nvPr/>
          </p:nvSpPr>
          <p:spPr>
            <a:xfrm>
              <a:off x="3842533" y="34030"/>
              <a:ext cx="139837" cy="1192376"/>
            </a:xfrm>
            <a:custGeom>
              <a:avLst/>
              <a:gdLst/>
              <a:ahLst/>
              <a:cxnLst/>
              <a:rect l="l" t="t" r="r" b="b"/>
              <a:pathLst>
                <a:path w="139837" h="1192376" extrusionOk="0">
                  <a:moveTo>
                    <a:pt x="0" y="0"/>
                  </a:moveTo>
                  <a:lnTo>
                    <a:pt x="139838" y="0"/>
                  </a:lnTo>
                  <a:lnTo>
                    <a:pt x="139838" y="1192377"/>
                  </a:lnTo>
                  <a:lnTo>
                    <a:pt x="0" y="11923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7" name="Google Shape;1377;p38"/>
            <p:cNvSpPr/>
            <p:nvPr/>
          </p:nvSpPr>
          <p:spPr>
            <a:xfrm>
              <a:off x="3873628" y="116344"/>
              <a:ext cx="77735" cy="534474"/>
            </a:xfrm>
            <a:custGeom>
              <a:avLst/>
              <a:gdLst/>
              <a:ahLst/>
              <a:cxnLst/>
              <a:rect l="l" t="t" r="r" b="b"/>
              <a:pathLst>
                <a:path w="77735" h="534474" extrusionOk="0">
                  <a:moveTo>
                    <a:pt x="0" y="0"/>
                  </a:moveTo>
                  <a:lnTo>
                    <a:pt x="77736" y="0"/>
                  </a:lnTo>
                  <a:lnTo>
                    <a:pt x="77736" y="534475"/>
                  </a:lnTo>
                  <a:lnTo>
                    <a:pt x="0" y="534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51" name="Google Shape;1451;p38"/>
          <p:cNvGrpSpPr/>
          <p:nvPr/>
        </p:nvGrpSpPr>
        <p:grpSpPr>
          <a:xfrm rot="2021523">
            <a:off x="8110270" y="19616"/>
            <a:ext cx="180930" cy="1326127"/>
            <a:chOff x="4265846" y="1371340"/>
            <a:chExt cx="126709" cy="928680"/>
          </a:xfrm>
        </p:grpSpPr>
        <p:sp>
          <p:nvSpPr>
            <p:cNvPr id="1452" name="Google Shape;1452;p38"/>
            <p:cNvSpPr/>
            <p:nvPr/>
          </p:nvSpPr>
          <p:spPr>
            <a:xfrm>
              <a:off x="4289685" y="1944338"/>
              <a:ext cx="102870" cy="202457"/>
            </a:xfrm>
            <a:custGeom>
              <a:avLst/>
              <a:gdLst/>
              <a:ahLst/>
              <a:cxnLst/>
              <a:rect l="l" t="t" r="r" b="b"/>
              <a:pathLst>
                <a:path w="102870" h="202457" extrusionOk="0">
                  <a:moveTo>
                    <a:pt x="102870" y="86"/>
                  </a:moveTo>
                  <a:lnTo>
                    <a:pt x="102179" y="202458"/>
                  </a:lnTo>
                  <a:lnTo>
                    <a:pt x="0" y="202285"/>
                  </a:lnTo>
                  <a:lnTo>
                    <a:pt x="777" y="0"/>
                  </a:lnTo>
                  <a:lnTo>
                    <a:pt x="102870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3" name="Google Shape;1453;p38"/>
            <p:cNvSpPr/>
            <p:nvPr/>
          </p:nvSpPr>
          <p:spPr>
            <a:xfrm>
              <a:off x="4299791" y="1484834"/>
              <a:ext cx="85163" cy="459589"/>
            </a:xfrm>
            <a:custGeom>
              <a:avLst/>
              <a:gdLst/>
              <a:ahLst/>
              <a:cxnLst/>
              <a:rect l="l" t="t" r="r" b="b"/>
              <a:pathLst>
                <a:path w="85163" h="459589" extrusionOk="0">
                  <a:moveTo>
                    <a:pt x="85163" y="86"/>
                  </a:moveTo>
                  <a:lnTo>
                    <a:pt x="83436" y="459590"/>
                  </a:lnTo>
                  <a:lnTo>
                    <a:pt x="0" y="459503"/>
                  </a:lnTo>
                  <a:lnTo>
                    <a:pt x="1727" y="0"/>
                  </a:lnTo>
                  <a:lnTo>
                    <a:pt x="85163" y="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4" name="Google Shape;1454;p38"/>
            <p:cNvSpPr/>
            <p:nvPr/>
          </p:nvSpPr>
          <p:spPr>
            <a:xfrm>
              <a:off x="4301432" y="2146623"/>
              <a:ext cx="78512" cy="124290"/>
            </a:xfrm>
            <a:custGeom>
              <a:avLst/>
              <a:gdLst/>
              <a:ahLst/>
              <a:cxnLst/>
              <a:rect l="l" t="t" r="r" b="b"/>
              <a:pathLst>
                <a:path w="78512" h="124290" extrusionOk="0">
                  <a:moveTo>
                    <a:pt x="0" y="41459"/>
                  </a:moveTo>
                  <a:lnTo>
                    <a:pt x="27466" y="124291"/>
                  </a:lnTo>
                  <a:lnTo>
                    <a:pt x="50269" y="124291"/>
                  </a:lnTo>
                  <a:lnTo>
                    <a:pt x="78340" y="41545"/>
                  </a:lnTo>
                  <a:lnTo>
                    <a:pt x="78513" y="86"/>
                  </a:lnTo>
                  <a:lnTo>
                    <a:pt x="173" y="0"/>
                  </a:lnTo>
                  <a:lnTo>
                    <a:pt x="0" y="4145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5" name="Google Shape;1455;p38"/>
            <p:cNvSpPr/>
            <p:nvPr/>
          </p:nvSpPr>
          <p:spPr>
            <a:xfrm>
              <a:off x="4336759" y="2270913"/>
              <a:ext cx="6909" cy="29107"/>
            </a:xfrm>
            <a:custGeom>
              <a:avLst/>
              <a:gdLst/>
              <a:ahLst/>
              <a:cxnLst/>
              <a:rect l="l" t="t" r="r" b="b"/>
              <a:pathLst>
                <a:path w="6909" h="29107" extrusionOk="0">
                  <a:moveTo>
                    <a:pt x="6823" y="29108"/>
                  </a:moveTo>
                  <a:lnTo>
                    <a:pt x="6910" y="0"/>
                  </a:lnTo>
                  <a:lnTo>
                    <a:pt x="173" y="0"/>
                  </a:lnTo>
                  <a:lnTo>
                    <a:pt x="0" y="29108"/>
                  </a:lnTo>
                  <a:lnTo>
                    <a:pt x="6823" y="291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6" name="Google Shape;1456;p38"/>
            <p:cNvSpPr/>
            <p:nvPr/>
          </p:nvSpPr>
          <p:spPr>
            <a:xfrm>
              <a:off x="4313006" y="1443634"/>
              <a:ext cx="60633" cy="41286"/>
            </a:xfrm>
            <a:custGeom>
              <a:avLst/>
              <a:gdLst/>
              <a:ahLst/>
              <a:cxnLst/>
              <a:rect l="l" t="t" r="r" b="b"/>
              <a:pathLst>
                <a:path w="60633" h="41286" extrusionOk="0">
                  <a:moveTo>
                    <a:pt x="60634" y="86"/>
                  </a:moveTo>
                  <a:lnTo>
                    <a:pt x="60461" y="41286"/>
                  </a:lnTo>
                  <a:lnTo>
                    <a:pt x="0" y="41200"/>
                  </a:lnTo>
                  <a:lnTo>
                    <a:pt x="173" y="0"/>
                  </a:lnTo>
                  <a:lnTo>
                    <a:pt x="60634" y="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7" name="Google Shape;1457;p38"/>
            <p:cNvSpPr/>
            <p:nvPr/>
          </p:nvSpPr>
          <p:spPr>
            <a:xfrm>
              <a:off x="4307564" y="1371340"/>
              <a:ext cx="71948" cy="72380"/>
            </a:xfrm>
            <a:custGeom>
              <a:avLst/>
              <a:gdLst/>
              <a:ahLst/>
              <a:cxnLst/>
              <a:rect l="l" t="t" r="r" b="b"/>
              <a:pathLst>
                <a:path w="71948" h="72380" extrusionOk="0">
                  <a:moveTo>
                    <a:pt x="71948" y="86"/>
                  </a:moveTo>
                  <a:lnTo>
                    <a:pt x="71689" y="72380"/>
                  </a:lnTo>
                  <a:lnTo>
                    <a:pt x="0" y="72294"/>
                  </a:lnTo>
                  <a:lnTo>
                    <a:pt x="259" y="0"/>
                  </a:lnTo>
                  <a:lnTo>
                    <a:pt x="71948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8" name="Google Shape;1458;p38"/>
            <p:cNvSpPr/>
            <p:nvPr/>
          </p:nvSpPr>
          <p:spPr>
            <a:xfrm>
              <a:off x="4265846" y="1496581"/>
              <a:ext cx="35672" cy="247285"/>
            </a:xfrm>
            <a:custGeom>
              <a:avLst/>
              <a:gdLst/>
              <a:ahLst/>
              <a:cxnLst/>
              <a:rect l="l" t="t" r="r" b="b"/>
              <a:pathLst>
                <a:path w="35672" h="247285" extrusionOk="0">
                  <a:moveTo>
                    <a:pt x="0" y="247285"/>
                  </a:moveTo>
                  <a:lnTo>
                    <a:pt x="25307" y="247285"/>
                  </a:lnTo>
                  <a:lnTo>
                    <a:pt x="26085" y="38090"/>
                  </a:lnTo>
                  <a:lnTo>
                    <a:pt x="35499" y="38090"/>
                  </a:lnTo>
                  <a:lnTo>
                    <a:pt x="35672" y="86"/>
                  </a:lnTo>
                  <a:lnTo>
                    <a:pt x="26257" y="86"/>
                  </a:lnTo>
                  <a:lnTo>
                    <a:pt x="11488" y="0"/>
                  </a:lnTo>
                  <a:lnTo>
                    <a:pt x="950" y="0"/>
                  </a:lnTo>
                  <a:lnTo>
                    <a:pt x="0" y="24728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8359E77-8CC3-2EB2-85A4-142DA9D22434}"/>
              </a:ext>
            </a:extLst>
          </p:cNvPr>
          <p:cNvSpPr txBox="1"/>
          <p:nvPr/>
        </p:nvSpPr>
        <p:spPr>
          <a:xfrm>
            <a:off x="2813833" y="1601708"/>
            <a:ext cx="106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155A60-4908-F825-FA81-B7EADDEA17D9}"/>
              </a:ext>
            </a:extLst>
          </p:cNvPr>
          <p:cNvSpPr txBox="1"/>
          <p:nvPr/>
        </p:nvSpPr>
        <p:spPr>
          <a:xfrm>
            <a:off x="4657495" y="2471329"/>
            <a:ext cx="1210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fraction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A72FEC-DDAC-2A32-01A3-E0AB5F5B5299}"/>
              </a:ext>
            </a:extLst>
          </p:cNvPr>
          <p:cNvSpPr txBox="1"/>
          <p:nvPr/>
        </p:nvSpPr>
        <p:spPr>
          <a:xfrm>
            <a:off x="2503961" y="2729130"/>
            <a:ext cx="1429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decimal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E5028A-8A77-A959-0121-DB2ECAEDD325}"/>
              </a:ext>
            </a:extLst>
          </p:cNvPr>
          <p:cNvSpPr txBox="1"/>
          <p:nvPr/>
        </p:nvSpPr>
        <p:spPr>
          <a:xfrm>
            <a:off x="3395861" y="3032892"/>
            <a:ext cx="106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406AFB-39B5-56FC-8954-01CB1FA91660}"/>
              </a:ext>
            </a:extLst>
          </p:cNvPr>
          <p:cNvSpPr txBox="1"/>
          <p:nvPr/>
        </p:nvSpPr>
        <p:spPr>
          <a:xfrm>
            <a:off x="3212839" y="3614925"/>
            <a:ext cx="106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plus</a:t>
            </a:r>
          </a:p>
        </p:txBody>
      </p:sp>
      <p:pic>
        <p:nvPicPr>
          <p:cNvPr id="3" name="Track 4_Math_G7">
            <a:hlinkClick r:id="" action="ppaction://media"/>
            <a:extLst>
              <a:ext uri="{FF2B5EF4-FFF2-40B4-BE49-F238E27FC236}">
                <a16:creationId xmlns:a16="http://schemas.microsoft.com/office/drawing/2014/main" id="{6B3FD9E6-0650-27EA-79F0-163578071C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249460" y="697808"/>
            <a:ext cx="487363" cy="48736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B7DCC25-C57D-32EC-D59B-1C44428C0CCE}"/>
              </a:ext>
            </a:extLst>
          </p:cNvPr>
          <p:cNvGrpSpPr/>
          <p:nvPr/>
        </p:nvGrpSpPr>
        <p:grpSpPr>
          <a:xfrm>
            <a:off x="-41747" y="93527"/>
            <a:ext cx="3060012" cy="605284"/>
            <a:chOff x="761738" y="404042"/>
            <a:chExt cx="1647930" cy="47707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07055D6-6BC6-407A-541E-557969C66E0B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BD1408-265E-8BD0-3D67-C7B9333531A2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A. Listening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56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2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>
          <a:extLst>
            <a:ext uri="{FF2B5EF4-FFF2-40B4-BE49-F238E27FC236}">
              <a16:creationId xmlns:a16="http://schemas.microsoft.com/office/drawing/2014/main" id="{2FD74748-4CD0-56C7-5134-43CE8E23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0171590B-9264-C72F-C371-F78CE03C8F4B}"/>
              </a:ext>
            </a:extLst>
          </p:cNvPr>
          <p:cNvGrpSpPr/>
          <p:nvPr/>
        </p:nvGrpSpPr>
        <p:grpSpPr>
          <a:xfrm>
            <a:off x="1080233" y="1423592"/>
            <a:ext cx="2698012" cy="3379825"/>
            <a:chOff x="4591139" y="1626430"/>
            <a:chExt cx="2698012" cy="337982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BD6FB4C-1D22-1315-AC6C-B4AF2A75E124}"/>
                </a:ext>
              </a:extLst>
            </p:cNvPr>
            <p:cNvGrpSpPr/>
            <p:nvPr/>
          </p:nvGrpSpPr>
          <p:grpSpPr>
            <a:xfrm>
              <a:off x="4591139" y="1626430"/>
              <a:ext cx="2698012" cy="3379825"/>
              <a:chOff x="1012641" y="1440431"/>
              <a:chExt cx="2698012" cy="3379825"/>
            </a:xfrm>
          </p:grpSpPr>
          <p:pic>
            <p:nvPicPr>
              <p:cNvPr id="20" name="Picture 19" descr="Teacher Teaching Students In Classroom.classroom with teacher and pupils">
                <a:extLst>
                  <a:ext uri="{FF2B5EF4-FFF2-40B4-BE49-F238E27FC236}">
                    <a16:creationId xmlns:a16="http://schemas.microsoft.com/office/drawing/2014/main" id="{78D5B132-FF64-F1BA-AD46-C9A06DD95D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2658" y="1440431"/>
                <a:ext cx="2697995" cy="3379825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AE702E6-43C7-B827-29C7-E6A62B83EFCC}"/>
                  </a:ext>
                </a:extLst>
              </p:cNvPr>
              <p:cNvSpPr/>
              <p:nvPr/>
            </p:nvSpPr>
            <p:spPr>
              <a:xfrm>
                <a:off x="1012641" y="1440432"/>
                <a:ext cx="1904371" cy="10658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4323755-246B-7651-7DCE-6B645C437818}"/>
                  </a:ext>
                </a:extLst>
              </p:cNvPr>
              <p:cNvSpPr/>
              <p:nvPr/>
            </p:nvSpPr>
            <p:spPr>
              <a:xfrm>
                <a:off x="2829755" y="1440432"/>
                <a:ext cx="513705" cy="5924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50674F7-DB65-0603-284D-A01625D37ABC}"/>
                  </a:ext>
                </a:extLst>
              </p:cNvPr>
              <p:cNvSpPr/>
              <p:nvPr/>
            </p:nvSpPr>
            <p:spPr>
              <a:xfrm>
                <a:off x="2541003" y="1539674"/>
                <a:ext cx="513705" cy="5924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4BE3171-0049-DB28-0DBA-C3C4C92485AB}"/>
                  </a:ext>
                </a:extLst>
              </p:cNvPr>
              <p:cNvSpPr/>
              <p:nvPr/>
            </p:nvSpPr>
            <p:spPr>
              <a:xfrm>
                <a:off x="2879403" y="1492761"/>
                <a:ext cx="216137" cy="5924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71AE4BE-4006-4686-ACE4-8B47341A3211}"/>
                  </a:ext>
                </a:extLst>
              </p:cNvPr>
              <p:cNvSpPr/>
              <p:nvPr/>
            </p:nvSpPr>
            <p:spPr>
              <a:xfrm>
                <a:off x="1012641" y="2142581"/>
                <a:ext cx="476093" cy="5717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BBA7A2-BB85-C714-E4DA-F8261632A94D}"/>
                </a:ext>
              </a:extLst>
            </p:cNvPr>
            <p:cNvSpPr/>
            <p:nvPr/>
          </p:nvSpPr>
          <p:spPr>
            <a:xfrm>
              <a:off x="6223973" y="1660194"/>
              <a:ext cx="513705" cy="5924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F065412-A8D5-4EFB-9C09-E36BA7EB3A9E}"/>
                </a:ext>
              </a:extLst>
            </p:cNvPr>
            <p:cNvSpPr/>
            <p:nvPr/>
          </p:nvSpPr>
          <p:spPr>
            <a:xfrm>
              <a:off x="6426021" y="2191017"/>
              <a:ext cx="173961" cy="221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63" name="Google Shape;1363;p38">
            <a:extLst>
              <a:ext uri="{FF2B5EF4-FFF2-40B4-BE49-F238E27FC236}">
                <a16:creationId xmlns:a16="http://schemas.microsoft.com/office/drawing/2014/main" id="{E3C33769-C5BF-5D09-FCAA-612614728600}"/>
              </a:ext>
            </a:extLst>
          </p:cNvPr>
          <p:cNvGrpSpPr/>
          <p:nvPr/>
        </p:nvGrpSpPr>
        <p:grpSpPr>
          <a:xfrm rot="-1695134">
            <a:off x="7442731" y="3883934"/>
            <a:ext cx="1975551" cy="2546451"/>
            <a:chOff x="3842533" y="34030"/>
            <a:chExt cx="925052" cy="1192376"/>
          </a:xfrm>
        </p:grpSpPr>
        <p:sp>
          <p:nvSpPr>
            <p:cNvPr id="1364" name="Google Shape;1364;p38">
              <a:extLst>
                <a:ext uri="{FF2B5EF4-FFF2-40B4-BE49-F238E27FC236}">
                  <a16:creationId xmlns:a16="http://schemas.microsoft.com/office/drawing/2014/main" id="{D9D54D88-561C-92BB-D1D1-325193446580}"/>
                </a:ext>
              </a:extLst>
            </p:cNvPr>
            <p:cNvSpPr/>
            <p:nvPr/>
          </p:nvSpPr>
          <p:spPr>
            <a:xfrm>
              <a:off x="3842533" y="34030"/>
              <a:ext cx="925052" cy="1192376"/>
            </a:xfrm>
            <a:custGeom>
              <a:avLst/>
              <a:gdLst/>
              <a:ahLst/>
              <a:cxnLst/>
              <a:rect l="l" t="t" r="r" b="b"/>
              <a:pathLst>
                <a:path w="925052" h="1192376" extrusionOk="0">
                  <a:moveTo>
                    <a:pt x="199607" y="0"/>
                  </a:moveTo>
                  <a:lnTo>
                    <a:pt x="0" y="0"/>
                  </a:lnTo>
                  <a:lnTo>
                    <a:pt x="0" y="1192377"/>
                  </a:lnTo>
                  <a:lnTo>
                    <a:pt x="925053" y="1192377"/>
                  </a:lnTo>
                  <a:lnTo>
                    <a:pt x="925053" y="0"/>
                  </a:lnTo>
                  <a:lnTo>
                    <a:pt x="1996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5" name="Google Shape;1365;p38">
              <a:extLst>
                <a:ext uri="{FF2B5EF4-FFF2-40B4-BE49-F238E27FC236}">
                  <a16:creationId xmlns:a16="http://schemas.microsoft.com/office/drawing/2014/main" id="{C65E1CE8-B9C7-63FB-C50E-DC39FAC55275}"/>
                </a:ext>
              </a:extLst>
            </p:cNvPr>
            <p:cNvSpPr/>
            <p:nvPr/>
          </p:nvSpPr>
          <p:spPr>
            <a:xfrm>
              <a:off x="4567978" y="34030"/>
              <a:ext cx="199607" cy="199607"/>
            </a:xfrm>
            <a:custGeom>
              <a:avLst/>
              <a:gdLst/>
              <a:ahLst/>
              <a:cxnLst/>
              <a:rect l="l" t="t" r="r" b="b"/>
              <a:pathLst>
                <a:path w="199607" h="199607" extrusionOk="0">
                  <a:moveTo>
                    <a:pt x="0" y="0"/>
                  </a:moveTo>
                  <a:lnTo>
                    <a:pt x="199608" y="0"/>
                  </a:lnTo>
                  <a:lnTo>
                    <a:pt x="199608" y="199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66" name="Google Shape;1366;p38">
              <a:extLst>
                <a:ext uri="{FF2B5EF4-FFF2-40B4-BE49-F238E27FC236}">
                  <a16:creationId xmlns:a16="http://schemas.microsoft.com/office/drawing/2014/main" id="{0C25B275-5BFE-ADD7-ECC4-DA5D352D3C5E}"/>
                </a:ext>
              </a:extLst>
            </p:cNvPr>
            <p:cNvGrpSpPr/>
            <p:nvPr/>
          </p:nvGrpSpPr>
          <p:grpSpPr>
            <a:xfrm>
              <a:off x="4279148" y="75057"/>
              <a:ext cx="447497" cy="1110323"/>
              <a:chOff x="4279148" y="75057"/>
              <a:chExt cx="447497" cy="1110323"/>
            </a:xfrm>
          </p:grpSpPr>
          <p:grpSp>
            <p:nvGrpSpPr>
              <p:cNvPr id="1367" name="Google Shape;1367;p38">
                <a:extLst>
                  <a:ext uri="{FF2B5EF4-FFF2-40B4-BE49-F238E27FC236}">
                    <a16:creationId xmlns:a16="http://schemas.microsoft.com/office/drawing/2014/main" id="{01FBC2FA-878D-4E10-F141-6A463625B8CB}"/>
                  </a:ext>
                </a:extLst>
              </p:cNvPr>
              <p:cNvGrpSpPr/>
              <p:nvPr/>
            </p:nvGrpSpPr>
            <p:grpSpPr>
              <a:xfrm>
                <a:off x="4279148" y="75057"/>
                <a:ext cx="447497" cy="447411"/>
                <a:chOff x="4279148" y="75057"/>
                <a:chExt cx="447497" cy="447411"/>
              </a:xfrm>
            </p:grpSpPr>
            <p:sp>
              <p:nvSpPr>
                <p:cNvPr id="1368" name="Google Shape;1368;p38">
                  <a:extLst>
                    <a:ext uri="{FF2B5EF4-FFF2-40B4-BE49-F238E27FC236}">
                      <a16:creationId xmlns:a16="http://schemas.microsoft.com/office/drawing/2014/main" id="{D3568971-C549-5D6E-23E2-358A6C0A699B}"/>
                    </a:ext>
                  </a:extLst>
                </p:cNvPr>
                <p:cNvSpPr/>
                <p:nvPr/>
              </p:nvSpPr>
              <p:spPr>
                <a:xfrm>
                  <a:off x="4298668" y="94491"/>
                  <a:ext cx="408456" cy="40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56" h="408543" extrusionOk="0">
                      <a:moveTo>
                        <a:pt x="0" y="0"/>
                      </a:moveTo>
                      <a:lnTo>
                        <a:pt x="408457" y="408543"/>
                      </a:lnTo>
                    </a:path>
                  </a:pathLst>
                </a:custGeom>
                <a:noFill/>
                <a:ln w="17250" cap="flat" cmpd="sng">
                  <a:solidFill>
                    <a:schemeClr val="accent5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8">
                  <a:extLst>
                    <a:ext uri="{FF2B5EF4-FFF2-40B4-BE49-F238E27FC236}">
                      <a16:creationId xmlns:a16="http://schemas.microsoft.com/office/drawing/2014/main" id="{8B750191-C846-AEA8-4C2D-C1510BBCF869}"/>
                    </a:ext>
                  </a:extLst>
                </p:cNvPr>
                <p:cNvSpPr/>
                <p:nvPr/>
              </p:nvSpPr>
              <p:spPr>
                <a:xfrm>
                  <a:off x="4279148" y="75057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5701" y="33254"/>
                      </a:moveTo>
                      <a:cubicBezTo>
                        <a:pt x="-1900" y="25653"/>
                        <a:pt x="-1900" y="13301"/>
                        <a:pt x="5701" y="5701"/>
                      </a:cubicBezTo>
                      <a:cubicBezTo>
                        <a:pt x="13301" y="-1900"/>
                        <a:pt x="25653" y="-1900"/>
                        <a:pt x="33254" y="5701"/>
                      </a:cubicBezTo>
                      <a:cubicBezTo>
                        <a:pt x="40854" y="13301"/>
                        <a:pt x="40854" y="25653"/>
                        <a:pt x="33254" y="33254"/>
                      </a:cubicBezTo>
                      <a:cubicBezTo>
                        <a:pt x="25653" y="40854"/>
                        <a:pt x="13301" y="40854"/>
                        <a:pt x="5701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8">
                  <a:extLst>
                    <a:ext uri="{FF2B5EF4-FFF2-40B4-BE49-F238E27FC236}">
                      <a16:creationId xmlns:a16="http://schemas.microsoft.com/office/drawing/2014/main" id="{068831FC-7AB0-ADE8-43EF-B43642DD4B14}"/>
                    </a:ext>
                  </a:extLst>
                </p:cNvPr>
                <p:cNvSpPr/>
                <p:nvPr/>
              </p:nvSpPr>
              <p:spPr>
                <a:xfrm>
                  <a:off x="4687691" y="483514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5700" y="33254"/>
                      </a:moveTo>
                      <a:cubicBezTo>
                        <a:pt x="13301" y="40854"/>
                        <a:pt x="25653" y="40854"/>
                        <a:pt x="33253" y="33254"/>
                      </a:cubicBezTo>
                      <a:cubicBezTo>
                        <a:pt x="40854" y="25653"/>
                        <a:pt x="40854" y="13301"/>
                        <a:pt x="33253" y="5701"/>
                      </a:cubicBezTo>
                      <a:cubicBezTo>
                        <a:pt x="25653" y="-1900"/>
                        <a:pt x="13301" y="-1900"/>
                        <a:pt x="5700" y="5701"/>
                      </a:cubicBezTo>
                      <a:cubicBezTo>
                        <a:pt x="-1900" y="13301"/>
                        <a:pt x="-1900" y="25653"/>
                        <a:pt x="5700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71" name="Google Shape;1371;p38">
                <a:extLst>
                  <a:ext uri="{FF2B5EF4-FFF2-40B4-BE49-F238E27FC236}">
                    <a16:creationId xmlns:a16="http://schemas.microsoft.com/office/drawing/2014/main" id="{61AC5C6E-F875-70BD-628A-F678BDF9E7BF}"/>
                  </a:ext>
                </a:extLst>
              </p:cNvPr>
              <p:cNvGrpSpPr/>
              <p:nvPr/>
            </p:nvGrpSpPr>
            <p:grpSpPr>
              <a:xfrm>
                <a:off x="4279148" y="737969"/>
                <a:ext cx="447497" cy="447411"/>
                <a:chOff x="4279148" y="737969"/>
                <a:chExt cx="447497" cy="447411"/>
              </a:xfrm>
            </p:grpSpPr>
            <p:sp>
              <p:nvSpPr>
                <p:cNvPr id="1372" name="Google Shape;1372;p38">
                  <a:extLst>
                    <a:ext uri="{FF2B5EF4-FFF2-40B4-BE49-F238E27FC236}">
                      <a16:creationId xmlns:a16="http://schemas.microsoft.com/office/drawing/2014/main" id="{DF8888EC-36E2-DFE2-F2E7-B9A3560E311F}"/>
                    </a:ext>
                  </a:extLst>
                </p:cNvPr>
                <p:cNvSpPr/>
                <p:nvPr/>
              </p:nvSpPr>
              <p:spPr>
                <a:xfrm>
                  <a:off x="4298668" y="757403"/>
                  <a:ext cx="408456" cy="40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56" h="408543" extrusionOk="0">
                      <a:moveTo>
                        <a:pt x="0" y="408543"/>
                      </a:moveTo>
                      <a:lnTo>
                        <a:pt x="408457" y="0"/>
                      </a:lnTo>
                    </a:path>
                  </a:pathLst>
                </a:custGeom>
                <a:noFill/>
                <a:ln w="17250" cap="flat" cmpd="sng">
                  <a:solidFill>
                    <a:schemeClr val="accent5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3" name="Google Shape;1373;p38">
                  <a:extLst>
                    <a:ext uri="{FF2B5EF4-FFF2-40B4-BE49-F238E27FC236}">
                      <a16:creationId xmlns:a16="http://schemas.microsoft.com/office/drawing/2014/main" id="{739D7351-0DD2-CFC7-0FC4-1FA0AC916547}"/>
                    </a:ext>
                  </a:extLst>
                </p:cNvPr>
                <p:cNvSpPr/>
                <p:nvPr/>
              </p:nvSpPr>
              <p:spPr>
                <a:xfrm>
                  <a:off x="4279148" y="1146426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33254" y="33254"/>
                      </a:moveTo>
                      <a:cubicBezTo>
                        <a:pt x="25653" y="40854"/>
                        <a:pt x="13301" y="40854"/>
                        <a:pt x="5701" y="33254"/>
                      </a:cubicBezTo>
                      <a:cubicBezTo>
                        <a:pt x="-1900" y="25653"/>
                        <a:pt x="-1900" y="13301"/>
                        <a:pt x="5701" y="5701"/>
                      </a:cubicBezTo>
                      <a:cubicBezTo>
                        <a:pt x="13301" y="-1900"/>
                        <a:pt x="25653" y="-1900"/>
                        <a:pt x="33254" y="5701"/>
                      </a:cubicBezTo>
                      <a:cubicBezTo>
                        <a:pt x="40854" y="13301"/>
                        <a:pt x="40854" y="25653"/>
                        <a:pt x="33254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4" name="Google Shape;1374;p38">
                  <a:extLst>
                    <a:ext uri="{FF2B5EF4-FFF2-40B4-BE49-F238E27FC236}">
                      <a16:creationId xmlns:a16="http://schemas.microsoft.com/office/drawing/2014/main" id="{4733C558-86BA-DDD2-7DAE-EF5E246A4867}"/>
                    </a:ext>
                  </a:extLst>
                </p:cNvPr>
                <p:cNvSpPr/>
                <p:nvPr/>
              </p:nvSpPr>
              <p:spPr>
                <a:xfrm>
                  <a:off x="4687691" y="737969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33253" y="33254"/>
                      </a:moveTo>
                      <a:cubicBezTo>
                        <a:pt x="40854" y="25653"/>
                        <a:pt x="40854" y="13301"/>
                        <a:pt x="33253" y="5701"/>
                      </a:cubicBezTo>
                      <a:cubicBezTo>
                        <a:pt x="25653" y="-1900"/>
                        <a:pt x="13301" y="-1900"/>
                        <a:pt x="5700" y="5701"/>
                      </a:cubicBezTo>
                      <a:cubicBezTo>
                        <a:pt x="-1900" y="13301"/>
                        <a:pt x="-1900" y="25653"/>
                        <a:pt x="5700" y="33254"/>
                      </a:cubicBezTo>
                      <a:cubicBezTo>
                        <a:pt x="13301" y="40854"/>
                        <a:pt x="25653" y="40854"/>
                        <a:pt x="33253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5" name="Google Shape;1375;p38">
              <a:extLst>
                <a:ext uri="{FF2B5EF4-FFF2-40B4-BE49-F238E27FC236}">
                  <a16:creationId xmlns:a16="http://schemas.microsoft.com/office/drawing/2014/main" id="{5A8B2E64-C3F7-E5A7-ADD4-B32FC188B816}"/>
                </a:ext>
              </a:extLst>
            </p:cNvPr>
            <p:cNvSpPr/>
            <p:nvPr/>
          </p:nvSpPr>
          <p:spPr>
            <a:xfrm>
              <a:off x="4567978" y="1026799"/>
              <a:ext cx="199607" cy="199607"/>
            </a:xfrm>
            <a:custGeom>
              <a:avLst/>
              <a:gdLst/>
              <a:ahLst/>
              <a:cxnLst/>
              <a:rect l="l" t="t" r="r" b="b"/>
              <a:pathLst>
                <a:path w="199607" h="199607" extrusionOk="0">
                  <a:moveTo>
                    <a:pt x="199608" y="0"/>
                  </a:moveTo>
                  <a:lnTo>
                    <a:pt x="199608" y="199608"/>
                  </a:lnTo>
                  <a:lnTo>
                    <a:pt x="0" y="199608"/>
                  </a:lnTo>
                  <a:lnTo>
                    <a:pt x="1996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6" name="Google Shape;1376;p38">
              <a:extLst>
                <a:ext uri="{FF2B5EF4-FFF2-40B4-BE49-F238E27FC236}">
                  <a16:creationId xmlns:a16="http://schemas.microsoft.com/office/drawing/2014/main" id="{9FE8902F-2197-2BC5-6254-C1E2E37C6BFC}"/>
                </a:ext>
              </a:extLst>
            </p:cNvPr>
            <p:cNvSpPr/>
            <p:nvPr/>
          </p:nvSpPr>
          <p:spPr>
            <a:xfrm>
              <a:off x="3842533" y="34030"/>
              <a:ext cx="139837" cy="1192376"/>
            </a:xfrm>
            <a:custGeom>
              <a:avLst/>
              <a:gdLst/>
              <a:ahLst/>
              <a:cxnLst/>
              <a:rect l="l" t="t" r="r" b="b"/>
              <a:pathLst>
                <a:path w="139837" h="1192376" extrusionOk="0">
                  <a:moveTo>
                    <a:pt x="0" y="0"/>
                  </a:moveTo>
                  <a:lnTo>
                    <a:pt x="139838" y="0"/>
                  </a:lnTo>
                  <a:lnTo>
                    <a:pt x="139838" y="1192377"/>
                  </a:lnTo>
                  <a:lnTo>
                    <a:pt x="0" y="11923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7" name="Google Shape;1377;p38">
              <a:extLst>
                <a:ext uri="{FF2B5EF4-FFF2-40B4-BE49-F238E27FC236}">
                  <a16:creationId xmlns:a16="http://schemas.microsoft.com/office/drawing/2014/main" id="{5AF43CC9-F05E-0BE9-E198-50F94507EFBD}"/>
                </a:ext>
              </a:extLst>
            </p:cNvPr>
            <p:cNvSpPr/>
            <p:nvPr/>
          </p:nvSpPr>
          <p:spPr>
            <a:xfrm>
              <a:off x="3873628" y="116344"/>
              <a:ext cx="77735" cy="534474"/>
            </a:xfrm>
            <a:custGeom>
              <a:avLst/>
              <a:gdLst/>
              <a:ahLst/>
              <a:cxnLst/>
              <a:rect l="l" t="t" r="r" b="b"/>
              <a:pathLst>
                <a:path w="77735" h="534474" extrusionOk="0">
                  <a:moveTo>
                    <a:pt x="0" y="0"/>
                  </a:moveTo>
                  <a:lnTo>
                    <a:pt x="77736" y="0"/>
                  </a:lnTo>
                  <a:lnTo>
                    <a:pt x="77736" y="534475"/>
                  </a:lnTo>
                  <a:lnTo>
                    <a:pt x="0" y="534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51" name="Google Shape;1451;p38">
            <a:extLst>
              <a:ext uri="{FF2B5EF4-FFF2-40B4-BE49-F238E27FC236}">
                <a16:creationId xmlns:a16="http://schemas.microsoft.com/office/drawing/2014/main" id="{FCA0FA31-7F4C-24D0-B827-A7F82D775E2D}"/>
              </a:ext>
            </a:extLst>
          </p:cNvPr>
          <p:cNvGrpSpPr/>
          <p:nvPr/>
        </p:nvGrpSpPr>
        <p:grpSpPr>
          <a:xfrm rot="2021523">
            <a:off x="8110270" y="19616"/>
            <a:ext cx="180930" cy="1326127"/>
            <a:chOff x="4265846" y="1371340"/>
            <a:chExt cx="126709" cy="928680"/>
          </a:xfrm>
        </p:grpSpPr>
        <p:sp>
          <p:nvSpPr>
            <p:cNvPr id="1452" name="Google Shape;1452;p38">
              <a:extLst>
                <a:ext uri="{FF2B5EF4-FFF2-40B4-BE49-F238E27FC236}">
                  <a16:creationId xmlns:a16="http://schemas.microsoft.com/office/drawing/2014/main" id="{BFAC6C22-5ED9-D096-65E6-759E387A549F}"/>
                </a:ext>
              </a:extLst>
            </p:cNvPr>
            <p:cNvSpPr/>
            <p:nvPr/>
          </p:nvSpPr>
          <p:spPr>
            <a:xfrm>
              <a:off x="4289685" y="1944338"/>
              <a:ext cx="102870" cy="202457"/>
            </a:xfrm>
            <a:custGeom>
              <a:avLst/>
              <a:gdLst/>
              <a:ahLst/>
              <a:cxnLst/>
              <a:rect l="l" t="t" r="r" b="b"/>
              <a:pathLst>
                <a:path w="102870" h="202457" extrusionOk="0">
                  <a:moveTo>
                    <a:pt x="102870" y="86"/>
                  </a:moveTo>
                  <a:lnTo>
                    <a:pt x="102179" y="202458"/>
                  </a:lnTo>
                  <a:lnTo>
                    <a:pt x="0" y="202285"/>
                  </a:lnTo>
                  <a:lnTo>
                    <a:pt x="777" y="0"/>
                  </a:lnTo>
                  <a:lnTo>
                    <a:pt x="102870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3" name="Google Shape;1453;p38">
              <a:extLst>
                <a:ext uri="{FF2B5EF4-FFF2-40B4-BE49-F238E27FC236}">
                  <a16:creationId xmlns:a16="http://schemas.microsoft.com/office/drawing/2014/main" id="{F69291ED-2780-64A4-CDA1-EA5C585775E6}"/>
                </a:ext>
              </a:extLst>
            </p:cNvPr>
            <p:cNvSpPr/>
            <p:nvPr/>
          </p:nvSpPr>
          <p:spPr>
            <a:xfrm>
              <a:off x="4299791" y="1484834"/>
              <a:ext cx="85163" cy="459589"/>
            </a:xfrm>
            <a:custGeom>
              <a:avLst/>
              <a:gdLst/>
              <a:ahLst/>
              <a:cxnLst/>
              <a:rect l="l" t="t" r="r" b="b"/>
              <a:pathLst>
                <a:path w="85163" h="459589" extrusionOk="0">
                  <a:moveTo>
                    <a:pt x="85163" y="86"/>
                  </a:moveTo>
                  <a:lnTo>
                    <a:pt x="83436" y="459590"/>
                  </a:lnTo>
                  <a:lnTo>
                    <a:pt x="0" y="459503"/>
                  </a:lnTo>
                  <a:lnTo>
                    <a:pt x="1727" y="0"/>
                  </a:lnTo>
                  <a:lnTo>
                    <a:pt x="85163" y="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4" name="Google Shape;1454;p38">
              <a:extLst>
                <a:ext uri="{FF2B5EF4-FFF2-40B4-BE49-F238E27FC236}">
                  <a16:creationId xmlns:a16="http://schemas.microsoft.com/office/drawing/2014/main" id="{30230873-2808-6761-8377-3E9E163EF0A5}"/>
                </a:ext>
              </a:extLst>
            </p:cNvPr>
            <p:cNvSpPr/>
            <p:nvPr/>
          </p:nvSpPr>
          <p:spPr>
            <a:xfrm>
              <a:off x="4301432" y="2146623"/>
              <a:ext cx="78512" cy="124290"/>
            </a:xfrm>
            <a:custGeom>
              <a:avLst/>
              <a:gdLst/>
              <a:ahLst/>
              <a:cxnLst/>
              <a:rect l="l" t="t" r="r" b="b"/>
              <a:pathLst>
                <a:path w="78512" h="124290" extrusionOk="0">
                  <a:moveTo>
                    <a:pt x="0" y="41459"/>
                  </a:moveTo>
                  <a:lnTo>
                    <a:pt x="27466" y="124291"/>
                  </a:lnTo>
                  <a:lnTo>
                    <a:pt x="50269" y="124291"/>
                  </a:lnTo>
                  <a:lnTo>
                    <a:pt x="78340" y="41545"/>
                  </a:lnTo>
                  <a:lnTo>
                    <a:pt x="78513" y="86"/>
                  </a:lnTo>
                  <a:lnTo>
                    <a:pt x="173" y="0"/>
                  </a:lnTo>
                  <a:lnTo>
                    <a:pt x="0" y="4145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5" name="Google Shape;1455;p38">
              <a:extLst>
                <a:ext uri="{FF2B5EF4-FFF2-40B4-BE49-F238E27FC236}">
                  <a16:creationId xmlns:a16="http://schemas.microsoft.com/office/drawing/2014/main" id="{E626242D-4FAD-A3A2-EADA-6FA7B5B0AAF4}"/>
                </a:ext>
              </a:extLst>
            </p:cNvPr>
            <p:cNvSpPr/>
            <p:nvPr/>
          </p:nvSpPr>
          <p:spPr>
            <a:xfrm>
              <a:off x="4336759" y="2270913"/>
              <a:ext cx="6909" cy="29107"/>
            </a:xfrm>
            <a:custGeom>
              <a:avLst/>
              <a:gdLst/>
              <a:ahLst/>
              <a:cxnLst/>
              <a:rect l="l" t="t" r="r" b="b"/>
              <a:pathLst>
                <a:path w="6909" h="29107" extrusionOk="0">
                  <a:moveTo>
                    <a:pt x="6823" y="29108"/>
                  </a:moveTo>
                  <a:lnTo>
                    <a:pt x="6910" y="0"/>
                  </a:lnTo>
                  <a:lnTo>
                    <a:pt x="173" y="0"/>
                  </a:lnTo>
                  <a:lnTo>
                    <a:pt x="0" y="29108"/>
                  </a:lnTo>
                  <a:lnTo>
                    <a:pt x="6823" y="291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6" name="Google Shape;1456;p38">
              <a:extLst>
                <a:ext uri="{FF2B5EF4-FFF2-40B4-BE49-F238E27FC236}">
                  <a16:creationId xmlns:a16="http://schemas.microsoft.com/office/drawing/2014/main" id="{7FD2AE7A-82A4-75AE-7479-D482A999F1E3}"/>
                </a:ext>
              </a:extLst>
            </p:cNvPr>
            <p:cNvSpPr/>
            <p:nvPr/>
          </p:nvSpPr>
          <p:spPr>
            <a:xfrm>
              <a:off x="4313006" y="1443634"/>
              <a:ext cx="60633" cy="41286"/>
            </a:xfrm>
            <a:custGeom>
              <a:avLst/>
              <a:gdLst/>
              <a:ahLst/>
              <a:cxnLst/>
              <a:rect l="l" t="t" r="r" b="b"/>
              <a:pathLst>
                <a:path w="60633" h="41286" extrusionOk="0">
                  <a:moveTo>
                    <a:pt x="60634" y="86"/>
                  </a:moveTo>
                  <a:lnTo>
                    <a:pt x="60461" y="41286"/>
                  </a:lnTo>
                  <a:lnTo>
                    <a:pt x="0" y="41200"/>
                  </a:lnTo>
                  <a:lnTo>
                    <a:pt x="173" y="0"/>
                  </a:lnTo>
                  <a:lnTo>
                    <a:pt x="60634" y="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7" name="Google Shape;1457;p38">
              <a:extLst>
                <a:ext uri="{FF2B5EF4-FFF2-40B4-BE49-F238E27FC236}">
                  <a16:creationId xmlns:a16="http://schemas.microsoft.com/office/drawing/2014/main" id="{200B5D89-BD8C-3701-3CFB-4D8A1D8C4500}"/>
                </a:ext>
              </a:extLst>
            </p:cNvPr>
            <p:cNvSpPr/>
            <p:nvPr/>
          </p:nvSpPr>
          <p:spPr>
            <a:xfrm>
              <a:off x="4307564" y="1371340"/>
              <a:ext cx="71948" cy="72380"/>
            </a:xfrm>
            <a:custGeom>
              <a:avLst/>
              <a:gdLst/>
              <a:ahLst/>
              <a:cxnLst/>
              <a:rect l="l" t="t" r="r" b="b"/>
              <a:pathLst>
                <a:path w="71948" h="72380" extrusionOk="0">
                  <a:moveTo>
                    <a:pt x="71948" y="86"/>
                  </a:moveTo>
                  <a:lnTo>
                    <a:pt x="71689" y="72380"/>
                  </a:lnTo>
                  <a:lnTo>
                    <a:pt x="0" y="72294"/>
                  </a:lnTo>
                  <a:lnTo>
                    <a:pt x="259" y="0"/>
                  </a:lnTo>
                  <a:lnTo>
                    <a:pt x="71948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8" name="Google Shape;1458;p38">
              <a:extLst>
                <a:ext uri="{FF2B5EF4-FFF2-40B4-BE49-F238E27FC236}">
                  <a16:creationId xmlns:a16="http://schemas.microsoft.com/office/drawing/2014/main" id="{7A562E2C-B3F7-A04A-5427-F8955DF4D997}"/>
                </a:ext>
              </a:extLst>
            </p:cNvPr>
            <p:cNvSpPr/>
            <p:nvPr/>
          </p:nvSpPr>
          <p:spPr>
            <a:xfrm>
              <a:off x="4265846" y="1496581"/>
              <a:ext cx="35672" cy="247285"/>
            </a:xfrm>
            <a:custGeom>
              <a:avLst/>
              <a:gdLst/>
              <a:ahLst/>
              <a:cxnLst/>
              <a:rect l="l" t="t" r="r" b="b"/>
              <a:pathLst>
                <a:path w="35672" h="247285" extrusionOk="0">
                  <a:moveTo>
                    <a:pt x="0" y="247285"/>
                  </a:moveTo>
                  <a:lnTo>
                    <a:pt x="25307" y="247285"/>
                  </a:lnTo>
                  <a:lnTo>
                    <a:pt x="26085" y="38090"/>
                  </a:lnTo>
                  <a:lnTo>
                    <a:pt x="35499" y="38090"/>
                  </a:lnTo>
                  <a:lnTo>
                    <a:pt x="35672" y="86"/>
                  </a:lnTo>
                  <a:lnTo>
                    <a:pt x="26257" y="86"/>
                  </a:lnTo>
                  <a:lnTo>
                    <a:pt x="11488" y="0"/>
                  </a:lnTo>
                  <a:lnTo>
                    <a:pt x="950" y="0"/>
                  </a:lnTo>
                  <a:lnTo>
                    <a:pt x="0" y="24728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5F523AB-28C0-16EE-6675-FEB03DD41A62}"/>
              </a:ext>
            </a:extLst>
          </p:cNvPr>
          <p:cNvGrpSpPr/>
          <p:nvPr/>
        </p:nvGrpSpPr>
        <p:grpSpPr>
          <a:xfrm>
            <a:off x="336261" y="1007256"/>
            <a:ext cx="4185972" cy="988700"/>
            <a:chOff x="537726" y="1583050"/>
            <a:chExt cx="4185972" cy="988700"/>
          </a:xfrm>
        </p:grpSpPr>
        <p:sp>
          <p:nvSpPr>
            <p:cNvPr id="8" name="Speech Bubble: Rectangle 7">
              <a:extLst>
                <a:ext uri="{FF2B5EF4-FFF2-40B4-BE49-F238E27FC236}">
                  <a16:creationId xmlns:a16="http://schemas.microsoft.com/office/drawing/2014/main" id="{E4FD0634-BA92-0278-F608-2C9E8F7BDC35}"/>
                </a:ext>
              </a:extLst>
            </p:cNvPr>
            <p:cNvSpPr/>
            <p:nvPr/>
          </p:nvSpPr>
          <p:spPr>
            <a:xfrm>
              <a:off x="787666" y="1583050"/>
              <a:ext cx="3686093" cy="988700"/>
            </a:xfrm>
            <a:prstGeom prst="wedgeRectCallout">
              <a:avLst>
                <a:gd name="adj1" fmla="val -62728"/>
                <a:gd name="adj2" fmla="val 49490"/>
              </a:avLst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832C6F-C3A4-F525-0177-6FA981DB6EAC}"/>
                </a:ext>
              </a:extLst>
            </p:cNvPr>
            <p:cNvSpPr txBox="1"/>
            <p:nvPr/>
          </p:nvSpPr>
          <p:spPr>
            <a:xfrm>
              <a:off x="537726" y="1682292"/>
              <a:ext cx="4185972" cy="790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00" b="1" dirty="0">
                  <a:solidFill>
                    <a:schemeClr val="accent2">
                      <a:lumMod val="75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How to add or subtract rational numbers? </a:t>
              </a:r>
              <a:endParaRPr lang="en-US" sz="2200" dirty="0">
                <a:solidFill>
                  <a:schemeClr val="accent2">
                    <a:lumMod val="75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95CA31-5F94-0FC3-426E-C5760D59EDE3}"/>
              </a:ext>
            </a:extLst>
          </p:cNvPr>
          <p:cNvGrpSpPr/>
          <p:nvPr/>
        </p:nvGrpSpPr>
        <p:grpSpPr>
          <a:xfrm>
            <a:off x="4099866" y="2847431"/>
            <a:ext cx="3698833" cy="988700"/>
            <a:chOff x="774926" y="1583050"/>
            <a:chExt cx="3698833" cy="988700"/>
          </a:xfrm>
        </p:grpSpPr>
        <p:sp>
          <p:nvSpPr>
            <p:cNvPr id="13" name="Speech Bubble: Rectangle 12">
              <a:extLst>
                <a:ext uri="{FF2B5EF4-FFF2-40B4-BE49-F238E27FC236}">
                  <a16:creationId xmlns:a16="http://schemas.microsoft.com/office/drawing/2014/main" id="{1DD1A09D-0D0F-46FA-D06A-8959622F534C}"/>
                </a:ext>
              </a:extLst>
            </p:cNvPr>
            <p:cNvSpPr/>
            <p:nvPr/>
          </p:nvSpPr>
          <p:spPr>
            <a:xfrm>
              <a:off x="787666" y="1583050"/>
              <a:ext cx="3686093" cy="988700"/>
            </a:xfrm>
            <a:prstGeom prst="wedgeRectCallout">
              <a:avLst>
                <a:gd name="adj1" fmla="val -60678"/>
                <a:gd name="adj2" fmla="val 47961"/>
              </a:avLst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09F2E30-B862-5FDF-4155-B1ED6F5EE4ED}"/>
                </a:ext>
              </a:extLst>
            </p:cNvPr>
            <p:cNvSpPr txBox="1"/>
            <p:nvPr/>
          </p:nvSpPr>
          <p:spPr>
            <a:xfrm>
              <a:off x="774926" y="1706035"/>
              <a:ext cx="3686093" cy="790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00" b="1" dirty="0">
                  <a:solidFill>
                    <a:schemeClr val="accent2">
                      <a:lumMod val="75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There are a couple of ways to do that.  </a:t>
              </a:r>
              <a:endParaRPr lang="en-US" sz="2200" dirty="0">
                <a:solidFill>
                  <a:schemeClr val="accent2">
                    <a:lumMod val="75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C99F63A-2910-265E-5CEB-BFDA41B1B6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0" t="7652" r="3362" b="7652"/>
          <a:stretch/>
        </p:blipFill>
        <p:spPr>
          <a:xfrm>
            <a:off x="3695557" y="657839"/>
            <a:ext cx="5276520" cy="13919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A31A8CD-1E44-E4F9-E7E2-AA0666FE2031}"/>
              </a:ext>
            </a:extLst>
          </p:cNvPr>
          <p:cNvGrpSpPr/>
          <p:nvPr/>
        </p:nvGrpSpPr>
        <p:grpSpPr>
          <a:xfrm>
            <a:off x="-41747" y="93527"/>
            <a:ext cx="3060012" cy="605284"/>
            <a:chOff x="761738" y="404042"/>
            <a:chExt cx="1647930" cy="47707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AD0551C-174E-7F7C-3D94-A486D1775CD7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AABEE4-80F8-5528-87DB-826AE2505C26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5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Math corners</a:t>
              </a:r>
              <a:endParaRPr lang="en-US" sz="35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001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03 0.07345 L 0.00105 0.57438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" y="2503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A958B35A-90E3-D31A-D3CB-4F1398102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345" y="1505891"/>
            <a:ext cx="5771310" cy="31836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638" name="Google Shape;1638;p42"/>
          <p:cNvSpPr/>
          <p:nvPr/>
        </p:nvSpPr>
        <p:spPr>
          <a:xfrm rot="1701538">
            <a:off x="8071063" y="364734"/>
            <a:ext cx="520112" cy="15909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9" name="Google Shape;1639;p42"/>
          <p:cNvSpPr/>
          <p:nvPr/>
        </p:nvSpPr>
        <p:spPr>
          <a:xfrm rot="-1247444">
            <a:off x="7532279" y="387551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6613" y="678357"/>
            <a:ext cx="7636343" cy="79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Fill in the blanks to express the process of the following operations in words.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79CB0C-971A-E903-B1FE-451407850361}"/>
              </a:ext>
            </a:extLst>
          </p:cNvPr>
          <p:cNvSpPr txBox="1"/>
          <p:nvPr/>
        </p:nvSpPr>
        <p:spPr>
          <a:xfrm>
            <a:off x="2904809" y="2158433"/>
            <a:ext cx="10637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33A57D-1FB3-B682-6A41-3758BA0972F1}"/>
              </a:ext>
            </a:extLst>
          </p:cNvPr>
          <p:cNvSpPr txBox="1"/>
          <p:nvPr/>
        </p:nvSpPr>
        <p:spPr>
          <a:xfrm>
            <a:off x="2795357" y="2738196"/>
            <a:ext cx="129685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F95377-D089-DC85-1755-0F920EC34BE2}"/>
              </a:ext>
            </a:extLst>
          </p:cNvPr>
          <p:cNvSpPr txBox="1"/>
          <p:nvPr/>
        </p:nvSpPr>
        <p:spPr>
          <a:xfrm>
            <a:off x="3660971" y="3001960"/>
            <a:ext cx="19783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denominator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8130A8-ECCF-90E6-3661-C8068B3C527E}"/>
              </a:ext>
            </a:extLst>
          </p:cNvPr>
          <p:cNvSpPr txBox="1"/>
          <p:nvPr/>
        </p:nvSpPr>
        <p:spPr>
          <a:xfrm>
            <a:off x="2891220" y="3530102"/>
            <a:ext cx="10637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Multiply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86D64E-9D51-2AC2-5344-93DAD1DE52BF}"/>
              </a:ext>
            </a:extLst>
          </p:cNvPr>
          <p:cNvSpPr txBox="1"/>
          <p:nvPr/>
        </p:nvSpPr>
        <p:spPr>
          <a:xfrm>
            <a:off x="4028976" y="3537726"/>
            <a:ext cx="136882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9EC582-C267-6336-05D9-D74056117536}"/>
              </a:ext>
            </a:extLst>
          </p:cNvPr>
          <p:cNvSpPr txBox="1"/>
          <p:nvPr/>
        </p:nvSpPr>
        <p:spPr>
          <a:xfrm>
            <a:off x="5160304" y="3535981"/>
            <a:ext cx="19783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denominator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3C3140-0305-D1AD-0E22-8E1C542138B2}"/>
              </a:ext>
            </a:extLst>
          </p:cNvPr>
          <p:cNvSpPr txBox="1"/>
          <p:nvPr/>
        </p:nvSpPr>
        <p:spPr>
          <a:xfrm>
            <a:off x="4834422" y="4075870"/>
            <a:ext cx="19783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denominator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71E6AA7-4CE5-75DD-7C4E-BA48D9550E22}"/>
              </a:ext>
            </a:extLst>
          </p:cNvPr>
          <p:cNvGrpSpPr/>
          <p:nvPr/>
        </p:nvGrpSpPr>
        <p:grpSpPr>
          <a:xfrm>
            <a:off x="541995" y="2419935"/>
            <a:ext cx="6598996" cy="333730"/>
            <a:chOff x="1880433" y="1414957"/>
            <a:chExt cx="6598996" cy="333730"/>
          </a:xfrm>
        </p:grpSpPr>
        <p:sp>
          <p:nvSpPr>
            <p:cNvPr id="19" name="Speech Bubble: Rectangle 18">
              <a:extLst>
                <a:ext uri="{FF2B5EF4-FFF2-40B4-BE49-F238E27FC236}">
                  <a16:creationId xmlns:a16="http://schemas.microsoft.com/office/drawing/2014/main" id="{4049BFCB-ACB4-5FCB-550F-F53799E3E217}"/>
                </a:ext>
              </a:extLst>
            </p:cNvPr>
            <p:cNvSpPr/>
            <p:nvPr/>
          </p:nvSpPr>
          <p:spPr>
            <a:xfrm>
              <a:off x="1880433" y="1414957"/>
              <a:ext cx="6598996" cy="333730"/>
            </a:xfrm>
            <a:prstGeom prst="wedgeRectCallout">
              <a:avLst>
                <a:gd name="adj1" fmla="val -59990"/>
                <a:gd name="adj2" fmla="val 38936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D44A48B-1C71-5294-BDD0-1CE42928E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976" t="24147" r="6124" b="62535"/>
            <a:stretch>
              <a:fillRect/>
            </a:stretch>
          </p:blipFill>
          <p:spPr>
            <a:xfrm>
              <a:off x="1880433" y="1452275"/>
              <a:ext cx="6589238" cy="286591"/>
            </a:xfrm>
            <a:prstGeom prst="rect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06F26A5-C76C-377D-67D8-CEE1B3BB2B63}"/>
              </a:ext>
            </a:extLst>
          </p:cNvPr>
          <p:cNvGrpSpPr/>
          <p:nvPr/>
        </p:nvGrpSpPr>
        <p:grpSpPr>
          <a:xfrm>
            <a:off x="2904808" y="4082132"/>
            <a:ext cx="5981696" cy="1045666"/>
            <a:chOff x="1284266" y="2045158"/>
            <a:chExt cx="4984228" cy="871297"/>
          </a:xfrm>
        </p:grpSpPr>
        <p:sp>
          <p:nvSpPr>
            <p:cNvPr id="24" name="Speech Bubble: Rectangle 23">
              <a:extLst>
                <a:ext uri="{FF2B5EF4-FFF2-40B4-BE49-F238E27FC236}">
                  <a16:creationId xmlns:a16="http://schemas.microsoft.com/office/drawing/2014/main" id="{175071D2-5814-CE1B-C265-2FCDD5DF5DF0}"/>
                </a:ext>
              </a:extLst>
            </p:cNvPr>
            <p:cNvSpPr/>
            <p:nvPr/>
          </p:nvSpPr>
          <p:spPr>
            <a:xfrm>
              <a:off x="1284266" y="2055847"/>
              <a:ext cx="4984228" cy="860608"/>
            </a:xfrm>
            <a:prstGeom prst="wedgeRectCallout">
              <a:avLst>
                <a:gd name="adj1" fmla="val 55857"/>
                <a:gd name="adj2" fmla="val 42619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9A897F8-C8DD-3D48-8CC0-2C61E50B4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473" t="34963" r="5264" b="12076"/>
            <a:stretch>
              <a:fillRect/>
            </a:stretch>
          </p:blipFill>
          <p:spPr>
            <a:xfrm>
              <a:off x="1284266" y="2045158"/>
              <a:ext cx="4984228" cy="85854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0962894-ADD9-A245-A440-2A7560106F4B}"/>
              </a:ext>
            </a:extLst>
          </p:cNvPr>
          <p:cNvSpPr/>
          <p:nvPr/>
        </p:nvSpPr>
        <p:spPr>
          <a:xfrm rot="19694298">
            <a:off x="2429600" y="1821074"/>
            <a:ext cx="317090" cy="5591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587A59-92BC-B783-C34A-23E0C721DBF5}"/>
              </a:ext>
            </a:extLst>
          </p:cNvPr>
          <p:cNvSpPr/>
          <p:nvPr/>
        </p:nvSpPr>
        <p:spPr>
          <a:xfrm rot="16200000">
            <a:off x="3464283" y="1282785"/>
            <a:ext cx="393377" cy="149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67ADC3-2E4C-75F1-217E-D9FAC5440E31}"/>
              </a:ext>
            </a:extLst>
          </p:cNvPr>
          <p:cNvSpPr/>
          <p:nvPr/>
        </p:nvSpPr>
        <p:spPr>
          <a:xfrm rot="16200000">
            <a:off x="2291878" y="1820591"/>
            <a:ext cx="261503" cy="937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9C9A98-9575-D9CE-7112-3417F1E6BEBA}"/>
              </a:ext>
            </a:extLst>
          </p:cNvPr>
          <p:cNvSpPr/>
          <p:nvPr/>
        </p:nvSpPr>
        <p:spPr>
          <a:xfrm rot="16200000">
            <a:off x="3889249" y="1203731"/>
            <a:ext cx="261503" cy="2165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193D56-B3D9-D0F6-2D0D-CA29B05FE262}"/>
              </a:ext>
            </a:extLst>
          </p:cNvPr>
          <p:cNvSpPr/>
          <p:nvPr/>
        </p:nvSpPr>
        <p:spPr>
          <a:xfrm rot="20312552">
            <a:off x="2426400" y="2729510"/>
            <a:ext cx="333121" cy="661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D9E79-2193-7DCD-690E-B88ABA765323}"/>
              </a:ext>
            </a:extLst>
          </p:cNvPr>
          <p:cNvSpPr/>
          <p:nvPr/>
        </p:nvSpPr>
        <p:spPr>
          <a:xfrm rot="16200000">
            <a:off x="3482954" y="2151684"/>
            <a:ext cx="333729" cy="149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F455CD-1A58-AF2D-F335-D1CDB92A1E26}"/>
              </a:ext>
            </a:extLst>
          </p:cNvPr>
          <p:cNvSpPr/>
          <p:nvPr/>
        </p:nvSpPr>
        <p:spPr>
          <a:xfrm rot="16200000">
            <a:off x="2332430" y="3327944"/>
            <a:ext cx="167488" cy="624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BBDBA7-7DD7-7FC1-F38E-A0339B207434}"/>
              </a:ext>
            </a:extLst>
          </p:cNvPr>
          <p:cNvSpPr/>
          <p:nvPr/>
        </p:nvSpPr>
        <p:spPr>
          <a:xfrm rot="16200000">
            <a:off x="3958348" y="2006382"/>
            <a:ext cx="202831" cy="23370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F30E50-EC21-81FD-1F0D-5A3EF530CB66}"/>
              </a:ext>
            </a:extLst>
          </p:cNvPr>
          <p:cNvSpPr/>
          <p:nvPr/>
        </p:nvSpPr>
        <p:spPr>
          <a:xfrm>
            <a:off x="2120669" y="3030585"/>
            <a:ext cx="268570" cy="6933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3C0196-A679-C47E-B4D5-B80B2B9FDC4B}"/>
              </a:ext>
            </a:extLst>
          </p:cNvPr>
          <p:cNvSpPr/>
          <p:nvPr/>
        </p:nvSpPr>
        <p:spPr>
          <a:xfrm rot="16200000">
            <a:off x="4923170" y="1240163"/>
            <a:ext cx="333730" cy="44060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BC89C2-E7B8-BD4E-B28A-AF15783E8C15}"/>
              </a:ext>
            </a:extLst>
          </p:cNvPr>
          <p:cNvSpPr/>
          <p:nvPr/>
        </p:nvSpPr>
        <p:spPr>
          <a:xfrm>
            <a:off x="2458013" y="3023483"/>
            <a:ext cx="268570" cy="6933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3F7168-D0A2-945D-D3D3-0683A292EAE8}"/>
              </a:ext>
            </a:extLst>
          </p:cNvPr>
          <p:cNvSpPr/>
          <p:nvPr/>
        </p:nvSpPr>
        <p:spPr>
          <a:xfrm rot="16200000">
            <a:off x="4822559" y="1630193"/>
            <a:ext cx="553513" cy="44060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280157-96BD-31BF-FF8B-DD61EEC5E05E}"/>
              </a:ext>
            </a:extLst>
          </p:cNvPr>
          <p:cNvSpPr/>
          <p:nvPr/>
        </p:nvSpPr>
        <p:spPr>
          <a:xfrm rot="16200000">
            <a:off x="2200954" y="3028649"/>
            <a:ext cx="336008" cy="10546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E0C0CC-3C76-D1E0-1261-1122DF87C1CF}"/>
              </a:ext>
            </a:extLst>
          </p:cNvPr>
          <p:cNvSpPr/>
          <p:nvPr/>
        </p:nvSpPr>
        <p:spPr>
          <a:xfrm rot="16200000">
            <a:off x="4931324" y="2083784"/>
            <a:ext cx="356634" cy="44060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B34EED-4FDD-69E0-D609-D60AA6FDCBD5}"/>
              </a:ext>
            </a:extLst>
          </p:cNvPr>
          <p:cNvGrpSpPr/>
          <p:nvPr/>
        </p:nvGrpSpPr>
        <p:grpSpPr>
          <a:xfrm>
            <a:off x="-41747" y="52431"/>
            <a:ext cx="2837104" cy="605284"/>
            <a:chOff x="761738" y="404042"/>
            <a:chExt cx="1647930" cy="477070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ACE824E-220A-3805-C204-46DD489D288E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11EA45A-CCFD-E412-77A0-30E6A210B353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C. Writing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20" grpId="0" animBg="1"/>
      <p:bldP spid="20" grpId="1" animBg="1"/>
      <p:bldP spid="23" grpId="0" animBg="1"/>
      <p:bldP spid="23" grpId="1" animBg="1"/>
      <p:bldP spid="26" grpId="0" animBg="1"/>
      <p:bldP spid="26" grpId="1" animBg="1"/>
      <p:bldP spid="27" grpId="0" animBg="1"/>
      <p:bldP spid="27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>
          <a:extLst>
            <a:ext uri="{FF2B5EF4-FFF2-40B4-BE49-F238E27FC236}">
              <a16:creationId xmlns:a16="http://schemas.microsoft.com/office/drawing/2014/main" id="{2A2E332D-F487-0868-A5FC-EBE54F77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42">
            <a:extLst>
              <a:ext uri="{FF2B5EF4-FFF2-40B4-BE49-F238E27FC236}">
                <a16:creationId xmlns:a16="http://schemas.microsoft.com/office/drawing/2014/main" id="{4A3F38B9-1DC2-1914-698B-C3020F5F7368}"/>
              </a:ext>
            </a:extLst>
          </p:cNvPr>
          <p:cNvSpPr/>
          <p:nvPr/>
        </p:nvSpPr>
        <p:spPr>
          <a:xfrm rot="1701538">
            <a:off x="8071063" y="364734"/>
            <a:ext cx="520112" cy="15909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9" name="Google Shape;1639;p42">
            <a:extLst>
              <a:ext uri="{FF2B5EF4-FFF2-40B4-BE49-F238E27FC236}">
                <a16:creationId xmlns:a16="http://schemas.microsoft.com/office/drawing/2014/main" id="{A2118927-E853-B61A-0C55-5F94EA0A9B76}"/>
              </a:ext>
            </a:extLst>
          </p:cNvPr>
          <p:cNvSpPr/>
          <p:nvPr/>
        </p:nvSpPr>
        <p:spPr>
          <a:xfrm rot="-1247444">
            <a:off x="7532279" y="387551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9B5A73-144E-B517-3829-749ACCE9D4FD}"/>
              </a:ext>
            </a:extLst>
          </p:cNvPr>
          <p:cNvSpPr txBox="1"/>
          <p:nvPr/>
        </p:nvSpPr>
        <p:spPr>
          <a:xfrm>
            <a:off x="496613" y="678357"/>
            <a:ext cx="7636343" cy="79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Fill in the blanks to express the process of the following operations in words.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095C2D-5B62-9502-309D-4C47DE985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39" y="1576072"/>
            <a:ext cx="7065322" cy="31209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F12297D-FA5A-818A-0FC3-C17AE0EBABC2}"/>
              </a:ext>
            </a:extLst>
          </p:cNvPr>
          <p:cNvGrpSpPr/>
          <p:nvPr/>
        </p:nvGrpSpPr>
        <p:grpSpPr>
          <a:xfrm>
            <a:off x="2164825" y="1414957"/>
            <a:ext cx="6598996" cy="333730"/>
            <a:chOff x="1880433" y="1414957"/>
            <a:chExt cx="6598996" cy="333730"/>
          </a:xfrm>
        </p:grpSpPr>
        <p:sp>
          <p:nvSpPr>
            <p:cNvPr id="19" name="Speech Bubble: Rectangle 18">
              <a:extLst>
                <a:ext uri="{FF2B5EF4-FFF2-40B4-BE49-F238E27FC236}">
                  <a16:creationId xmlns:a16="http://schemas.microsoft.com/office/drawing/2014/main" id="{9C49AF91-261F-1BA2-F3A4-392542C19EE2}"/>
                </a:ext>
              </a:extLst>
            </p:cNvPr>
            <p:cNvSpPr/>
            <p:nvPr/>
          </p:nvSpPr>
          <p:spPr>
            <a:xfrm>
              <a:off x="1880433" y="1414957"/>
              <a:ext cx="6598996" cy="333730"/>
            </a:xfrm>
            <a:prstGeom prst="wedgeRectCallout">
              <a:avLst>
                <a:gd name="adj1" fmla="val 59796"/>
                <a:gd name="adj2" fmla="val 45729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97FBA82-F43A-55E4-367A-4B9596410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976" t="24147" r="6124" b="62535"/>
            <a:stretch>
              <a:fillRect/>
            </a:stretch>
          </p:blipFill>
          <p:spPr>
            <a:xfrm>
              <a:off x="1880433" y="1452275"/>
              <a:ext cx="6589238" cy="286591"/>
            </a:xfrm>
            <a:prstGeom prst="rect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D3577F-22A5-FD91-52D3-069B5219FD60}"/>
              </a:ext>
            </a:extLst>
          </p:cNvPr>
          <p:cNvGrpSpPr/>
          <p:nvPr/>
        </p:nvGrpSpPr>
        <p:grpSpPr>
          <a:xfrm>
            <a:off x="2730206" y="4047230"/>
            <a:ext cx="5981696" cy="1045666"/>
            <a:chOff x="1284266" y="2045158"/>
            <a:chExt cx="4984228" cy="871297"/>
          </a:xfrm>
        </p:grpSpPr>
        <p:sp>
          <p:nvSpPr>
            <p:cNvPr id="24" name="Speech Bubble: Rectangle 23">
              <a:extLst>
                <a:ext uri="{FF2B5EF4-FFF2-40B4-BE49-F238E27FC236}">
                  <a16:creationId xmlns:a16="http://schemas.microsoft.com/office/drawing/2014/main" id="{7584074B-E36C-6E22-D893-0DA95191C2A0}"/>
                </a:ext>
              </a:extLst>
            </p:cNvPr>
            <p:cNvSpPr/>
            <p:nvPr/>
          </p:nvSpPr>
          <p:spPr>
            <a:xfrm>
              <a:off x="1284266" y="2055847"/>
              <a:ext cx="4984228" cy="860608"/>
            </a:xfrm>
            <a:prstGeom prst="wedgeRectCallout">
              <a:avLst>
                <a:gd name="adj1" fmla="val 55857"/>
                <a:gd name="adj2" fmla="val 42619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9764790-8118-1B5D-2742-BBB54A7B6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473" t="34963" r="5264" b="12076"/>
            <a:stretch>
              <a:fillRect/>
            </a:stretch>
          </p:blipFill>
          <p:spPr>
            <a:xfrm>
              <a:off x="1284266" y="2045158"/>
              <a:ext cx="4984228" cy="85854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1E760DF-CE7B-7328-88C8-A70484CBBB3D}"/>
              </a:ext>
            </a:extLst>
          </p:cNvPr>
          <p:cNvSpPr txBox="1"/>
          <p:nvPr/>
        </p:nvSpPr>
        <p:spPr>
          <a:xfrm>
            <a:off x="2488620" y="1977667"/>
            <a:ext cx="4475806" cy="639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  <a:effectLst/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Convert -      into -0.75.</a:t>
            </a:r>
            <a:endParaRPr lang="en-US" b="1" dirty="0">
              <a:solidFill>
                <a:schemeClr val="bg1">
                  <a:lumMod val="10000"/>
                </a:schemeClr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  <a:effectLst/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Add -0.75 and 0.7, we obtain -0.05.</a:t>
            </a:r>
            <a:endParaRPr lang="en-US" b="1" dirty="0">
              <a:solidFill>
                <a:schemeClr val="bg1">
                  <a:lumMod val="10000"/>
                </a:schemeClr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FC767D-8D49-85AF-C15F-E257A9E7F5B1}"/>
              </a:ext>
            </a:extLst>
          </p:cNvPr>
          <p:cNvGrpSpPr/>
          <p:nvPr/>
        </p:nvGrpSpPr>
        <p:grpSpPr>
          <a:xfrm>
            <a:off x="3357378" y="1876079"/>
            <a:ext cx="265472" cy="536885"/>
            <a:chOff x="3458496" y="3068961"/>
            <a:chExt cx="265472" cy="53688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80E5DE1-CA19-787B-FB8D-C19545C60FB5}"/>
                </a:ext>
              </a:extLst>
            </p:cNvPr>
            <p:cNvSpPr txBox="1"/>
            <p:nvPr/>
          </p:nvSpPr>
          <p:spPr>
            <a:xfrm>
              <a:off x="3458497" y="3068961"/>
              <a:ext cx="265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B0023D-B6E8-8C8A-447F-43FB317C37B0}"/>
                </a:ext>
              </a:extLst>
            </p:cNvPr>
            <p:cNvSpPr txBox="1"/>
            <p:nvPr/>
          </p:nvSpPr>
          <p:spPr>
            <a:xfrm>
              <a:off x="3458496" y="3298069"/>
              <a:ext cx="265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0E4920E-0E8B-FB61-E080-CA02F7E14C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7FB4960-DB48-9818-629F-4BB76DED59DD}"/>
              </a:ext>
            </a:extLst>
          </p:cNvPr>
          <p:cNvSpPr txBox="1"/>
          <p:nvPr/>
        </p:nvSpPr>
        <p:spPr>
          <a:xfrm>
            <a:off x="2488620" y="2903339"/>
            <a:ext cx="4475806" cy="1638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  <a:effectLst/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Convert 0.4 into      .</a:t>
            </a:r>
            <a:endParaRPr lang="en-US" b="1" dirty="0">
              <a:solidFill>
                <a:schemeClr val="bg1">
                  <a:lumMod val="10000"/>
                </a:schemeClr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  <a:effectLst/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The common denominator is 30.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Multiply both N and D of       by 5, we obtain      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Multiply both N and D of       by 6, we obtain      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Add        and       , we obtain      .</a:t>
            </a:r>
            <a:endParaRPr lang="en-US" b="1" dirty="0">
              <a:solidFill>
                <a:schemeClr val="bg1">
                  <a:lumMod val="10000"/>
                </a:schemeClr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AC4066B-953F-ED1F-8B35-AAE02DF739B4}"/>
              </a:ext>
            </a:extLst>
          </p:cNvPr>
          <p:cNvGrpSpPr/>
          <p:nvPr/>
        </p:nvGrpSpPr>
        <p:grpSpPr>
          <a:xfrm>
            <a:off x="3861618" y="2790250"/>
            <a:ext cx="265472" cy="536885"/>
            <a:chOff x="3458496" y="3068961"/>
            <a:chExt cx="265472" cy="53688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13C2741-26FF-84D2-7095-882ED2FDB814}"/>
                </a:ext>
              </a:extLst>
            </p:cNvPr>
            <p:cNvSpPr txBox="1"/>
            <p:nvPr/>
          </p:nvSpPr>
          <p:spPr>
            <a:xfrm>
              <a:off x="3458497" y="3068961"/>
              <a:ext cx="265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5C26A43-834A-FBE8-732F-A65FA6DECED8}"/>
                </a:ext>
              </a:extLst>
            </p:cNvPr>
            <p:cNvSpPr txBox="1"/>
            <p:nvPr/>
          </p:nvSpPr>
          <p:spPr>
            <a:xfrm>
              <a:off x="3458496" y="3298069"/>
              <a:ext cx="265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E698240-CA8F-1532-5395-B157C010AE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1A6C9CC-3347-51A6-A454-AB4C44A61A56}"/>
              </a:ext>
            </a:extLst>
          </p:cNvPr>
          <p:cNvGrpSpPr/>
          <p:nvPr/>
        </p:nvGrpSpPr>
        <p:grpSpPr>
          <a:xfrm>
            <a:off x="4670842" y="3456178"/>
            <a:ext cx="265472" cy="536885"/>
            <a:chOff x="3458496" y="3068961"/>
            <a:chExt cx="265472" cy="53688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21D7FA-47F5-CDCE-55FE-72D50DAFAD72}"/>
                </a:ext>
              </a:extLst>
            </p:cNvPr>
            <p:cNvSpPr txBox="1"/>
            <p:nvPr/>
          </p:nvSpPr>
          <p:spPr>
            <a:xfrm>
              <a:off x="3458497" y="3068961"/>
              <a:ext cx="265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B57926A-A1D8-8E7A-7706-690EA4DF5199}"/>
                </a:ext>
              </a:extLst>
            </p:cNvPr>
            <p:cNvSpPr txBox="1"/>
            <p:nvPr/>
          </p:nvSpPr>
          <p:spPr>
            <a:xfrm>
              <a:off x="3458496" y="3298069"/>
              <a:ext cx="265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6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FA1D5FA-9868-404C-47EE-12A687140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460CC4C-5616-3B4E-0F2B-4BED8612E5AB}"/>
              </a:ext>
            </a:extLst>
          </p:cNvPr>
          <p:cNvGrpSpPr/>
          <p:nvPr/>
        </p:nvGrpSpPr>
        <p:grpSpPr>
          <a:xfrm>
            <a:off x="6270074" y="3451487"/>
            <a:ext cx="386252" cy="536885"/>
            <a:chOff x="3414252" y="3068961"/>
            <a:chExt cx="386252" cy="53688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F9C2DAD-0F81-D93E-D96C-38C2337928A8}"/>
                </a:ext>
              </a:extLst>
            </p:cNvPr>
            <p:cNvSpPr txBox="1"/>
            <p:nvPr/>
          </p:nvSpPr>
          <p:spPr>
            <a:xfrm>
              <a:off x="3458497" y="3068961"/>
              <a:ext cx="265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5E4187C-64C2-4E14-C8E2-43BDC6D1FDB3}"/>
                </a:ext>
              </a:extLst>
            </p:cNvPr>
            <p:cNvSpPr txBox="1"/>
            <p:nvPr/>
          </p:nvSpPr>
          <p:spPr>
            <a:xfrm>
              <a:off x="3414252" y="3298069"/>
              <a:ext cx="3862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30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6DB2142-F7DF-E089-2625-6935B4303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47C5B52-9077-0723-00F1-8100DF14209E}"/>
              </a:ext>
            </a:extLst>
          </p:cNvPr>
          <p:cNvGrpSpPr/>
          <p:nvPr/>
        </p:nvGrpSpPr>
        <p:grpSpPr>
          <a:xfrm>
            <a:off x="4751788" y="3799404"/>
            <a:ext cx="265472" cy="536885"/>
            <a:chOff x="3458496" y="3068961"/>
            <a:chExt cx="265472" cy="53688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C4DF4AE-9D8C-DAAF-A7F0-749DACE97753}"/>
                </a:ext>
              </a:extLst>
            </p:cNvPr>
            <p:cNvSpPr txBox="1"/>
            <p:nvPr/>
          </p:nvSpPr>
          <p:spPr>
            <a:xfrm>
              <a:off x="3458497" y="3068961"/>
              <a:ext cx="265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D36A223-D1D6-5575-EDD3-75A488B9AB06}"/>
                </a:ext>
              </a:extLst>
            </p:cNvPr>
            <p:cNvSpPr txBox="1"/>
            <p:nvPr/>
          </p:nvSpPr>
          <p:spPr>
            <a:xfrm>
              <a:off x="3458496" y="3298069"/>
              <a:ext cx="265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4FBD913-9518-AABB-854F-40603C02D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F3B3D9E-6DA8-1990-D3D6-599D0A4E3893}"/>
              </a:ext>
            </a:extLst>
          </p:cNvPr>
          <p:cNvGrpSpPr/>
          <p:nvPr/>
        </p:nvGrpSpPr>
        <p:grpSpPr>
          <a:xfrm>
            <a:off x="6277232" y="3836959"/>
            <a:ext cx="408373" cy="529511"/>
            <a:chOff x="3392131" y="3076335"/>
            <a:chExt cx="408373" cy="52951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05647FE-2AA7-54A7-930C-E3882665015E}"/>
                </a:ext>
              </a:extLst>
            </p:cNvPr>
            <p:cNvSpPr txBox="1"/>
            <p:nvPr/>
          </p:nvSpPr>
          <p:spPr>
            <a:xfrm>
              <a:off x="3392131" y="3076335"/>
              <a:ext cx="3862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12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92BFB5A-5899-E57F-E851-23C33F6BA0AE}"/>
                </a:ext>
              </a:extLst>
            </p:cNvPr>
            <p:cNvSpPr txBox="1"/>
            <p:nvPr/>
          </p:nvSpPr>
          <p:spPr>
            <a:xfrm>
              <a:off x="3414252" y="3298069"/>
              <a:ext cx="3862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30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42B8F3B-9BF0-5BD3-7C83-774005086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C8CC466-46A8-AF1E-2744-B034E9BE3B4B}"/>
              </a:ext>
            </a:extLst>
          </p:cNvPr>
          <p:cNvGrpSpPr/>
          <p:nvPr/>
        </p:nvGrpSpPr>
        <p:grpSpPr>
          <a:xfrm>
            <a:off x="2936952" y="4151754"/>
            <a:ext cx="386252" cy="536885"/>
            <a:chOff x="3414252" y="3068961"/>
            <a:chExt cx="386252" cy="536885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6DD7E48-5E2C-A841-77EA-B33C87ABF6B4}"/>
                </a:ext>
              </a:extLst>
            </p:cNvPr>
            <p:cNvSpPr txBox="1"/>
            <p:nvPr/>
          </p:nvSpPr>
          <p:spPr>
            <a:xfrm>
              <a:off x="3458497" y="3068961"/>
              <a:ext cx="265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55236E9-1F36-13EC-9C4B-F782CF23F589}"/>
                </a:ext>
              </a:extLst>
            </p:cNvPr>
            <p:cNvSpPr txBox="1"/>
            <p:nvPr/>
          </p:nvSpPr>
          <p:spPr>
            <a:xfrm>
              <a:off x="3414252" y="3298069"/>
              <a:ext cx="3862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30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935BF4-8653-F092-EFE6-4BA7AC3E5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E2EE3CC-2C6D-A467-EB50-EE431A4611FD}"/>
              </a:ext>
            </a:extLst>
          </p:cNvPr>
          <p:cNvGrpSpPr/>
          <p:nvPr/>
        </p:nvGrpSpPr>
        <p:grpSpPr>
          <a:xfrm>
            <a:off x="3622850" y="4158102"/>
            <a:ext cx="408373" cy="529511"/>
            <a:chOff x="3392131" y="3076335"/>
            <a:chExt cx="408373" cy="52951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1E35CF-8C7F-B911-586D-73E7352EACF3}"/>
                </a:ext>
              </a:extLst>
            </p:cNvPr>
            <p:cNvSpPr txBox="1"/>
            <p:nvPr/>
          </p:nvSpPr>
          <p:spPr>
            <a:xfrm>
              <a:off x="3392131" y="3076335"/>
              <a:ext cx="3862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8BD7DD3-A836-4E13-DC28-A91FFCE1B044}"/>
                </a:ext>
              </a:extLst>
            </p:cNvPr>
            <p:cNvSpPr txBox="1"/>
            <p:nvPr/>
          </p:nvSpPr>
          <p:spPr>
            <a:xfrm>
              <a:off x="3414252" y="3298069"/>
              <a:ext cx="3862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30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BEA540E-2ED5-7E33-F778-A2E7110F8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1855DEF-EE84-747F-8079-B270FF5B58C8}"/>
              </a:ext>
            </a:extLst>
          </p:cNvPr>
          <p:cNvGrpSpPr/>
          <p:nvPr/>
        </p:nvGrpSpPr>
        <p:grpSpPr>
          <a:xfrm>
            <a:off x="4860701" y="4147596"/>
            <a:ext cx="408373" cy="529511"/>
            <a:chOff x="3392131" y="3076335"/>
            <a:chExt cx="408373" cy="529511"/>
          </a:xfrm>
        </p:grpSpPr>
        <p:sp>
          <p:nvSpPr>
            <p:cNvPr id="1600" name="TextBox 1599">
              <a:extLst>
                <a:ext uri="{FF2B5EF4-FFF2-40B4-BE49-F238E27FC236}">
                  <a16:creationId xmlns:a16="http://schemas.microsoft.com/office/drawing/2014/main" id="{B6B26F4A-C9E4-EC28-59B0-C68A898391E9}"/>
                </a:ext>
              </a:extLst>
            </p:cNvPr>
            <p:cNvSpPr txBox="1"/>
            <p:nvPr/>
          </p:nvSpPr>
          <p:spPr>
            <a:xfrm>
              <a:off x="3392131" y="3076335"/>
              <a:ext cx="3862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17</a:t>
              </a:r>
            </a:p>
          </p:txBody>
        </p:sp>
        <p:sp>
          <p:nvSpPr>
            <p:cNvPr id="1601" name="TextBox 1600">
              <a:extLst>
                <a:ext uri="{FF2B5EF4-FFF2-40B4-BE49-F238E27FC236}">
                  <a16:creationId xmlns:a16="http://schemas.microsoft.com/office/drawing/2014/main" id="{8A44A5E2-C6CE-B216-AE28-ADA9C307D9E9}"/>
                </a:ext>
              </a:extLst>
            </p:cNvPr>
            <p:cNvSpPr txBox="1"/>
            <p:nvPr/>
          </p:nvSpPr>
          <p:spPr>
            <a:xfrm>
              <a:off x="3414252" y="3298069"/>
              <a:ext cx="3862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30</a:t>
              </a:r>
            </a:p>
          </p:txBody>
        </p:sp>
        <p:cxnSp>
          <p:nvCxnSpPr>
            <p:cNvPr id="1602" name="Straight Connector 1601">
              <a:extLst>
                <a:ext uri="{FF2B5EF4-FFF2-40B4-BE49-F238E27FC236}">
                  <a16:creationId xmlns:a16="http://schemas.microsoft.com/office/drawing/2014/main" id="{61CFB04A-2161-29B3-12CD-B15B2DCCEF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EE484A3D-7596-F8B5-7482-2728496282F4}"/>
              </a:ext>
            </a:extLst>
          </p:cNvPr>
          <p:cNvSpPr/>
          <p:nvPr/>
        </p:nvSpPr>
        <p:spPr>
          <a:xfrm>
            <a:off x="1925499" y="3264845"/>
            <a:ext cx="254075" cy="420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489B30E7-3CAC-2FE3-478A-3F9F4E78818F}"/>
              </a:ext>
            </a:extLst>
          </p:cNvPr>
          <p:cNvSpPr/>
          <p:nvPr/>
        </p:nvSpPr>
        <p:spPr>
          <a:xfrm>
            <a:off x="1509904" y="3687224"/>
            <a:ext cx="254075" cy="420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605" name="Rectangle 1604">
            <a:extLst>
              <a:ext uri="{FF2B5EF4-FFF2-40B4-BE49-F238E27FC236}">
                <a16:creationId xmlns:a16="http://schemas.microsoft.com/office/drawing/2014/main" id="{67428F68-FC07-9879-CD23-8AA271A4E682}"/>
              </a:ext>
            </a:extLst>
          </p:cNvPr>
          <p:cNvSpPr/>
          <p:nvPr/>
        </p:nvSpPr>
        <p:spPr>
          <a:xfrm>
            <a:off x="1926870" y="3695681"/>
            <a:ext cx="254075" cy="420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105D8292-6A04-B52A-C4B5-52DE3E4E5DED}"/>
              </a:ext>
            </a:extLst>
          </p:cNvPr>
          <p:cNvSpPr/>
          <p:nvPr/>
        </p:nvSpPr>
        <p:spPr>
          <a:xfrm>
            <a:off x="1518272" y="4121232"/>
            <a:ext cx="254075" cy="420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84E906F-E9F0-FACF-3E84-B7581F39064F}"/>
              </a:ext>
            </a:extLst>
          </p:cNvPr>
          <p:cNvGrpSpPr/>
          <p:nvPr/>
        </p:nvGrpSpPr>
        <p:grpSpPr>
          <a:xfrm>
            <a:off x="-41747" y="52431"/>
            <a:ext cx="2837104" cy="605284"/>
            <a:chOff x="761738" y="404042"/>
            <a:chExt cx="1647930" cy="47707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D88D95A-9E3F-155B-3429-56771AB330D0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EC3648-3A99-E88C-F400-F7D229B90DB7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C. Writing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925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" grpId="0" animBg="1"/>
      <p:bldP spid="1603" grpId="1" animBg="1"/>
      <p:bldP spid="1604" grpId="0" animBg="1"/>
      <p:bldP spid="1604" grpId="1" animBg="1"/>
      <p:bldP spid="1605" grpId="0" animBg="1"/>
      <p:bldP spid="1605" grpId="1" animBg="1"/>
      <p:bldP spid="160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/>
          <p:cNvSpPr/>
          <p:nvPr/>
        </p:nvSpPr>
        <p:spPr>
          <a:xfrm rot="1701538">
            <a:off x="8077998" y="642643"/>
            <a:ext cx="520112" cy="16323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/>
          <p:cNvSpPr/>
          <p:nvPr/>
        </p:nvSpPr>
        <p:spPr>
          <a:xfrm rot="-1247444">
            <a:off x="7810354" y="337197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181" y="679285"/>
            <a:ext cx="8377069" cy="79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 in pairs,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Ask and answer the following questions.</a:t>
            </a:r>
            <a:endParaRPr lang="en-US" sz="22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 descr="students talking to each other at school cartoon vector 21611929 Vector Art  at Vecteezy">
            <a:extLst>
              <a:ext uri="{FF2B5EF4-FFF2-40B4-BE49-F238E27FC236}">
                <a16:creationId xmlns:a16="http://schemas.microsoft.com/office/drawing/2014/main" id="{58AA4BCF-7CC8-9FB1-B06F-B95A342D5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93" y="2678659"/>
            <a:ext cx="2741538" cy="2098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12B93F8-BE61-7CA2-F16F-0199945CD64D}"/>
              </a:ext>
            </a:extLst>
          </p:cNvPr>
          <p:cNvGrpSpPr/>
          <p:nvPr/>
        </p:nvGrpSpPr>
        <p:grpSpPr>
          <a:xfrm>
            <a:off x="3677409" y="1561330"/>
            <a:ext cx="4120906" cy="2036112"/>
            <a:chOff x="3631175" y="1653159"/>
            <a:chExt cx="3256322" cy="1550580"/>
          </a:xfrm>
        </p:grpSpPr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E26507E8-32A2-E6F4-FB2A-8536AB683496}"/>
                </a:ext>
              </a:extLst>
            </p:cNvPr>
            <p:cNvSpPr/>
            <p:nvPr/>
          </p:nvSpPr>
          <p:spPr>
            <a:xfrm>
              <a:off x="3631175" y="1653159"/>
              <a:ext cx="3256322" cy="1550580"/>
            </a:xfrm>
            <a:prstGeom prst="wedgeRoundRectCallout">
              <a:avLst>
                <a:gd name="adj1" fmla="val -47743"/>
                <a:gd name="adj2" fmla="val 71536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826B602-1AD7-A461-B395-526F921A1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78290" y="1698771"/>
              <a:ext cx="2988902" cy="1459356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D7A90D1-5932-ED72-EC68-25B88418B413}"/>
              </a:ext>
            </a:extLst>
          </p:cNvPr>
          <p:cNvGrpSpPr/>
          <p:nvPr/>
        </p:nvGrpSpPr>
        <p:grpSpPr>
          <a:xfrm>
            <a:off x="-41747" y="52431"/>
            <a:ext cx="3010978" cy="605284"/>
            <a:chOff x="761738" y="404042"/>
            <a:chExt cx="1647930" cy="47707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0372024-1685-3CF0-FEB8-CED01F67EF66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CDFCB3-254F-9767-8715-D46F96E6669D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B. Speaking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18EE088F-5C00-D6CA-B93A-9A6D71B8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>
            <a:extLst>
              <a:ext uri="{FF2B5EF4-FFF2-40B4-BE49-F238E27FC236}">
                <a16:creationId xmlns:a16="http://schemas.microsoft.com/office/drawing/2014/main" id="{3C9AC57E-2EAF-34AB-7834-C8A5F2E1C2C5}"/>
              </a:ext>
            </a:extLst>
          </p:cNvPr>
          <p:cNvSpPr/>
          <p:nvPr/>
        </p:nvSpPr>
        <p:spPr>
          <a:xfrm rot="1701538">
            <a:off x="8077998" y="642643"/>
            <a:ext cx="520112" cy="16323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>
            <a:extLst>
              <a:ext uri="{FF2B5EF4-FFF2-40B4-BE49-F238E27FC236}">
                <a16:creationId xmlns:a16="http://schemas.microsoft.com/office/drawing/2014/main" id="{56D81EB6-B3EA-499B-B5A0-121741318A8B}"/>
              </a:ext>
            </a:extLst>
          </p:cNvPr>
          <p:cNvSpPr/>
          <p:nvPr/>
        </p:nvSpPr>
        <p:spPr>
          <a:xfrm rot="-1247444">
            <a:off x="7810354" y="337197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129A5-7E96-BC78-7B21-685C4BA27A10}"/>
              </a:ext>
            </a:extLst>
          </p:cNvPr>
          <p:cNvSpPr txBox="1"/>
          <p:nvPr/>
        </p:nvSpPr>
        <p:spPr>
          <a:xfrm>
            <a:off x="484181" y="679285"/>
            <a:ext cx="8377069" cy="79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 in pairs,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Ask and answer the following questions.</a:t>
            </a:r>
            <a:endParaRPr lang="en-US" sz="22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 descr="students talking to each other at school cartoon vector 21611929 Vector Art  at Vecteezy">
            <a:extLst>
              <a:ext uri="{FF2B5EF4-FFF2-40B4-BE49-F238E27FC236}">
                <a16:creationId xmlns:a16="http://schemas.microsoft.com/office/drawing/2014/main" id="{B63894DA-98FD-56CD-7860-1F18F0C1C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93" y="2678659"/>
            <a:ext cx="2741538" cy="2098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5C154A0-BDE1-418B-0E47-0637E73DB1D2}"/>
              </a:ext>
            </a:extLst>
          </p:cNvPr>
          <p:cNvGrpSpPr/>
          <p:nvPr/>
        </p:nvGrpSpPr>
        <p:grpSpPr>
          <a:xfrm>
            <a:off x="1181472" y="1781534"/>
            <a:ext cx="3256322" cy="790216"/>
            <a:chOff x="3631175" y="1653159"/>
            <a:chExt cx="3256322" cy="790216"/>
          </a:xfrm>
        </p:grpSpPr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D7393921-352E-AC23-BC1C-B574603E2852}"/>
                </a:ext>
              </a:extLst>
            </p:cNvPr>
            <p:cNvSpPr/>
            <p:nvPr/>
          </p:nvSpPr>
          <p:spPr>
            <a:xfrm>
              <a:off x="3631175" y="1653159"/>
              <a:ext cx="3256322" cy="790216"/>
            </a:xfrm>
            <a:prstGeom prst="wedgeRoundRectCallout">
              <a:avLst>
                <a:gd name="adj1" fmla="val -45422"/>
                <a:gd name="adj2" fmla="val 74405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17665B5-5160-4447-FED6-D5F51D45D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9111" b="78144"/>
            <a:stretch>
              <a:fillRect/>
            </a:stretch>
          </p:blipFill>
          <p:spPr>
            <a:xfrm>
              <a:off x="3678205" y="1827663"/>
              <a:ext cx="3156393" cy="425864"/>
            </a:xfrm>
            <a:prstGeom prst="rect">
              <a:avLst/>
            </a:prstGeom>
          </p:spPr>
        </p:pic>
      </p:grp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0CA1AB0-26EE-5BB0-5439-39DE2FE14084}"/>
              </a:ext>
            </a:extLst>
          </p:cNvPr>
          <p:cNvSpPr/>
          <p:nvPr/>
        </p:nvSpPr>
        <p:spPr>
          <a:xfrm>
            <a:off x="3439935" y="3229897"/>
            <a:ext cx="4831776" cy="790216"/>
          </a:xfrm>
          <a:prstGeom prst="wedgeRoundRectCallout">
            <a:avLst>
              <a:gd name="adj1" fmla="val -47811"/>
              <a:gd name="adj2" fmla="val 68806"/>
              <a:gd name="adj3" fmla="val 16667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Add 0.9 and 0.14, we </a:t>
            </a:r>
            <a:r>
              <a:rPr lang="en-US" sz="2200" b="1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obtain 1.04.</a:t>
            </a:r>
            <a:endParaRPr lang="en-US" sz="2200" dirty="0">
              <a:solidFill>
                <a:schemeClr val="bg1">
                  <a:lumMod val="10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7C8FC8-E908-5E65-3D92-09544F2558EC}"/>
              </a:ext>
            </a:extLst>
          </p:cNvPr>
          <p:cNvGrpSpPr/>
          <p:nvPr/>
        </p:nvGrpSpPr>
        <p:grpSpPr>
          <a:xfrm>
            <a:off x="-41747" y="52431"/>
            <a:ext cx="3010978" cy="605284"/>
            <a:chOff x="761738" y="404042"/>
            <a:chExt cx="1647930" cy="47707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CDB6D39-225A-7067-792B-D5C8FCA9F944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840520E-4BB4-E299-B5C0-39E724E0B6F4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B. Speaking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153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5A37E0E1-EE36-2C86-AD4C-2B37CFC8E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>
            <a:extLst>
              <a:ext uri="{FF2B5EF4-FFF2-40B4-BE49-F238E27FC236}">
                <a16:creationId xmlns:a16="http://schemas.microsoft.com/office/drawing/2014/main" id="{766E2EDD-0A20-79AF-A750-B8FC2049FA10}"/>
              </a:ext>
            </a:extLst>
          </p:cNvPr>
          <p:cNvSpPr/>
          <p:nvPr/>
        </p:nvSpPr>
        <p:spPr>
          <a:xfrm rot="1701538">
            <a:off x="8077998" y="642643"/>
            <a:ext cx="520112" cy="16323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>
            <a:extLst>
              <a:ext uri="{FF2B5EF4-FFF2-40B4-BE49-F238E27FC236}">
                <a16:creationId xmlns:a16="http://schemas.microsoft.com/office/drawing/2014/main" id="{E310C4D2-85EC-F2A6-C693-B34E807F22A5}"/>
              </a:ext>
            </a:extLst>
          </p:cNvPr>
          <p:cNvSpPr/>
          <p:nvPr/>
        </p:nvSpPr>
        <p:spPr>
          <a:xfrm rot="-1247444">
            <a:off x="7810354" y="337197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89BECF-F205-02D7-9440-531A52B23B69}"/>
              </a:ext>
            </a:extLst>
          </p:cNvPr>
          <p:cNvSpPr txBox="1"/>
          <p:nvPr/>
        </p:nvSpPr>
        <p:spPr>
          <a:xfrm>
            <a:off x="484181" y="679285"/>
            <a:ext cx="8377069" cy="79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 in pairs,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Ask and answer the following questions.</a:t>
            </a:r>
            <a:endParaRPr lang="en-US" sz="22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 descr="students talking to each other at school cartoon vector 21611929 Vector Art  at Vecteezy">
            <a:extLst>
              <a:ext uri="{FF2B5EF4-FFF2-40B4-BE49-F238E27FC236}">
                <a16:creationId xmlns:a16="http://schemas.microsoft.com/office/drawing/2014/main" id="{F0A010A8-5079-6176-EEDD-3723418EF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93" y="2678659"/>
            <a:ext cx="2741538" cy="2098990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8DFFDF6-9B6C-F242-DC87-7BBFB1E7BC02}"/>
              </a:ext>
            </a:extLst>
          </p:cNvPr>
          <p:cNvSpPr/>
          <p:nvPr/>
        </p:nvSpPr>
        <p:spPr>
          <a:xfrm>
            <a:off x="3535799" y="3038167"/>
            <a:ext cx="5006622" cy="1201993"/>
          </a:xfrm>
          <a:prstGeom prst="wedgeRoundRectCallout">
            <a:avLst>
              <a:gd name="adj1" fmla="val -47811"/>
              <a:gd name="adj2" fmla="val 68806"/>
              <a:gd name="adj3" fmla="val 16667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Subtract numerator 4 from 6 and keep denominator 15, the answer is       .</a:t>
            </a:r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7702CD5-0C89-9AF7-982D-0128E4DBDF0F}"/>
              </a:ext>
            </a:extLst>
          </p:cNvPr>
          <p:cNvGrpSpPr/>
          <p:nvPr/>
        </p:nvGrpSpPr>
        <p:grpSpPr>
          <a:xfrm>
            <a:off x="1058676" y="1781534"/>
            <a:ext cx="3256322" cy="790216"/>
            <a:chOff x="1058676" y="1781534"/>
            <a:chExt cx="3256322" cy="790216"/>
          </a:xfrm>
        </p:grpSpPr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B49CB4C6-C47B-C75E-C0AB-642F1A15A073}"/>
                </a:ext>
              </a:extLst>
            </p:cNvPr>
            <p:cNvSpPr/>
            <p:nvPr/>
          </p:nvSpPr>
          <p:spPr>
            <a:xfrm>
              <a:off x="1058676" y="1781534"/>
              <a:ext cx="3256322" cy="790216"/>
            </a:xfrm>
            <a:prstGeom prst="wedgeRoundRectCallout">
              <a:avLst>
                <a:gd name="adj1" fmla="val -45422"/>
                <a:gd name="adj2" fmla="val 74405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8A83987-6C1D-12CC-EF0B-1E30E1214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38" t="21984" r="10129" b="50777"/>
            <a:stretch>
              <a:fillRect/>
            </a:stretch>
          </p:blipFill>
          <p:spPr>
            <a:xfrm>
              <a:off x="1135625" y="1932244"/>
              <a:ext cx="3111531" cy="495961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C38F92-5646-9AEB-40C7-C47174FC5EA1}"/>
              </a:ext>
            </a:extLst>
          </p:cNvPr>
          <p:cNvGrpSpPr/>
          <p:nvPr/>
        </p:nvGrpSpPr>
        <p:grpSpPr>
          <a:xfrm>
            <a:off x="7568781" y="3539788"/>
            <a:ext cx="501658" cy="627872"/>
            <a:chOff x="3357383" y="3023619"/>
            <a:chExt cx="501658" cy="62787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471318B-4A84-24BF-126D-F6D23A6BB1D7}"/>
                </a:ext>
              </a:extLst>
            </p:cNvPr>
            <p:cNvSpPr txBox="1"/>
            <p:nvPr/>
          </p:nvSpPr>
          <p:spPr>
            <a:xfrm>
              <a:off x="3443383" y="3023619"/>
              <a:ext cx="3270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43EF0F-10EC-FB0D-082D-20ACA00F5880}"/>
                </a:ext>
              </a:extLst>
            </p:cNvPr>
            <p:cNvSpPr txBox="1"/>
            <p:nvPr/>
          </p:nvSpPr>
          <p:spPr>
            <a:xfrm>
              <a:off x="3357383" y="3282159"/>
              <a:ext cx="5016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15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7B4152A-5FA5-4B67-48EF-B8ACB9DA6A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4199592-2BA7-6F01-7690-48964D56949E}"/>
              </a:ext>
            </a:extLst>
          </p:cNvPr>
          <p:cNvGrpSpPr/>
          <p:nvPr/>
        </p:nvGrpSpPr>
        <p:grpSpPr>
          <a:xfrm>
            <a:off x="-41747" y="52431"/>
            <a:ext cx="3010978" cy="605284"/>
            <a:chOff x="761738" y="404042"/>
            <a:chExt cx="1647930" cy="47707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29C593D-0D76-6E48-D2F4-162E0E4C7689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78410E-804E-3A65-6F7B-810C0D9BF8DC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B. Speaking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420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8C859A75-E013-2ECB-62B8-A882A3DE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>
            <a:extLst>
              <a:ext uri="{FF2B5EF4-FFF2-40B4-BE49-F238E27FC236}">
                <a16:creationId xmlns:a16="http://schemas.microsoft.com/office/drawing/2014/main" id="{EC87E9BA-47FF-F965-446B-5A3DF06EDAC1}"/>
              </a:ext>
            </a:extLst>
          </p:cNvPr>
          <p:cNvSpPr/>
          <p:nvPr/>
        </p:nvSpPr>
        <p:spPr>
          <a:xfrm rot="1701538">
            <a:off x="8077998" y="642643"/>
            <a:ext cx="520112" cy="16323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>
            <a:extLst>
              <a:ext uri="{FF2B5EF4-FFF2-40B4-BE49-F238E27FC236}">
                <a16:creationId xmlns:a16="http://schemas.microsoft.com/office/drawing/2014/main" id="{83E22B1B-60D8-0724-5637-E0E601EE7AD2}"/>
              </a:ext>
            </a:extLst>
          </p:cNvPr>
          <p:cNvSpPr/>
          <p:nvPr/>
        </p:nvSpPr>
        <p:spPr>
          <a:xfrm rot="-1247444">
            <a:off x="7810354" y="337197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841B6-BCDD-A5CC-AC53-E654580CFE80}"/>
              </a:ext>
            </a:extLst>
          </p:cNvPr>
          <p:cNvSpPr txBox="1"/>
          <p:nvPr/>
        </p:nvSpPr>
        <p:spPr>
          <a:xfrm>
            <a:off x="484181" y="679285"/>
            <a:ext cx="8377069" cy="79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 in pairs,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Ask and answer the following questions.</a:t>
            </a:r>
            <a:endParaRPr lang="en-US" sz="22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 descr="students talking to each other at school cartoon vector 21611929 Vector Art  at Vecteezy">
            <a:extLst>
              <a:ext uri="{FF2B5EF4-FFF2-40B4-BE49-F238E27FC236}">
                <a16:creationId xmlns:a16="http://schemas.microsoft.com/office/drawing/2014/main" id="{4F64AD9F-874F-8EBC-76FC-16EBB7FA0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93" y="2678659"/>
            <a:ext cx="2741538" cy="2098990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ACB4023-9E24-F37C-1875-AC647A04FED9}"/>
              </a:ext>
            </a:extLst>
          </p:cNvPr>
          <p:cNvSpPr/>
          <p:nvPr/>
        </p:nvSpPr>
        <p:spPr>
          <a:xfrm>
            <a:off x="3649961" y="2488841"/>
            <a:ext cx="4955708" cy="2098990"/>
          </a:xfrm>
          <a:prstGeom prst="wedgeRoundRectCallout">
            <a:avLst>
              <a:gd name="adj1" fmla="val -57723"/>
              <a:gd name="adj2" fmla="val 44568"/>
              <a:gd name="adj3" fmla="val 16667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The common denominator is 24.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Multiply both numerator and denominator of       by 4 and      by 3,    we obtain         and          . 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Add the numerator 20 and 9, keep the denominator 24, the answer is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B090C2C-CA3E-E8E3-F89F-F3BC1DAAEDFB}"/>
              </a:ext>
            </a:extLst>
          </p:cNvPr>
          <p:cNvGrpSpPr/>
          <p:nvPr/>
        </p:nvGrpSpPr>
        <p:grpSpPr>
          <a:xfrm>
            <a:off x="5823571" y="3070054"/>
            <a:ext cx="501658" cy="627872"/>
            <a:chOff x="3372497" y="3023619"/>
            <a:chExt cx="501658" cy="62787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7EBD47-3E48-C4F2-808E-C6D5AF98F051}"/>
                </a:ext>
              </a:extLst>
            </p:cNvPr>
            <p:cNvSpPr txBox="1"/>
            <p:nvPr/>
          </p:nvSpPr>
          <p:spPr>
            <a:xfrm>
              <a:off x="3443383" y="3023619"/>
              <a:ext cx="3270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57C9DA8-2ED6-1B4E-5979-CE7A5BAADE97}"/>
                </a:ext>
              </a:extLst>
            </p:cNvPr>
            <p:cNvSpPr txBox="1"/>
            <p:nvPr/>
          </p:nvSpPr>
          <p:spPr>
            <a:xfrm>
              <a:off x="3372497" y="3282159"/>
              <a:ext cx="5016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6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FF31EC5-7CC6-9F38-FB50-279AA7643F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861982-1FAA-3A9A-EBE3-7B2536394D16}"/>
              </a:ext>
            </a:extLst>
          </p:cNvPr>
          <p:cNvGrpSpPr/>
          <p:nvPr/>
        </p:nvGrpSpPr>
        <p:grpSpPr>
          <a:xfrm>
            <a:off x="892421" y="1619873"/>
            <a:ext cx="3256322" cy="790216"/>
            <a:chOff x="1058676" y="1781534"/>
            <a:chExt cx="3256322" cy="790216"/>
          </a:xfrm>
        </p:grpSpPr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855B778D-D94C-6D74-DA78-268CAFC99577}"/>
                </a:ext>
              </a:extLst>
            </p:cNvPr>
            <p:cNvSpPr/>
            <p:nvPr/>
          </p:nvSpPr>
          <p:spPr>
            <a:xfrm>
              <a:off x="1058676" y="1781534"/>
              <a:ext cx="3256322" cy="790216"/>
            </a:xfrm>
            <a:prstGeom prst="wedgeRoundRectCallout">
              <a:avLst>
                <a:gd name="adj1" fmla="val -45422"/>
                <a:gd name="adj2" fmla="val 74405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64727DB-AD11-4238-F66C-263FB0A58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10" t="49819" r="23453" b="24807"/>
            <a:stretch>
              <a:fillRect/>
            </a:stretch>
          </p:blipFill>
          <p:spPr>
            <a:xfrm>
              <a:off x="1209123" y="1942246"/>
              <a:ext cx="2934071" cy="50623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ADDD13-2B16-9F8A-737B-440717727017}"/>
              </a:ext>
            </a:extLst>
          </p:cNvPr>
          <p:cNvGrpSpPr/>
          <p:nvPr/>
        </p:nvGrpSpPr>
        <p:grpSpPr>
          <a:xfrm>
            <a:off x="7162744" y="3095266"/>
            <a:ext cx="501658" cy="627872"/>
            <a:chOff x="3372497" y="3023619"/>
            <a:chExt cx="501658" cy="62787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1A8B6A-3978-50C4-06C5-294E735B1E31}"/>
                </a:ext>
              </a:extLst>
            </p:cNvPr>
            <p:cNvSpPr txBox="1"/>
            <p:nvPr/>
          </p:nvSpPr>
          <p:spPr>
            <a:xfrm>
              <a:off x="3443383" y="3023619"/>
              <a:ext cx="3270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4020480-6804-DF19-DB45-601AE39C7666}"/>
                </a:ext>
              </a:extLst>
            </p:cNvPr>
            <p:cNvSpPr txBox="1"/>
            <p:nvPr/>
          </p:nvSpPr>
          <p:spPr>
            <a:xfrm>
              <a:off x="3372497" y="3282159"/>
              <a:ext cx="5016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8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11E29D-425A-77E4-AA95-FDF0D24F0A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EE3691A-76F9-6EDC-1635-1910FE58D235}"/>
              </a:ext>
            </a:extLst>
          </p:cNvPr>
          <p:cNvGrpSpPr/>
          <p:nvPr/>
        </p:nvGrpSpPr>
        <p:grpSpPr>
          <a:xfrm>
            <a:off x="5196820" y="3409202"/>
            <a:ext cx="558737" cy="627872"/>
            <a:chOff x="3304483" y="3023619"/>
            <a:chExt cx="558737" cy="62787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2BB384F-1E6C-3B93-5E51-CA24F2B0E804}"/>
                </a:ext>
              </a:extLst>
            </p:cNvPr>
            <p:cNvSpPr txBox="1"/>
            <p:nvPr/>
          </p:nvSpPr>
          <p:spPr>
            <a:xfrm>
              <a:off x="3375369" y="3023619"/>
              <a:ext cx="475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A34E69-102E-8C8E-7D74-0CCE76F886D4}"/>
                </a:ext>
              </a:extLst>
            </p:cNvPr>
            <p:cNvSpPr txBox="1"/>
            <p:nvPr/>
          </p:nvSpPr>
          <p:spPr>
            <a:xfrm>
              <a:off x="3304483" y="3282159"/>
              <a:ext cx="558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24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5E9B9B9-2A7B-E653-50A8-4E9FCCD70F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304FA05-D73F-2248-AA68-3674082E4C25}"/>
              </a:ext>
            </a:extLst>
          </p:cNvPr>
          <p:cNvGrpSpPr/>
          <p:nvPr/>
        </p:nvGrpSpPr>
        <p:grpSpPr>
          <a:xfrm>
            <a:off x="6297500" y="3393214"/>
            <a:ext cx="558737" cy="627872"/>
            <a:chOff x="3304483" y="3023619"/>
            <a:chExt cx="558737" cy="62787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329600F-4960-480B-7DDE-B7DB3648EDF7}"/>
                </a:ext>
              </a:extLst>
            </p:cNvPr>
            <p:cNvSpPr txBox="1"/>
            <p:nvPr/>
          </p:nvSpPr>
          <p:spPr>
            <a:xfrm>
              <a:off x="3375369" y="3023619"/>
              <a:ext cx="475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9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8FFB96-68D1-F621-6A1B-EEADE9433923}"/>
                </a:ext>
              </a:extLst>
            </p:cNvPr>
            <p:cNvSpPr txBox="1"/>
            <p:nvPr/>
          </p:nvSpPr>
          <p:spPr>
            <a:xfrm>
              <a:off x="3304483" y="3282159"/>
              <a:ext cx="558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24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1C5F1D9-2EE9-E078-E994-5807FDA07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714CA8A-BEBB-2387-70DE-FAC9AE8073D2}"/>
              </a:ext>
            </a:extLst>
          </p:cNvPr>
          <p:cNvGrpSpPr/>
          <p:nvPr/>
        </p:nvGrpSpPr>
        <p:grpSpPr>
          <a:xfrm>
            <a:off x="7302416" y="4041252"/>
            <a:ext cx="569167" cy="627872"/>
            <a:chOff x="3304483" y="3023619"/>
            <a:chExt cx="569167" cy="62787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FF53E00-B764-2236-1608-C3A332FDD9A6}"/>
                </a:ext>
              </a:extLst>
            </p:cNvPr>
            <p:cNvSpPr txBox="1"/>
            <p:nvPr/>
          </p:nvSpPr>
          <p:spPr>
            <a:xfrm>
              <a:off x="3314913" y="3023619"/>
              <a:ext cx="558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29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DE4DCA2-FF9D-8842-9E96-35FED5E0B64F}"/>
                </a:ext>
              </a:extLst>
            </p:cNvPr>
            <p:cNvSpPr txBox="1"/>
            <p:nvPr/>
          </p:nvSpPr>
          <p:spPr>
            <a:xfrm>
              <a:off x="3304483" y="3282159"/>
              <a:ext cx="558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24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221E5BC-B94B-9AFB-7334-A7F41ACA38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4E4E48C-0FFE-CE9E-6335-1CC564C29644}"/>
              </a:ext>
            </a:extLst>
          </p:cNvPr>
          <p:cNvGrpSpPr/>
          <p:nvPr/>
        </p:nvGrpSpPr>
        <p:grpSpPr>
          <a:xfrm>
            <a:off x="-41747" y="52431"/>
            <a:ext cx="3010978" cy="605284"/>
            <a:chOff x="761738" y="404042"/>
            <a:chExt cx="1647930" cy="47707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EEFA9FD-3615-B991-9CFE-2A2D8A9F12C0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FBA2EF-A54B-8E71-0834-F10490B7E2E1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B. Speaking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64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1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1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765CB36D-BC1B-F809-6EE3-6F26C85C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>
            <a:extLst>
              <a:ext uri="{FF2B5EF4-FFF2-40B4-BE49-F238E27FC236}">
                <a16:creationId xmlns:a16="http://schemas.microsoft.com/office/drawing/2014/main" id="{6487511F-0F83-B4CE-BD1F-13AD97C7A04D}"/>
              </a:ext>
            </a:extLst>
          </p:cNvPr>
          <p:cNvSpPr/>
          <p:nvPr/>
        </p:nvSpPr>
        <p:spPr>
          <a:xfrm rot="1701538">
            <a:off x="8077998" y="642643"/>
            <a:ext cx="520112" cy="16323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>
            <a:extLst>
              <a:ext uri="{FF2B5EF4-FFF2-40B4-BE49-F238E27FC236}">
                <a16:creationId xmlns:a16="http://schemas.microsoft.com/office/drawing/2014/main" id="{D3E82F8F-DBD1-44A9-36EA-322A044BEFE2}"/>
              </a:ext>
            </a:extLst>
          </p:cNvPr>
          <p:cNvSpPr/>
          <p:nvPr/>
        </p:nvSpPr>
        <p:spPr>
          <a:xfrm rot="-1247444">
            <a:off x="7810354" y="337197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740F4-398A-BEE7-876E-08E41D68A116}"/>
              </a:ext>
            </a:extLst>
          </p:cNvPr>
          <p:cNvSpPr txBox="1"/>
          <p:nvPr/>
        </p:nvSpPr>
        <p:spPr>
          <a:xfrm>
            <a:off x="484181" y="679285"/>
            <a:ext cx="8377069" cy="79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 in pairs,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Ask and answer the following questions.</a:t>
            </a:r>
            <a:endParaRPr lang="en-US" sz="22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 descr="students talking to each other at school cartoon vector 21611929 Vector Art  at Vecteezy">
            <a:extLst>
              <a:ext uri="{FF2B5EF4-FFF2-40B4-BE49-F238E27FC236}">
                <a16:creationId xmlns:a16="http://schemas.microsoft.com/office/drawing/2014/main" id="{D432E526-BE3E-37A1-31AB-A40352AFA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93" y="2678659"/>
            <a:ext cx="2741538" cy="2098990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24CF5FAA-A149-6B47-4C40-1C918D391BE3}"/>
              </a:ext>
            </a:extLst>
          </p:cNvPr>
          <p:cNvSpPr/>
          <p:nvPr/>
        </p:nvSpPr>
        <p:spPr>
          <a:xfrm>
            <a:off x="3649961" y="2678659"/>
            <a:ext cx="4504069" cy="1643959"/>
          </a:xfrm>
          <a:prstGeom prst="wedgeRoundRectCallout">
            <a:avLst>
              <a:gd name="adj1" fmla="val -57723"/>
              <a:gd name="adj2" fmla="val 44568"/>
              <a:gd name="adj3" fmla="val 16667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Convert 0.25 into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Subtract 1 from 3 and keep the denominator 24, we obtain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The simplest form of      is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53ECDD-EB4F-0235-C629-2DB825731197}"/>
              </a:ext>
            </a:extLst>
          </p:cNvPr>
          <p:cNvGrpSpPr/>
          <p:nvPr/>
        </p:nvGrpSpPr>
        <p:grpSpPr>
          <a:xfrm>
            <a:off x="5919758" y="2677037"/>
            <a:ext cx="501658" cy="627872"/>
            <a:chOff x="3372497" y="3023619"/>
            <a:chExt cx="501658" cy="62787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1155ED-670C-CFB1-B3E2-FB55E231DBC5}"/>
                </a:ext>
              </a:extLst>
            </p:cNvPr>
            <p:cNvSpPr txBox="1"/>
            <p:nvPr/>
          </p:nvSpPr>
          <p:spPr>
            <a:xfrm>
              <a:off x="3443383" y="3023619"/>
              <a:ext cx="3270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AC03C4-8409-3B75-5EED-ACFDC7C29582}"/>
                </a:ext>
              </a:extLst>
            </p:cNvPr>
            <p:cNvSpPr txBox="1"/>
            <p:nvPr/>
          </p:nvSpPr>
          <p:spPr>
            <a:xfrm>
              <a:off x="3372497" y="3282159"/>
              <a:ext cx="5016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4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78C6204-5CDD-A1A5-1CAF-2AA1402212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845179A-AD8A-D35F-3A90-52A8E7AFD51B}"/>
              </a:ext>
            </a:extLst>
          </p:cNvPr>
          <p:cNvGrpSpPr/>
          <p:nvPr/>
        </p:nvGrpSpPr>
        <p:grpSpPr>
          <a:xfrm>
            <a:off x="6981147" y="3383990"/>
            <a:ext cx="558737" cy="627872"/>
            <a:chOff x="3372496" y="3023619"/>
            <a:chExt cx="558737" cy="62787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CD31AF-11D9-542B-E893-30C0643FA7B0}"/>
                </a:ext>
              </a:extLst>
            </p:cNvPr>
            <p:cNvSpPr txBox="1"/>
            <p:nvPr/>
          </p:nvSpPr>
          <p:spPr>
            <a:xfrm>
              <a:off x="3443382" y="3023619"/>
              <a:ext cx="475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1D9E4B8-4879-BEBA-C3D6-F216E31DEF05}"/>
                </a:ext>
              </a:extLst>
            </p:cNvPr>
            <p:cNvSpPr txBox="1"/>
            <p:nvPr/>
          </p:nvSpPr>
          <p:spPr>
            <a:xfrm>
              <a:off x="3372496" y="3282159"/>
              <a:ext cx="558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4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4D8A7C8-5A29-DEE5-A6E4-5EAC8B528D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E67C019-224E-8DA1-A536-66FC667B0919}"/>
              </a:ext>
            </a:extLst>
          </p:cNvPr>
          <p:cNvGrpSpPr/>
          <p:nvPr/>
        </p:nvGrpSpPr>
        <p:grpSpPr>
          <a:xfrm>
            <a:off x="6335103" y="3715537"/>
            <a:ext cx="558737" cy="627872"/>
            <a:chOff x="3372496" y="3023619"/>
            <a:chExt cx="558737" cy="62787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E3DB8D-7292-1641-42A5-47EFC0D0B161}"/>
                </a:ext>
              </a:extLst>
            </p:cNvPr>
            <p:cNvSpPr txBox="1"/>
            <p:nvPr/>
          </p:nvSpPr>
          <p:spPr>
            <a:xfrm>
              <a:off x="3375369" y="3023619"/>
              <a:ext cx="475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6ADDD11-741A-626D-C70E-226621847757}"/>
                </a:ext>
              </a:extLst>
            </p:cNvPr>
            <p:cNvSpPr txBox="1"/>
            <p:nvPr/>
          </p:nvSpPr>
          <p:spPr>
            <a:xfrm>
              <a:off x="3372496" y="3282159"/>
              <a:ext cx="558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4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6B2D05F-3A83-AE71-F5F0-BE8F0F915D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FEAF0B6-A96F-0656-5C00-9B867E277874}"/>
              </a:ext>
            </a:extLst>
          </p:cNvPr>
          <p:cNvGrpSpPr/>
          <p:nvPr/>
        </p:nvGrpSpPr>
        <p:grpSpPr>
          <a:xfrm>
            <a:off x="6814789" y="3714837"/>
            <a:ext cx="578535" cy="627872"/>
            <a:chOff x="3352698" y="3023619"/>
            <a:chExt cx="578535" cy="62787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9788CE2-3902-9FA4-5688-EF1A511DE310}"/>
                </a:ext>
              </a:extLst>
            </p:cNvPr>
            <p:cNvSpPr txBox="1"/>
            <p:nvPr/>
          </p:nvSpPr>
          <p:spPr>
            <a:xfrm>
              <a:off x="3352698" y="3023619"/>
              <a:ext cx="558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A4191F2-E662-6410-147F-E39518CDD325}"/>
                </a:ext>
              </a:extLst>
            </p:cNvPr>
            <p:cNvSpPr txBox="1"/>
            <p:nvPr/>
          </p:nvSpPr>
          <p:spPr>
            <a:xfrm>
              <a:off x="3372496" y="3282159"/>
              <a:ext cx="558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2  </a:t>
              </a:r>
              <a:endParaRPr lang="en-US" sz="18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C623F36-DB20-BD66-628E-7F3A2D9FA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7992" y="3335058"/>
              <a:ext cx="206478" cy="4810"/>
            </a:xfrm>
            <a:prstGeom prst="line">
              <a:avLst/>
            </a:prstGeom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A65E0E3-25AF-01AA-74F4-995BC00CF2AE}"/>
              </a:ext>
            </a:extLst>
          </p:cNvPr>
          <p:cNvGrpSpPr/>
          <p:nvPr/>
        </p:nvGrpSpPr>
        <p:grpSpPr>
          <a:xfrm>
            <a:off x="892420" y="1619873"/>
            <a:ext cx="3324399" cy="790216"/>
            <a:chOff x="892420" y="1619873"/>
            <a:chExt cx="3324399" cy="790216"/>
          </a:xfrm>
        </p:grpSpPr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772F31BC-5A3E-4706-CD27-56D226086D6E}"/>
                </a:ext>
              </a:extLst>
            </p:cNvPr>
            <p:cNvSpPr/>
            <p:nvPr/>
          </p:nvSpPr>
          <p:spPr>
            <a:xfrm>
              <a:off x="892420" y="1619873"/>
              <a:ext cx="3324399" cy="790216"/>
            </a:xfrm>
            <a:prstGeom prst="wedgeRoundRectCallout">
              <a:avLst>
                <a:gd name="adj1" fmla="val -45422"/>
                <a:gd name="adj2" fmla="val 74405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1154BB9-70D0-02CB-CA1B-B9262F0D0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10" t="72846" r="7697" b="511"/>
            <a:stretch>
              <a:fillRect/>
            </a:stretch>
          </p:blipFill>
          <p:spPr>
            <a:xfrm>
              <a:off x="916854" y="1807561"/>
              <a:ext cx="3239364" cy="483185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500D60C-CCE1-6CD2-E1B3-1AD00D43A264}"/>
              </a:ext>
            </a:extLst>
          </p:cNvPr>
          <p:cNvGrpSpPr/>
          <p:nvPr/>
        </p:nvGrpSpPr>
        <p:grpSpPr>
          <a:xfrm>
            <a:off x="-41747" y="52431"/>
            <a:ext cx="3010978" cy="605284"/>
            <a:chOff x="761738" y="404042"/>
            <a:chExt cx="1647930" cy="47707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2346785-50A8-D550-8B88-6E83C7F7D4A0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0A7979-5F46-6D37-A9B2-FF00CBFE41F1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B. Speaking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499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/>
          <p:cNvSpPr/>
          <p:nvPr/>
        </p:nvSpPr>
        <p:spPr>
          <a:xfrm rot="1701538">
            <a:off x="8082507" y="531726"/>
            <a:ext cx="520112" cy="177070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/>
          <p:cNvSpPr/>
          <p:nvPr/>
        </p:nvSpPr>
        <p:spPr>
          <a:xfrm rot="-1247444">
            <a:off x="7601128" y="312130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536" y="752340"/>
            <a:ext cx="8061385" cy="427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Solve the following problems. </a:t>
            </a:r>
            <a:endParaRPr lang="en-US" sz="22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4CDD4679-77D5-E213-2954-906C18892FF6}"/>
              </a:ext>
            </a:extLst>
          </p:cNvPr>
          <p:cNvSpPr/>
          <p:nvPr/>
        </p:nvSpPr>
        <p:spPr>
          <a:xfrm>
            <a:off x="3789948" y="2571750"/>
            <a:ext cx="4504945" cy="1138749"/>
          </a:xfrm>
          <a:prstGeom prst="wedgeRectCallout">
            <a:avLst>
              <a:gd name="adj1" fmla="val 67386"/>
              <a:gd name="adj2" fmla="val 43711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TextBox 9"/>
          <p:cNvSpPr txBox="1"/>
          <p:nvPr/>
        </p:nvSpPr>
        <p:spPr>
          <a:xfrm>
            <a:off x="3789947" y="2663012"/>
            <a:ext cx="4504946" cy="956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FF0000"/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    </a:t>
            </a:r>
            <a:r>
              <a:rPr lang="en-US" sz="2400" b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The length of candle now: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12 – 2.3 = 9.7 (cm) </a:t>
            </a:r>
            <a:endParaRPr lang="en-US" sz="2400" dirty="0">
              <a:solidFill>
                <a:srgbClr val="FF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 descr="Illustration of boy thinking and wondering 42885978 PNG">
            <a:extLst>
              <a:ext uri="{FF2B5EF4-FFF2-40B4-BE49-F238E27FC236}">
                <a16:creationId xmlns:a16="http://schemas.microsoft.com/office/drawing/2014/main" id="{C2F9F65A-B685-A351-2F81-A718BC4CB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921" y="2109907"/>
            <a:ext cx="3033593" cy="303359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F020F89-BC1B-E0C3-4AE4-846B6F22640D}"/>
              </a:ext>
            </a:extLst>
          </p:cNvPr>
          <p:cNvGrpSpPr/>
          <p:nvPr/>
        </p:nvGrpSpPr>
        <p:grpSpPr>
          <a:xfrm>
            <a:off x="384694" y="1293389"/>
            <a:ext cx="7862953" cy="974563"/>
            <a:chOff x="384694" y="1293390"/>
            <a:chExt cx="7603081" cy="966972"/>
          </a:xfrm>
        </p:grpSpPr>
        <p:sp>
          <p:nvSpPr>
            <p:cNvPr id="11" name="Speech Bubble: Rectangle 10">
              <a:extLst>
                <a:ext uri="{FF2B5EF4-FFF2-40B4-BE49-F238E27FC236}">
                  <a16:creationId xmlns:a16="http://schemas.microsoft.com/office/drawing/2014/main" id="{39CBAC5E-FF55-996E-50A2-A8F00FC52394}"/>
                </a:ext>
              </a:extLst>
            </p:cNvPr>
            <p:cNvSpPr/>
            <p:nvPr/>
          </p:nvSpPr>
          <p:spPr>
            <a:xfrm>
              <a:off x="384694" y="1293390"/>
              <a:ext cx="7603081" cy="966972"/>
            </a:xfrm>
            <a:prstGeom prst="wedgeRectCallout">
              <a:avLst>
                <a:gd name="adj1" fmla="val -67136"/>
                <a:gd name="adj2" fmla="val 63614"/>
              </a:avLst>
            </a:prstGeom>
            <a:solidFill>
              <a:schemeClr val="bg1"/>
            </a:solidFill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7F61336-FDDA-8138-1303-9E6E08250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2517" y="1461294"/>
              <a:ext cx="7338696" cy="624894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4D47CCD-12F8-BC87-561C-ADA4F94911DA}"/>
              </a:ext>
            </a:extLst>
          </p:cNvPr>
          <p:cNvSpPr/>
          <p:nvPr/>
        </p:nvSpPr>
        <p:spPr>
          <a:xfrm>
            <a:off x="5246412" y="1457838"/>
            <a:ext cx="2342677" cy="3146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2264816-6AAB-F8B4-C7E1-A3127696780E}"/>
              </a:ext>
            </a:extLst>
          </p:cNvPr>
          <p:cNvGrpSpPr/>
          <p:nvPr/>
        </p:nvGrpSpPr>
        <p:grpSpPr>
          <a:xfrm>
            <a:off x="-41747" y="52431"/>
            <a:ext cx="3010978" cy="605284"/>
            <a:chOff x="761738" y="404042"/>
            <a:chExt cx="1647930" cy="47707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6BBCBEA-DBC0-93F7-369A-3D25D792B7F6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192231-866E-4E9C-BE28-B5F8C5899FB5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D. Writing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15892AEA-C8C7-C842-8D7E-FC79C9E5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1B30ECE-0E7F-E1BC-731E-6DF5341A6CC5}"/>
              </a:ext>
            </a:extLst>
          </p:cNvPr>
          <p:cNvGrpSpPr/>
          <p:nvPr/>
        </p:nvGrpSpPr>
        <p:grpSpPr>
          <a:xfrm>
            <a:off x="384694" y="1240491"/>
            <a:ext cx="7822235" cy="1213206"/>
            <a:chOff x="384694" y="1293390"/>
            <a:chExt cx="7822235" cy="1213206"/>
          </a:xfrm>
        </p:grpSpPr>
        <p:sp>
          <p:nvSpPr>
            <p:cNvPr id="11" name="Speech Bubble: Rectangle 10">
              <a:extLst>
                <a:ext uri="{FF2B5EF4-FFF2-40B4-BE49-F238E27FC236}">
                  <a16:creationId xmlns:a16="http://schemas.microsoft.com/office/drawing/2014/main" id="{568BE6B1-0732-813F-0140-896AB0DAC7E7}"/>
                </a:ext>
              </a:extLst>
            </p:cNvPr>
            <p:cNvSpPr/>
            <p:nvPr/>
          </p:nvSpPr>
          <p:spPr>
            <a:xfrm>
              <a:off x="384694" y="1293390"/>
              <a:ext cx="7822235" cy="1213206"/>
            </a:xfrm>
            <a:prstGeom prst="wedgeRectCallout">
              <a:avLst>
                <a:gd name="adj1" fmla="val -67136"/>
                <a:gd name="adj2" fmla="val 63614"/>
              </a:avLst>
            </a:prstGeom>
            <a:solidFill>
              <a:schemeClr val="bg1"/>
            </a:solidFill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7B1F852-511A-83CE-803E-947341ACA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701" y="1368902"/>
              <a:ext cx="7552074" cy="967824"/>
            </a:xfrm>
            <a:prstGeom prst="rect">
              <a:avLst/>
            </a:prstGeom>
          </p:spPr>
        </p:pic>
      </p:grpSp>
      <p:sp>
        <p:nvSpPr>
          <p:cNvPr id="1678" name="Google Shape;1678;p43">
            <a:extLst>
              <a:ext uri="{FF2B5EF4-FFF2-40B4-BE49-F238E27FC236}">
                <a16:creationId xmlns:a16="http://schemas.microsoft.com/office/drawing/2014/main" id="{0A33632A-2BCD-9B55-E00D-89A4AEAEA7BA}"/>
              </a:ext>
            </a:extLst>
          </p:cNvPr>
          <p:cNvSpPr/>
          <p:nvPr/>
        </p:nvSpPr>
        <p:spPr>
          <a:xfrm rot="1701538">
            <a:off x="8082507" y="531726"/>
            <a:ext cx="520112" cy="177070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>
            <a:extLst>
              <a:ext uri="{FF2B5EF4-FFF2-40B4-BE49-F238E27FC236}">
                <a16:creationId xmlns:a16="http://schemas.microsoft.com/office/drawing/2014/main" id="{786B6306-4057-03BB-AAE8-14315521ABC1}"/>
              </a:ext>
            </a:extLst>
          </p:cNvPr>
          <p:cNvSpPr/>
          <p:nvPr/>
        </p:nvSpPr>
        <p:spPr>
          <a:xfrm rot="-1247444">
            <a:off x="7601128" y="312130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78DBC-175E-EB36-D476-064133EECF5B}"/>
              </a:ext>
            </a:extLst>
          </p:cNvPr>
          <p:cNvSpPr txBox="1"/>
          <p:nvPr/>
        </p:nvSpPr>
        <p:spPr>
          <a:xfrm>
            <a:off x="530536" y="752340"/>
            <a:ext cx="8061385" cy="427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Solve the following problems. </a:t>
            </a:r>
            <a:endParaRPr lang="en-US" sz="22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FA4ECDD7-06B4-8829-6BD0-06EFA9346948}"/>
              </a:ext>
            </a:extLst>
          </p:cNvPr>
          <p:cNvSpPr/>
          <p:nvPr/>
        </p:nvSpPr>
        <p:spPr>
          <a:xfrm>
            <a:off x="3642360" y="2571750"/>
            <a:ext cx="4851736" cy="1682855"/>
          </a:xfrm>
          <a:prstGeom prst="wedgeRectCallout">
            <a:avLst>
              <a:gd name="adj1" fmla="val 67386"/>
              <a:gd name="adj2" fmla="val 43711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5130E-45EE-18CB-37A5-3FA78C686DE4}"/>
              </a:ext>
            </a:extLst>
          </p:cNvPr>
          <p:cNvSpPr txBox="1"/>
          <p:nvPr/>
        </p:nvSpPr>
        <p:spPr>
          <a:xfrm>
            <a:off x="3678456" y="2682592"/>
            <a:ext cx="4735750" cy="1461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Mai’s money in her bank account:</a:t>
            </a:r>
            <a:endParaRPr lang="en-US" sz="1800" b="1" dirty="0">
              <a:solidFill>
                <a:srgbClr val="FF0000"/>
              </a:solidFill>
              <a:effectLst/>
              <a:latin typeface="Segoe UI" panose="020B0502040204020203" pitchFamily="34" charset="0"/>
              <a:ea typeface="Comic Sans MS" panose="030F0702030302020204" pitchFamily="66" charset="0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209.25 + 150 = 359.25 (thousand dongs)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Therefore, she has 359.25 thousand dongs in her bank account. </a:t>
            </a:r>
            <a:endParaRPr lang="en-US" sz="1800" dirty="0">
              <a:solidFill>
                <a:srgbClr val="FF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B8DBED-FDF4-493F-BAA8-93D26FDD2CDB}"/>
              </a:ext>
            </a:extLst>
          </p:cNvPr>
          <p:cNvSpPr/>
          <p:nvPr/>
        </p:nvSpPr>
        <p:spPr>
          <a:xfrm>
            <a:off x="1760787" y="1607890"/>
            <a:ext cx="3302420" cy="3146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Illustration of boy thinking and wondering 42885978 PNG">
            <a:extLst>
              <a:ext uri="{FF2B5EF4-FFF2-40B4-BE49-F238E27FC236}">
                <a16:creationId xmlns:a16="http://schemas.microsoft.com/office/drawing/2014/main" id="{3B6C00FD-063D-FA7B-E88A-F91CA7533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921" y="2109907"/>
            <a:ext cx="3033593" cy="303359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DA64D93-DEE2-80C3-0551-2B0AC0154386}"/>
              </a:ext>
            </a:extLst>
          </p:cNvPr>
          <p:cNvGrpSpPr/>
          <p:nvPr/>
        </p:nvGrpSpPr>
        <p:grpSpPr>
          <a:xfrm>
            <a:off x="-41747" y="52431"/>
            <a:ext cx="3010978" cy="605284"/>
            <a:chOff x="761738" y="404042"/>
            <a:chExt cx="1647930" cy="47707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1C0DA20-96E4-38E7-62EA-A3E60AB63973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5E848F-71BD-9F99-6EDF-D3F87C79F876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D. Writing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838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/>
          <p:cNvSpPr/>
          <p:nvPr/>
        </p:nvSpPr>
        <p:spPr>
          <a:xfrm rot="1701538">
            <a:off x="8082507" y="531726"/>
            <a:ext cx="520112" cy="177070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/>
          <p:cNvSpPr/>
          <p:nvPr/>
        </p:nvSpPr>
        <p:spPr>
          <a:xfrm rot="-1247444">
            <a:off x="7601128" y="312130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95405" y="690482"/>
            <a:ext cx="8032278" cy="1598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Tx/>
              <a:buChar char="-"/>
            </a:pPr>
            <a:r>
              <a:rPr lang="en-US" sz="2200" b="1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Vocabulary: </a:t>
            </a:r>
            <a:r>
              <a:rPr lang="en-US" sz="2400" b="1" kern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addition, subtraction.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Know and do exercises about addition and subtraction of rational numbers.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A4C1EA-B4F4-1AFB-CAE0-C1FF74F64AC3}"/>
              </a:ext>
            </a:extLst>
          </p:cNvPr>
          <p:cNvSpPr txBox="1"/>
          <p:nvPr/>
        </p:nvSpPr>
        <p:spPr>
          <a:xfrm>
            <a:off x="495405" y="2177378"/>
            <a:ext cx="8225402" cy="2302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Tx/>
              <a:buChar char="-"/>
            </a:pPr>
            <a:r>
              <a:rPr lang="en-US" sz="2200" b="1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Sentence Patterns: 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200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     </a:t>
            </a:r>
            <a:r>
              <a:rPr lang="en-US" sz="1800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+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Convert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all rational numbers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into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decimals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add or subtract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 usual</a:t>
            </a:r>
            <a:r>
              <a:rPr lang="en-US" sz="1800" b="1" kern="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Convert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rational numbers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into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fractions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Find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common denominator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Keep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common denominator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Add or subtract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numerators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endParaRPr lang="en-US" sz="1800" b="1" kern="0" dirty="0">
              <a:solidFill>
                <a:schemeClr val="bg1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2659C62-7E15-63B5-2F59-2409293E77C9}"/>
              </a:ext>
            </a:extLst>
          </p:cNvPr>
          <p:cNvGrpSpPr/>
          <p:nvPr/>
        </p:nvGrpSpPr>
        <p:grpSpPr>
          <a:xfrm>
            <a:off x="-41747" y="52431"/>
            <a:ext cx="3427082" cy="605284"/>
            <a:chOff x="761738" y="404042"/>
            <a:chExt cx="1647930" cy="47707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074BBEC-1E81-282D-1568-5BBE36EBC191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384C6C-DAC3-FC24-028A-C655DED14EE5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Consolidation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/>
          <p:cNvSpPr/>
          <p:nvPr/>
        </p:nvSpPr>
        <p:spPr>
          <a:xfrm rot="1701538">
            <a:off x="8082507" y="531726"/>
            <a:ext cx="520112" cy="177070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/>
          <p:cNvSpPr/>
          <p:nvPr/>
        </p:nvSpPr>
        <p:spPr>
          <a:xfrm rot="-1247444">
            <a:off x="7601128" y="312130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0536" y="576963"/>
            <a:ext cx="8032278" cy="404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rgbClr val="000000"/>
              </a:buClr>
            </a:pPr>
            <a:r>
              <a:rPr lang="en-US" sz="2200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- Review the vocabulary</a:t>
            </a: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about </a:t>
            </a:r>
            <a:r>
              <a:rPr lang="en-US" sz="22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Adding and Subtracting Rational Numbers</a:t>
            </a: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200000"/>
              </a:lnSpc>
              <a:buClr>
                <a:srgbClr val="000000"/>
              </a:buClr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Memorize the two methods for adding and subtracting rational numbers. </a:t>
            </a:r>
            <a:endParaRPr lang="en-US" sz="2200" kern="0" dirty="0">
              <a:solidFill>
                <a:schemeClr val="bg1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/>
            </a:endParaRPr>
          </a:p>
          <a:p>
            <a:pPr>
              <a:lnSpc>
                <a:spcPct val="200000"/>
              </a:lnSpc>
              <a:buClr>
                <a:srgbClr val="000000"/>
              </a:buClr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Do exercise </a:t>
            </a:r>
            <a:r>
              <a:rPr lang="en-US" sz="22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 Writing – b.</a:t>
            </a: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sz="2200" kern="0" dirty="0">
              <a:solidFill>
                <a:schemeClr val="bg1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/>
            </a:endParaRPr>
          </a:p>
          <a:p>
            <a:pPr>
              <a:lnSpc>
                <a:spcPct val="200000"/>
              </a:lnSpc>
              <a:buClr>
                <a:srgbClr val="000000"/>
              </a:buClr>
            </a:pPr>
            <a:r>
              <a:rPr lang="en-US" sz="2200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- Prepare a new lesson:</a:t>
            </a:r>
            <a:r>
              <a:rPr lang="en-US" sz="2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 </a:t>
            </a:r>
            <a:r>
              <a:rPr lang="en-US" sz="2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Lesson 4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endParaRPr lang="en-US" sz="2200" kern="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53CA0E-F27A-7EE4-4D06-E9F8B4E4FC98}"/>
              </a:ext>
            </a:extLst>
          </p:cNvPr>
          <p:cNvGrpSpPr/>
          <p:nvPr/>
        </p:nvGrpSpPr>
        <p:grpSpPr>
          <a:xfrm>
            <a:off x="-41747" y="52431"/>
            <a:ext cx="3010978" cy="605284"/>
            <a:chOff x="761738" y="404042"/>
            <a:chExt cx="1647930" cy="47707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A42DBBF-2694-C5FC-7F91-BA4A33BE3B52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920331-E6A2-B3E9-D66F-5B213E41273B}"/>
                </a:ext>
              </a:extLst>
            </p:cNvPr>
            <p:cNvSpPr txBox="1"/>
            <p:nvPr/>
          </p:nvSpPr>
          <p:spPr>
            <a:xfrm>
              <a:off x="761738" y="404042"/>
              <a:ext cx="1647930" cy="4641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C0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Homework</a:t>
              </a:r>
              <a:endParaRPr lang="en-US" sz="3600" b="1" i="1" dirty="0">
                <a:solidFill>
                  <a:srgbClr val="C0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" name="Google Shape;2668;p69"/>
          <p:cNvSpPr txBox="1">
            <a:spLocks noGrp="1"/>
          </p:cNvSpPr>
          <p:nvPr>
            <p:ph type="title"/>
          </p:nvPr>
        </p:nvSpPr>
        <p:spPr>
          <a:xfrm>
            <a:off x="705003" y="1509760"/>
            <a:ext cx="5328649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Segoe UI" panose="020B0502040204020203" pitchFamily="34" charset="0"/>
                <a:cs typeface="Segoe UI" panose="020B0502040204020203" pitchFamily="34" charset="0"/>
              </a:rPr>
              <a:t>"Count the steps. </a:t>
            </a:r>
            <a:br>
              <a:rPr lang="en-US" sz="4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800">
                <a:latin typeface="Segoe UI" panose="020B0502040204020203" pitchFamily="34" charset="0"/>
                <a:cs typeface="Segoe UI" panose="020B0502040204020203" pitchFamily="34" charset="0"/>
              </a:rPr>
              <a:t>Speak the logic."</a:t>
            </a:r>
            <a:endParaRPr sz="4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671" name="Google Shape;2671;p69"/>
          <p:cNvGrpSpPr/>
          <p:nvPr/>
        </p:nvGrpSpPr>
        <p:grpSpPr>
          <a:xfrm rot="-1450910">
            <a:off x="7254277" y="3995304"/>
            <a:ext cx="1376755" cy="1535931"/>
            <a:chOff x="8034810" y="4372104"/>
            <a:chExt cx="567728" cy="669043"/>
          </a:xfrm>
        </p:grpSpPr>
        <p:sp>
          <p:nvSpPr>
            <p:cNvPr id="2672" name="Google Shape;2672;p69"/>
            <p:cNvSpPr/>
            <p:nvPr/>
          </p:nvSpPr>
          <p:spPr>
            <a:xfrm>
              <a:off x="8034810" y="4372104"/>
              <a:ext cx="567728" cy="669043"/>
            </a:xfrm>
            <a:custGeom>
              <a:avLst/>
              <a:gdLst/>
              <a:ahLst/>
              <a:cxnLst/>
              <a:rect l="l" t="t" r="r" b="b"/>
              <a:pathLst>
                <a:path w="567728" h="669043" extrusionOk="0">
                  <a:moveTo>
                    <a:pt x="531279" y="0"/>
                  </a:moveTo>
                  <a:cubicBezTo>
                    <a:pt x="551409" y="0"/>
                    <a:pt x="567728" y="16319"/>
                    <a:pt x="567728" y="36449"/>
                  </a:cubicBezTo>
                  <a:lnTo>
                    <a:pt x="567728" y="632594"/>
                  </a:lnTo>
                  <a:cubicBezTo>
                    <a:pt x="567728" y="652725"/>
                    <a:pt x="551409" y="669043"/>
                    <a:pt x="531279" y="669043"/>
                  </a:cubicBezTo>
                  <a:lnTo>
                    <a:pt x="36449" y="669043"/>
                  </a:lnTo>
                  <a:cubicBezTo>
                    <a:pt x="16319" y="669043"/>
                    <a:pt x="0" y="652725"/>
                    <a:pt x="0" y="632594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673" name="Google Shape;2673;p69"/>
            <p:cNvGrpSpPr/>
            <p:nvPr/>
          </p:nvGrpSpPr>
          <p:grpSpPr>
            <a:xfrm>
              <a:off x="8094493" y="4438697"/>
              <a:ext cx="448447" cy="535857"/>
              <a:chOff x="8094493" y="4438697"/>
              <a:chExt cx="448447" cy="535857"/>
            </a:xfrm>
          </p:grpSpPr>
          <p:sp>
            <p:nvSpPr>
              <p:cNvPr id="2674" name="Google Shape;2674;p69"/>
              <p:cNvSpPr/>
              <p:nvPr/>
            </p:nvSpPr>
            <p:spPr>
              <a:xfrm>
                <a:off x="8094493" y="4438697"/>
                <a:ext cx="448447" cy="128349"/>
              </a:xfrm>
              <a:custGeom>
                <a:avLst/>
                <a:gdLst/>
                <a:ahLst/>
                <a:cxnLst/>
                <a:rect l="l" t="t" r="r" b="b"/>
                <a:pathLst>
                  <a:path w="448447" h="128349" extrusionOk="0">
                    <a:moveTo>
                      <a:pt x="415885" y="0"/>
                    </a:moveTo>
                    <a:cubicBezTo>
                      <a:pt x="433869" y="0"/>
                      <a:pt x="448448" y="14579"/>
                      <a:pt x="448448" y="32563"/>
                    </a:cubicBezTo>
                    <a:lnTo>
                      <a:pt x="448448" y="95788"/>
                    </a:lnTo>
                    <a:cubicBezTo>
                      <a:pt x="448448" y="113771"/>
                      <a:pt x="433869" y="128351"/>
                      <a:pt x="415885" y="128351"/>
                    </a:cubicBezTo>
                    <a:lnTo>
                      <a:pt x="32563" y="128351"/>
                    </a:lnTo>
                    <a:cubicBezTo>
                      <a:pt x="14579" y="128351"/>
                      <a:pt x="0" y="113772"/>
                      <a:pt x="0" y="95788"/>
                    </a:cubicBezTo>
                    <a:lnTo>
                      <a:pt x="0" y="32563"/>
                    </a:lnTo>
                    <a:cubicBezTo>
                      <a:pt x="0" y="14579"/>
                      <a:pt x="14579" y="0"/>
                      <a:pt x="325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75" name="Google Shape;2675;p69"/>
              <p:cNvSpPr/>
              <p:nvPr/>
            </p:nvSpPr>
            <p:spPr>
              <a:xfrm>
                <a:off x="8094493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76" name="Google Shape;2676;p69"/>
              <p:cNvSpPr/>
              <p:nvPr/>
            </p:nvSpPr>
            <p:spPr>
              <a:xfrm>
                <a:off x="8214551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77" name="Google Shape;2677;p69"/>
              <p:cNvSpPr/>
              <p:nvPr/>
            </p:nvSpPr>
            <p:spPr>
              <a:xfrm>
                <a:off x="8334696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78" name="Google Shape;2678;p69"/>
              <p:cNvSpPr/>
              <p:nvPr/>
            </p:nvSpPr>
            <p:spPr>
              <a:xfrm>
                <a:off x="8454754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79" name="Google Shape;2679;p69"/>
              <p:cNvSpPr/>
              <p:nvPr/>
            </p:nvSpPr>
            <p:spPr>
              <a:xfrm>
                <a:off x="8094493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0" name="Google Shape;2680;p69"/>
              <p:cNvSpPr/>
              <p:nvPr/>
            </p:nvSpPr>
            <p:spPr>
              <a:xfrm>
                <a:off x="8214551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1" name="Google Shape;2681;p69"/>
              <p:cNvSpPr/>
              <p:nvPr/>
            </p:nvSpPr>
            <p:spPr>
              <a:xfrm>
                <a:off x="8334696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2" name="Google Shape;2682;p69"/>
              <p:cNvSpPr/>
              <p:nvPr/>
            </p:nvSpPr>
            <p:spPr>
              <a:xfrm>
                <a:off x="8454754" y="4753872"/>
                <a:ext cx="88100" cy="220682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220682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220683"/>
                    </a:lnTo>
                    <a:lnTo>
                      <a:pt x="0" y="220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3" name="Google Shape;2683;p69"/>
              <p:cNvSpPr/>
              <p:nvPr/>
            </p:nvSpPr>
            <p:spPr>
              <a:xfrm>
                <a:off x="8094493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4" name="Google Shape;2684;p69"/>
              <p:cNvSpPr/>
              <p:nvPr/>
            </p:nvSpPr>
            <p:spPr>
              <a:xfrm>
                <a:off x="8214551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5" name="Google Shape;2685;p69"/>
              <p:cNvSpPr/>
              <p:nvPr/>
            </p:nvSpPr>
            <p:spPr>
              <a:xfrm>
                <a:off x="8334696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2686" name="Google Shape;2686;p69"/>
          <p:cNvGrpSpPr/>
          <p:nvPr/>
        </p:nvGrpSpPr>
        <p:grpSpPr>
          <a:xfrm>
            <a:off x="5841871" y="2419875"/>
            <a:ext cx="2079517" cy="1502836"/>
            <a:chOff x="2808160" y="1306258"/>
            <a:chExt cx="1968436" cy="1422559"/>
          </a:xfrm>
        </p:grpSpPr>
        <p:sp>
          <p:nvSpPr>
            <p:cNvPr id="2687" name="Google Shape;2687;p69"/>
            <p:cNvSpPr/>
            <p:nvPr/>
          </p:nvSpPr>
          <p:spPr>
            <a:xfrm>
              <a:off x="3017043" y="1441989"/>
              <a:ext cx="1331880" cy="1023366"/>
            </a:xfrm>
            <a:custGeom>
              <a:avLst/>
              <a:gdLst/>
              <a:ahLst/>
              <a:cxnLst/>
              <a:rect l="l" t="t" r="r" b="b"/>
              <a:pathLst>
                <a:path w="1331880" h="1023366" extrusionOk="0">
                  <a:moveTo>
                    <a:pt x="1331595" y="1023366"/>
                  </a:moveTo>
                  <a:cubicBezTo>
                    <a:pt x="1049179" y="1019175"/>
                    <a:pt x="803434" y="962978"/>
                    <a:pt x="601218" y="856297"/>
                  </a:cubicBezTo>
                  <a:cubicBezTo>
                    <a:pt x="439103" y="770858"/>
                    <a:pt x="304514" y="652939"/>
                    <a:pt x="201073" y="505968"/>
                  </a:cubicBezTo>
                  <a:cubicBezTo>
                    <a:pt x="24955" y="255842"/>
                    <a:pt x="191" y="4191"/>
                    <a:pt x="0" y="1715"/>
                  </a:cubicBezTo>
                  <a:lnTo>
                    <a:pt x="18955" y="0"/>
                  </a:lnTo>
                  <a:cubicBezTo>
                    <a:pt x="19145" y="2477"/>
                    <a:pt x="43720" y="249746"/>
                    <a:pt x="217170" y="495776"/>
                  </a:cubicBezTo>
                  <a:cubicBezTo>
                    <a:pt x="377095" y="722567"/>
                    <a:pt x="700373" y="994982"/>
                    <a:pt x="1331881" y="1004316"/>
                  </a:cubicBezTo>
                  <a:lnTo>
                    <a:pt x="1331595" y="10233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688" name="Google Shape;2688;p69"/>
            <p:cNvGrpSpPr/>
            <p:nvPr/>
          </p:nvGrpSpPr>
          <p:grpSpPr>
            <a:xfrm>
              <a:off x="2808160" y="1306258"/>
              <a:ext cx="1968436" cy="1422559"/>
              <a:chOff x="2808160" y="1306258"/>
              <a:chExt cx="1968436" cy="1422559"/>
            </a:xfrm>
          </p:grpSpPr>
          <p:grpSp>
            <p:nvGrpSpPr>
              <p:cNvPr id="2689" name="Google Shape;2689;p69"/>
              <p:cNvGrpSpPr/>
              <p:nvPr/>
            </p:nvGrpSpPr>
            <p:grpSpPr>
              <a:xfrm>
                <a:off x="3636645" y="1306258"/>
                <a:ext cx="124396" cy="1422559"/>
                <a:chOff x="3636645" y="1306258"/>
                <a:chExt cx="124396" cy="1422559"/>
              </a:xfrm>
            </p:grpSpPr>
            <p:sp>
              <p:nvSpPr>
                <p:cNvPr id="2690" name="Google Shape;2690;p69"/>
                <p:cNvSpPr/>
                <p:nvPr/>
              </p:nvSpPr>
              <p:spPr>
                <a:xfrm>
                  <a:off x="3684174" y="1442847"/>
                  <a:ext cx="19050" cy="128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285970" extrusionOk="0">
                      <a:moveTo>
                        <a:pt x="0" y="0"/>
                      </a:moveTo>
                      <a:lnTo>
                        <a:pt x="19050" y="0"/>
                      </a:lnTo>
                      <a:lnTo>
                        <a:pt x="19050" y="1285970"/>
                      </a:lnTo>
                      <a:lnTo>
                        <a:pt x="0" y="128597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2691" name="Google Shape;2691;p69"/>
                <p:cNvGrpSpPr/>
                <p:nvPr/>
              </p:nvGrpSpPr>
              <p:grpSpPr>
                <a:xfrm>
                  <a:off x="3636645" y="1306258"/>
                  <a:ext cx="124396" cy="146113"/>
                  <a:chOff x="3636645" y="1306258"/>
                  <a:chExt cx="124396" cy="146113"/>
                </a:xfrm>
              </p:grpSpPr>
              <p:sp>
                <p:nvSpPr>
                  <p:cNvPr id="2692" name="Google Shape;2692;p69"/>
                  <p:cNvSpPr/>
                  <p:nvPr/>
                </p:nvSpPr>
                <p:spPr>
                  <a:xfrm>
                    <a:off x="3650551" y="1330642"/>
                    <a:ext cx="95535" cy="1122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535" h="112204" extrusionOk="0">
                        <a:moveTo>
                          <a:pt x="0" y="112204"/>
                        </a:moveTo>
                        <a:lnTo>
                          <a:pt x="95536" y="112204"/>
                        </a:lnTo>
                        <a:lnTo>
                          <a:pt x="43148" y="0"/>
                        </a:lnTo>
                        <a:lnTo>
                          <a:pt x="0" y="11220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2693" name="Google Shape;2693;p69"/>
                  <p:cNvSpPr/>
                  <p:nvPr/>
                </p:nvSpPr>
                <p:spPr>
                  <a:xfrm>
                    <a:off x="3636645" y="1306258"/>
                    <a:ext cx="124396" cy="1461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396" h="146113" extrusionOk="0">
                        <a:moveTo>
                          <a:pt x="124396" y="146114"/>
                        </a:moveTo>
                        <a:lnTo>
                          <a:pt x="0" y="146114"/>
                        </a:lnTo>
                        <a:lnTo>
                          <a:pt x="56293" y="0"/>
                        </a:lnTo>
                        <a:lnTo>
                          <a:pt x="124396" y="146114"/>
                        </a:lnTo>
                        <a:close/>
                        <a:moveTo>
                          <a:pt x="27813" y="127064"/>
                        </a:moveTo>
                        <a:lnTo>
                          <a:pt x="94488" y="127064"/>
                        </a:lnTo>
                        <a:lnTo>
                          <a:pt x="57912" y="48673"/>
                        </a:lnTo>
                        <a:lnTo>
                          <a:pt x="27718" y="12706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2694" name="Google Shape;2694;p69"/>
              <p:cNvGrpSpPr/>
              <p:nvPr/>
            </p:nvGrpSpPr>
            <p:grpSpPr>
              <a:xfrm>
                <a:off x="2808160" y="2394108"/>
                <a:ext cx="1968436" cy="124396"/>
                <a:chOff x="2808160" y="2394108"/>
                <a:chExt cx="1968436" cy="124396"/>
              </a:xfrm>
            </p:grpSpPr>
            <p:sp>
              <p:nvSpPr>
                <p:cNvPr id="2695" name="Google Shape;2695;p69"/>
                <p:cNvSpPr/>
                <p:nvPr/>
              </p:nvSpPr>
              <p:spPr>
                <a:xfrm>
                  <a:off x="2808160" y="2446305"/>
                  <a:ext cx="1831848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1848" h="19050" extrusionOk="0">
                      <a:moveTo>
                        <a:pt x="0" y="0"/>
                      </a:moveTo>
                      <a:lnTo>
                        <a:pt x="1831848" y="0"/>
                      </a:lnTo>
                      <a:lnTo>
                        <a:pt x="1831848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2696" name="Google Shape;2696;p69"/>
                <p:cNvGrpSpPr/>
                <p:nvPr/>
              </p:nvGrpSpPr>
              <p:grpSpPr>
                <a:xfrm>
                  <a:off x="4630483" y="2394108"/>
                  <a:ext cx="146113" cy="124396"/>
                  <a:chOff x="4630483" y="2394108"/>
                  <a:chExt cx="146113" cy="124396"/>
                </a:xfrm>
              </p:grpSpPr>
              <p:sp>
                <p:nvSpPr>
                  <p:cNvPr id="2697" name="Google Shape;2697;p69"/>
                  <p:cNvSpPr/>
                  <p:nvPr/>
                </p:nvSpPr>
                <p:spPr>
                  <a:xfrm>
                    <a:off x="4640008" y="2408015"/>
                    <a:ext cx="112204" cy="95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204" h="95535" extrusionOk="0">
                        <a:moveTo>
                          <a:pt x="0" y="0"/>
                        </a:moveTo>
                        <a:lnTo>
                          <a:pt x="0" y="95536"/>
                        </a:lnTo>
                        <a:lnTo>
                          <a:pt x="112204" y="4324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2698" name="Google Shape;2698;p69"/>
                  <p:cNvSpPr/>
                  <p:nvPr/>
                </p:nvSpPr>
                <p:spPr>
                  <a:xfrm>
                    <a:off x="4630483" y="2394108"/>
                    <a:ext cx="146113" cy="124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6113" h="124396" extrusionOk="0">
                        <a:moveTo>
                          <a:pt x="0" y="124396"/>
                        </a:moveTo>
                        <a:lnTo>
                          <a:pt x="0" y="0"/>
                        </a:lnTo>
                        <a:lnTo>
                          <a:pt x="146113" y="56293"/>
                        </a:lnTo>
                        <a:lnTo>
                          <a:pt x="0" y="124396"/>
                        </a:lnTo>
                        <a:close/>
                        <a:moveTo>
                          <a:pt x="19050" y="27813"/>
                        </a:moveTo>
                        <a:lnTo>
                          <a:pt x="19050" y="94488"/>
                        </a:lnTo>
                        <a:lnTo>
                          <a:pt x="97441" y="57912"/>
                        </a:lnTo>
                        <a:lnTo>
                          <a:pt x="19050" y="2771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</p:grpSp>
        </p:grpSp>
      </p:grpSp>
      <p:grpSp>
        <p:nvGrpSpPr>
          <p:cNvPr id="2699" name="Google Shape;2699;p69"/>
          <p:cNvGrpSpPr/>
          <p:nvPr/>
        </p:nvGrpSpPr>
        <p:grpSpPr>
          <a:xfrm>
            <a:off x="5902648" y="668683"/>
            <a:ext cx="1785635" cy="375443"/>
            <a:chOff x="5273234" y="3779718"/>
            <a:chExt cx="1252067" cy="198060"/>
          </a:xfrm>
        </p:grpSpPr>
        <p:sp>
          <p:nvSpPr>
            <p:cNvPr id="2700" name="Google Shape;2700;p69"/>
            <p:cNvSpPr/>
            <p:nvPr/>
          </p:nvSpPr>
          <p:spPr>
            <a:xfrm>
              <a:off x="5273234" y="3809422"/>
              <a:ext cx="58876" cy="149782"/>
            </a:xfrm>
            <a:custGeom>
              <a:avLst/>
              <a:gdLst/>
              <a:ahLst/>
              <a:cxnLst/>
              <a:rect l="l" t="t" r="r" b="b"/>
              <a:pathLst>
                <a:path w="58876" h="149782" extrusionOk="0">
                  <a:moveTo>
                    <a:pt x="50002" y="1434"/>
                  </a:moveTo>
                  <a:cubicBezTo>
                    <a:pt x="10855" y="39534"/>
                    <a:pt x="-6481" y="91731"/>
                    <a:pt x="2187" y="145643"/>
                  </a:cubicBezTo>
                  <a:cubicBezTo>
                    <a:pt x="3234" y="152215"/>
                    <a:pt x="13807" y="150500"/>
                    <a:pt x="12759" y="143738"/>
                  </a:cubicBezTo>
                  <a:cubicBezTo>
                    <a:pt x="4758" y="93732"/>
                    <a:pt x="20951" y="44678"/>
                    <a:pt x="57241" y="9340"/>
                  </a:cubicBezTo>
                  <a:cubicBezTo>
                    <a:pt x="62194" y="4578"/>
                    <a:pt x="54765" y="-3233"/>
                    <a:pt x="50002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1" name="Google Shape;2701;p69"/>
            <p:cNvSpPr/>
            <p:nvPr/>
          </p:nvSpPr>
          <p:spPr>
            <a:xfrm>
              <a:off x="5336838" y="3815926"/>
              <a:ext cx="65437" cy="101177"/>
            </a:xfrm>
            <a:custGeom>
              <a:avLst/>
              <a:gdLst/>
              <a:ahLst/>
              <a:cxnLst/>
              <a:rect l="l" t="t" r="r" b="b"/>
              <a:pathLst>
                <a:path w="65437" h="101177" extrusionOk="0">
                  <a:moveTo>
                    <a:pt x="59074" y="42080"/>
                  </a:moveTo>
                  <a:cubicBezTo>
                    <a:pt x="52978" y="34460"/>
                    <a:pt x="39833" y="34936"/>
                    <a:pt x="32309" y="39794"/>
                  </a:cubicBezTo>
                  <a:cubicBezTo>
                    <a:pt x="17831" y="49319"/>
                    <a:pt x="16211" y="65130"/>
                    <a:pt x="15926" y="81323"/>
                  </a:cubicBezTo>
                  <a:cubicBezTo>
                    <a:pt x="15830" y="87895"/>
                    <a:pt x="26594" y="88848"/>
                    <a:pt x="26689" y="82085"/>
                  </a:cubicBezTo>
                  <a:cubicBezTo>
                    <a:pt x="26784" y="74274"/>
                    <a:pt x="27165" y="67511"/>
                    <a:pt x="29261" y="59796"/>
                  </a:cubicBezTo>
                  <a:cubicBezTo>
                    <a:pt x="33642" y="43413"/>
                    <a:pt x="55454" y="49414"/>
                    <a:pt x="54787" y="63606"/>
                  </a:cubicBezTo>
                  <a:cubicBezTo>
                    <a:pt x="53930" y="81608"/>
                    <a:pt x="27356" y="104468"/>
                    <a:pt x="13259" y="82370"/>
                  </a:cubicBezTo>
                  <a:cubicBezTo>
                    <a:pt x="6686" y="72083"/>
                    <a:pt x="11830" y="54653"/>
                    <a:pt x="14497" y="44080"/>
                  </a:cubicBezTo>
                  <a:cubicBezTo>
                    <a:pt x="19259" y="25411"/>
                    <a:pt x="34023" y="4742"/>
                    <a:pt x="55931" y="11981"/>
                  </a:cubicBezTo>
                  <a:cubicBezTo>
                    <a:pt x="62503" y="14171"/>
                    <a:pt x="65837" y="4361"/>
                    <a:pt x="59264" y="2170"/>
                  </a:cubicBezTo>
                  <a:cubicBezTo>
                    <a:pt x="-2934" y="-18309"/>
                    <a:pt x="-25413" y="113232"/>
                    <a:pt x="37357" y="100277"/>
                  </a:cubicBezTo>
                  <a:cubicBezTo>
                    <a:pt x="61169" y="95420"/>
                    <a:pt x="73933" y="60558"/>
                    <a:pt x="59074" y="419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2" name="Google Shape;2702;p69"/>
            <p:cNvSpPr/>
            <p:nvPr/>
          </p:nvSpPr>
          <p:spPr>
            <a:xfrm>
              <a:off x="5449449" y="3861619"/>
              <a:ext cx="37514" cy="11632"/>
            </a:xfrm>
            <a:custGeom>
              <a:avLst/>
              <a:gdLst/>
              <a:ahLst/>
              <a:cxnLst/>
              <a:rect l="l" t="t" r="r" b="b"/>
              <a:pathLst>
                <a:path w="37514" h="11632" extrusionOk="0">
                  <a:moveTo>
                    <a:pt x="32569" y="1244"/>
                  </a:moveTo>
                  <a:lnTo>
                    <a:pt x="5422" y="6"/>
                  </a:lnTo>
                  <a:cubicBezTo>
                    <a:pt x="-1531" y="-280"/>
                    <a:pt x="-1912" y="10007"/>
                    <a:pt x="4946" y="10388"/>
                  </a:cubicBezTo>
                  <a:lnTo>
                    <a:pt x="32092" y="11626"/>
                  </a:lnTo>
                  <a:cubicBezTo>
                    <a:pt x="39046" y="11912"/>
                    <a:pt x="39427" y="1625"/>
                    <a:pt x="32569" y="12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3" name="Google Shape;2703;p69"/>
            <p:cNvSpPr/>
            <p:nvPr/>
          </p:nvSpPr>
          <p:spPr>
            <a:xfrm>
              <a:off x="5498852" y="3849833"/>
              <a:ext cx="120051" cy="66009"/>
            </a:xfrm>
            <a:custGeom>
              <a:avLst/>
              <a:gdLst/>
              <a:ahLst/>
              <a:cxnLst/>
              <a:rect l="l" t="t" r="r" b="b"/>
              <a:pathLst>
                <a:path w="120051" h="66009" extrusionOk="0">
                  <a:moveTo>
                    <a:pt x="111373" y="36462"/>
                  </a:moveTo>
                  <a:cubicBezTo>
                    <a:pt x="106991" y="41034"/>
                    <a:pt x="102419" y="45225"/>
                    <a:pt x="97466" y="49226"/>
                  </a:cubicBezTo>
                  <a:cubicBezTo>
                    <a:pt x="87751" y="47797"/>
                    <a:pt x="84893" y="43892"/>
                    <a:pt x="88989" y="37510"/>
                  </a:cubicBezTo>
                  <a:cubicBezTo>
                    <a:pt x="89560" y="35129"/>
                    <a:pt x="90037" y="32843"/>
                    <a:pt x="90513" y="30462"/>
                  </a:cubicBezTo>
                  <a:cubicBezTo>
                    <a:pt x="91656" y="18936"/>
                    <a:pt x="90227" y="10078"/>
                    <a:pt x="81750" y="1887"/>
                  </a:cubicBezTo>
                  <a:cubicBezTo>
                    <a:pt x="79845" y="-19"/>
                    <a:pt x="76321" y="-876"/>
                    <a:pt x="74130" y="1220"/>
                  </a:cubicBezTo>
                  <a:cubicBezTo>
                    <a:pt x="67748" y="7411"/>
                    <a:pt x="62319" y="14079"/>
                    <a:pt x="57366" y="21032"/>
                  </a:cubicBezTo>
                  <a:cubicBezTo>
                    <a:pt x="56699" y="16460"/>
                    <a:pt x="55461" y="11793"/>
                    <a:pt x="53461" y="6935"/>
                  </a:cubicBezTo>
                  <a:cubicBezTo>
                    <a:pt x="52603" y="4744"/>
                    <a:pt x="49651" y="3601"/>
                    <a:pt x="47460" y="4077"/>
                  </a:cubicBezTo>
                  <a:cubicBezTo>
                    <a:pt x="39649" y="5696"/>
                    <a:pt x="32601" y="8745"/>
                    <a:pt x="26410" y="12745"/>
                  </a:cubicBezTo>
                  <a:cubicBezTo>
                    <a:pt x="26600" y="12173"/>
                    <a:pt x="26791" y="11507"/>
                    <a:pt x="26981" y="10935"/>
                  </a:cubicBezTo>
                  <a:cubicBezTo>
                    <a:pt x="29172" y="4554"/>
                    <a:pt x="18885" y="1124"/>
                    <a:pt x="16694" y="7506"/>
                  </a:cubicBezTo>
                  <a:cubicBezTo>
                    <a:pt x="14123" y="15031"/>
                    <a:pt x="11551" y="22556"/>
                    <a:pt x="8979" y="30080"/>
                  </a:cubicBezTo>
                  <a:cubicBezTo>
                    <a:pt x="4121" y="37891"/>
                    <a:pt x="978" y="46940"/>
                    <a:pt x="25" y="57036"/>
                  </a:cubicBezTo>
                  <a:cubicBezTo>
                    <a:pt x="-546" y="62942"/>
                    <a:pt x="8693" y="64656"/>
                    <a:pt x="10598" y="59132"/>
                  </a:cubicBezTo>
                  <a:cubicBezTo>
                    <a:pt x="13360" y="50940"/>
                    <a:pt x="16123" y="42844"/>
                    <a:pt x="18885" y="34653"/>
                  </a:cubicBezTo>
                  <a:cubicBezTo>
                    <a:pt x="20981" y="31509"/>
                    <a:pt x="23362" y="28461"/>
                    <a:pt x="26315" y="25508"/>
                  </a:cubicBezTo>
                  <a:cubicBezTo>
                    <a:pt x="30315" y="21889"/>
                    <a:pt x="34792" y="18936"/>
                    <a:pt x="39840" y="16841"/>
                  </a:cubicBezTo>
                  <a:cubicBezTo>
                    <a:pt x="54985" y="9506"/>
                    <a:pt x="42412" y="46654"/>
                    <a:pt x="42316" y="47797"/>
                  </a:cubicBezTo>
                  <a:cubicBezTo>
                    <a:pt x="42126" y="48273"/>
                    <a:pt x="41840" y="48654"/>
                    <a:pt x="41650" y="49130"/>
                  </a:cubicBezTo>
                  <a:cubicBezTo>
                    <a:pt x="39459" y="54560"/>
                    <a:pt x="48698" y="59037"/>
                    <a:pt x="51365" y="53798"/>
                  </a:cubicBezTo>
                  <a:cubicBezTo>
                    <a:pt x="51556" y="53417"/>
                    <a:pt x="51746" y="52940"/>
                    <a:pt x="51937" y="52560"/>
                  </a:cubicBezTo>
                  <a:cubicBezTo>
                    <a:pt x="51937" y="52560"/>
                    <a:pt x="51937" y="52560"/>
                    <a:pt x="51937" y="52560"/>
                  </a:cubicBezTo>
                  <a:cubicBezTo>
                    <a:pt x="58128" y="37510"/>
                    <a:pt x="66415" y="24842"/>
                    <a:pt x="77368" y="13221"/>
                  </a:cubicBezTo>
                  <a:cubicBezTo>
                    <a:pt x="86893" y="29604"/>
                    <a:pt x="65557" y="47702"/>
                    <a:pt x="79369" y="62751"/>
                  </a:cubicBezTo>
                  <a:cubicBezTo>
                    <a:pt x="90323" y="74657"/>
                    <a:pt x="112516" y="50559"/>
                    <a:pt x="118516" y="44368"/>
                  </a:cubicBezTo>
                  <a:cubicBezTo>
                    <a:pt x="123279" y="39415"/>
                    <a:pt x="115849" y="31700"/>
                    <a:pt x="111277" y="364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4" name="Google Shape;2704;p69"/>
            <p:cNvSpPr/>
            <p:nvPr/>
          </p:nvSpPr>
          <p:spPr>
            <a:xfrm>
              <a:off x="5606719" y="3818568"/>
              <a:ext cx="41548" cy="155261"/>
            </a:xfrm>
            <a:custGeom>
              <a:avLst/>
              <a:gdLst/>
              <a:ahLst/>
              <a:cxnLst/>
              <a:rect l="l" t="t" r="r" b="b"/>
              <a:pathLst>
                <a:path w="41548" h="155261" extrusionOk="0">
                  <a:moveTo>
                    <a:pt x="37129" y="4099"/>
                  </a:moveTo>
                  <a:cubicBezTo>
                    <a:pt x="35796" y="-2378"/>
                    <a:pt x="25127" y="-758"/>
                    <a:pt x="26556" y="6005"/>
                  </a:cubicBezTo>
                  <a:cubicBezTo>
                    <a:pt x="36938" y="55535"/>
                    <a:pt x="28080" y="104398"/>
                    <a:pt x="839" y="147070"/>
                  </a:cubicBezTo>
                  <a:cubicBezTo>
                    <a:pt x="-2781" y="152785"/>
                    <a:pt x="6268" y="158595"/>
                    <a:pt x="9888" y="152975"/>
                  </a:cubicBezTo>
                  <a:cubicBezTo>
                    <a:pt x="38558" y="108017"/>
                    <a:pt x="48083" y="56297"/>
                    <a:pt x="37129" y="40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5" name="Google Shape;2705;p69"/>
            <p:cNvSpPr/>
            <p:nvPr/>
          </p:nvSpPr>
          <p:spPr>
            <a:xfrm>
              <a:off x="5674140" y="3821407"/>
              <a:ext cx="40156" cy="156371"/>
            </a:xfrm>
            <a:custGeom>
              <a:avLst/>
              <a:gdLst/>
              <a:ahLst/>
              <a:cxnLst/>
              <a:rect l="l" t="t" r="r" b="b"/>
              <a:pathLst>
                <a:path w="40156" h="156371" extrusionOk="0">
                  <a:moveTo>
                    <a:pt x="30382" y="2309"/>
                  </a:moveTo>
                  <a:cubicBezTo>
                    <a:pt x="3807" y="48505"/>
                    <a:pt x="-5527" y="99655"/>
                    <a:pt x="3141" y="152232"/>
                  </a:cubicBezTo>
                  <a:cubicBezTo>
                    <a:pt x="4188" y="158805"/>
                    <a:pt x="14856" y="157090"/>
                    <a:pt x="13713" y="150328"/>
                  </a:cubicBezTo>
                  <a:cubicBezTo>
                    <a:pt x="5522" y="100607"/>
                    <a:pt x="14285" y="51934"/>
                    <a:pt x="39431" y="8310"/>
                  </a:cubicBezTo>
                  <a:cubicBezTo>
                    <a:pt x="42765" y="2404"/>
                    <a:pt x="33716" y="-3406"/>
                    <a:pt x="30382" y="24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6" name="Google Shape;2706;p69"/>
            <p:cNvSpPr/>
            <p:nvPr/>
          </p:nvSpPr>
          <p:spPr>
            <a:xfrm>
              <a:off x="5717184" y="3818506"/>
              <a:ext cx="58444" cy="106295"/>
            </a:xfrm>
            <a:custGeom>
              <a:avLst/>
              <a:gdLst/>
              <a:ahLst/>
              <a:cxnLst/>
              <a:rect l="l" t="t" r="r" b="b"/>
              <a:pathLst>
                <a:path w="58444" h="106295" extrusionOk="0">
                  <a:moveTo>
                    <a:pt x="51155" y="50168"/>
                  </a:moveTo>
                  <a:cubicBezTo>
                    <a:pt x="34487" y="35309"/>
                    <a:pt x="20390" y="45215"/>
                    <a:pt x="11722" y="59979"/>
                  </a:cubicBezTo>
                  <a:cubicBezTo>
                    <a:pt x="15627" y="38452"/>
                    <a:pt x="28486" y="18164"/>
                    <a:pt x="48965" y="9782"/>
                  </a:cubicBezTo>
                  <a:cubicBezTo>
                    <a:pt x="55441" y="7115"/>
                    <a:pt x="50203" y="-2124"/>
                    <a:pt x="44012" y="447"/>
                  </a:cubicBezTo>
                  <a:cubicBezTo>
                    <a:pt x="18675" y="10925"/>
                    <a:pt x="4102" y="36166"/>
                    <a:pt x="482" y="62646"/>
                  </a:cubicBezTo>
                  <a:cubicBezTo>
                    <a:pt x="-1804" y="79600"/>
                    <a:pt x="3435" y="113985"/>
                    <a:pt x="29248" y="104746"/>
                  </a:cubicBezTo>
                  <a:cubicBezTo>
                    <a:pt x="46964" y="98460"/>
                    <a:pt x="70586" y="67503"/>
                    <a:pt x="51155" y="50168"/>
                  </a:cubicBezTo>
                  <a:close/>
                  <a:moveTo>
                    <a:pt x="42488" y="80553"/>
                  </a:moveTo>
                  <a:cubicBezTo>
                    <a:pt x="38106" y="89125"/>
                    <a:pt x="22390" y="103794"/>
                    <a:pt x="12865" y="88649"/>
                  </a:cubicBezTo>
                  <a:cubicBezTo>
                    <a:pt x="12198" y="87506"/>
                    <a:pt x="11722" y="86268"/>
                    <a:pt x="11341" y="84934"/>
                  </a:cubicBezTo>
                  <a:cubicBezTo>
                    <a:pt x="12770" y="84553"/>
                    <a:pt x="14008" y="83601"/>
                    <a:pt x="14484" y="81696"/>
                  </a:cubicBezTo>
                  <a:cubicBezTo>
                    <a:pt x="15341" y="77695"/>
                    <a:pt x="16484" y="73790"/>
                    <a:pt x="17818" y="69885"/>
                  </a:cubicBezTo>
                  <a:cubicBezTo>
                    <a:pt x="23438" y="51692"/>
                    <a:pt x="58394" y="49787"/>
                    <a:pt x="42488" y="805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7" name="Google Shape;2707;p69"/>
            <p:cNvSpPr/>
            <p:nvPr/>
          </p:nvSpPr>
          <p:spPr>
            <a:xfrm>
              <a:off x="5797589" y="3846017"/>
              <a:ext cx="51515" cy="42836"/>
            </a:xfrm>
            <a:custGeom>
              <a:avLst/>
              <a:gdLst/>
              <a:ahLst/>
              <a:cxnLst/>
              <a:rect l="l" t="t" r="r" b="b"/>
              <a:pathLst>
                <a:path w="51515" h="42836" extrusionOk="0">
                  <a:moveTo>
                    <a:pt x="44951" y="6083"/>
                  </a:moveTo>
                  <a:cubicBezTo>
                    <a:pt x="39902" y="6559"/>
                    <a:pt x="34759" y="7035"/>
                    <a:pt x="29711" y="7512"/>
                  </a:cubicBezTo>
                  <a:cubicBezTo>
                    <a:pt x="29711" y="7321"/>
                    <a:pt x="29711" y="7131"/>
                    <a:pt x="29806" y="6940"/>
                  </a:cubicBezTo>
                  <a:cubicBezTo>
                    <a:pt x="31235" y="463"/>
                    <a:pt x="20948" y="-3061"/>
                    <a:pt x="19519" y="3511"/>
                  </a:cubicBezTo>
                  <a:cubicBezTo>
                    <a:pt x="19138" y="5225"/>
                    <a:pt x="18757" y="6845"/>
                    <a:pt x="18471" y="8559"/>
                  </a:cubicBezTo>
                  <a:cubicBezTo>
                    <a:pt x="13708" y="9036"/>
                    <a:pt x="8851" y="9417"/>
                    <a:pt x="4088" y="9893"/>
                  </a:cubicBezTo>
                  <a:cubicBezTo>
                    <a:pt x="-2865" y="10560"/>
                    <a:pt x="-198" y="20656"/>
                    <a:pt x="6470" y="20085"/>
                  </a:cubicBezTo>
                  <a:cubicBezTo>
                    <a:pt x="9708" y="19799"/>
                    <a:pt x="12947" y="19513"/>
                    <a:pt x="16280" y="19227"/>
                  </a:cubicBezTo>
                  <a:lnTo>
                    <a:pt x="12661" y="35896"/>
                  </a:lnTo>
                  <a:cubicBezTo>
                    <a:pt x="11232" y="42373"/>
                    <a:pt x="21519" y="45897"/>
                    <a:pt x="22948" y="39325"/>
                  </a:cubicBezTo>
                  <a:lnTo>
                    <a:pt x="27520" y="18180"/>
                  </a:lnTo>
                  <a:lnTo>
                    <a:pt x="47427" y="16370"/>
                  </a:lnTo>
                  <a:cubicBezTo>
                    <a:pt x="54380" y="15703"/>
                    <a:pt x="51713" y="5607"/>
                    <a:pt x="45046" y="61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8" name="Google Shape;2708;p69"/>
            <p:cNvSpPr/>
            <p:nvPr/>
          </p:nvSpPr>
          <p:spPr>
            <a:xfrm>
              <a:off x="5849511" y="3838280"/>
              <a:ext cx="106973" cy="76766"/>
            </a:xfrm>
            <a:custGeom>
              <a:avLst/>
              <a:gdLst/>
              <a:ahLst/>
              <a:cxnLst/>
              <a:rect l="l" t="t" r="r" b="b"/>
              <a:pathLst>
                <a:path w="106973" h="76766" extrusionOk="0">
                  <a:moveTo>
                    <a:pt x="96660" y="51825"/>
                  </a:moveTo>
                  <a:cubicBezTo>
                    <a:pt x="94755" y="54301"/>
                    <a:pt x="83135" y="68303"/>
                    <a:pt x="79801" y="58111"/>
                  </a:cubicBezTo>
                  <a:cubicBezTo>
                    <a:pt x="78372" y="53825"/>
                    <a:pt x="80563" y="47919"/>
                    <a:pt x="81516" y="43824"/>
                  </a:cubicBezTo>
                  <a:cubicBezTo>
                    <a:pt x="83802" y="34299"/>
                    <a:pt x="88088" y="23535"/>
                    <a:pt x="87802" y="13629"/>
                  </a:cubicBezTo>
                  <a:cubicBezTo>
                    <a:pt x="87135" y="-6564"/>
                    <a:pt x="58560" y="12772"/>
                    <a:pt x="51702" y="16868"/>
                  </a:cubicBezTo>
                  <a:cubicBezTo>
                    <a:pt x="51512" y="13343"/>
                    <a:pt x="50940" y="10105"/>
                    <a:pt x="49416" y="7438"/>
                  </a:cubicBezTo>
                  <a:cubicBezTo>
                    <a:pt x="46178" y="1723"/>
                    <a:pt x="41987" y="-753"/>
                    <a:pt x="35415" y="199"/>
                  </a:cubicBezTo>
                  <a:cubicBezTo>
                    <a:pt x="29700" y="1056"/>
                    <a:pt x="26747" y="7628"/>
                    <a:pt x="23032" y="11915"/>
                  </a:cubicBezTo>
                  <a:cubicBezTo>
                    <a:pt x="20365" y="9438"/>
                    <a:pt x="15412" y="9248"/>
                    <a:pt x="14364" y="13534"/>
                  </a:cubicBezTo>
                  <a:cubicBezTo>
                    <a:pt x="9602" y="32298"/>
                    <a:pt x="4839" y="51062"/>
                    <a:pt x="172" y="69827"/>
                  </a:cubicBezTo>
                  <a:cubicBezTo>
                    <a:pt x="-1447" y="76304"/>
                    <a:pt x="8840" y="79828"/>
                    <a:pt x="10459" y="73256"/>
                  </a:cubicBezTo>
                  <a:cubicBezTo>
                    <a:pt x="14746" y="56397"/>
                    <a:pt x="18936" y="39537"/>
                    <a:pt x="23223" y="22678"/>
                  </a:cubicBezTo>
                  <a:cubicBezTo>
                    <a:pt x="24747" y="23059"/>
                    <a:pt x="26366" y="22964"/>
                    <a:pt x="27890" y="22011"/>
                  </a:cubicBezTo>
                  <a:cubicBezTo>
                    <a:pt x="30652" y="20201"/>
                    <a:pt x="32462" y="18106"/>
                    <a:pt x="34367" y="15534"/>
                  </a:cubicBezTo>
                  <a:cubicBezTo>
                    <a:pt x="40272" y="7533"/>
                    <a:pt x="40558" y="18106"/>
                    <a:pt x="40272" y="22583"/>
                  </a:cubicBezTo>
                  <a:cubicBezTo>
                    <a:pt x="39320" y="37442"/>
                    <a:pt x="35700" y="52015"/>
                    <a:pt x="30843" y="66112"/>
                  </a:cubicBezTo>
                  <a:cubicBezTo>
                    <a:pt x="28652" y="72399"/>
                    <a:pt x="38939" y="75923"/>
                    <a:pt x="41130" y="69541"/>
                  </a:cubicBezTo>
                  <a:cubicBezTo>
                    <a:pt x="44844" y="58873"/>
                    <a:pt x="47511" y="48110"/>
                    <a:pt x="49512" y="37061"/>
                  </a:cubicBezTo>
                  <a:cubicBezTo>
                    <a:pt x="50083" y="34013"/>
                    <a:pt x="50750" y="30298"/>
                    <a:pt x="51322" y="26488"/>
                  </a:cubicBezTo>
                  <a:cubicBezTo>
                    <a:pt x="52655" y="27345"/>
                    <a:pt x="54465" y="27726"/>
                    <a:pt x="56274" y="26583"/>
                  </a:cubicBezTo>
                  <a:cubicBezTo>
                    <a:pt x="62085" y="23250"/>
                    <a:pt x="67895" y="19916"/>
                    <a:pt x="73705" y="16582"/>
                  </a:cubicBezTo>
                  <a:cubicBezTo>
                    <a:pt x="78087" y="14486"/>
                    <a:pt x="78849" y="16010"/>
                    <a:pt x="75991" y="21154"/>
                  </a:cubicBezTo>
                  <a:cubicBezTo>
                    <a:pt x="75039" y="24964"/>
                    <a:pt x="74086" y="28869"/>
                    <a:pt x="73229" y="32679"/>
                  </a:cubicBezTo>
                  <a:cubicBezTo>
                    <a:pt x="71038" y="41728"/>
                    <a:pt x="68085" y="50586"/>
                    <a:pt x="69419" y="60016"/>
                  </a:cubicBezTo>
                  <a:cubicBezTo>
                    <a:pt x="70372" y="67255"/>
                    <a:pt x="77039" y="71065"/>
                    <a:pt x="83516" y="72208"/>
                  </a:cubicBezTo>
                  <a:cubicBezTo>
                    <a:pt x="92469" y="73732"/>
                    <a:pt x="101137" y="63826"/>
                    <a:pt x="105900" y="57825"/>
                  </a:cubicBezTo>
                  <a:cubicBezTo>
                    <a:pt x="110091" y="52491"/>
                    <a:pt x="100947" y="46681"/>
                    <a:pt x="96851" y="51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9" name="Google Shape;2709;p69"/>
            <p:cNvSpPr/>
            <p:nvPr/>
          </p:nvSpPr>
          <p:spPr>
            <a:xfrm>
              <a:off x="5956426" y="3823254"/>
              <a:ext cx="31706" cy="137680"/>
            </a:xfrm>
            <a:custGeom>
              <a:avLst/>
              <a:gdLst/>
              <a:ahLst/>
              <a:cxnLst/>
              <a:rect l="l" t="t" r="r" b="b"/>
              <a:pathLst>
                <a:path w="31706" h="137680" extrusionOk="0">
                  <a:moveTo>
                    <a:pt x="20701" y="3033"/>
                  </a:moveTo>
                  <a:cubicBezTo>
                    <a:pt x="18225" y="-3158"/>
                    <a:pt x="8509" y="1033"/>
                    <a:pt x="11081" y="7510"/>
                  </a:cubicBezTo>
                  <a:cubicBezTo>
                    <a:pt x="27369" y="48182"/>
                    <a:pt x="23559" y="91997"/>
                    <a:pt x="794" y="129430"/>
                  </a:cubicBezTo>
                  <a:cubicBezTo>
                    <a:pt x="-2730" y="135240"/>
                    <a:pt x="6414" y="141051"/>
                    <a:pt x="9843" y="135336"/>
                  </a:cubicBezTo>
                  <a:cubicBezTo>
                    <a:pt x="34703" y="94473"/>
                    <a:pt x="38418" y="47324"/>
                    <a:pt x="20701" y="3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0" name="Google Shape;2710;p69"/>
            <p:cNvSpPr/>
            <p:nvPr/>
          </p:nvSpPr>
          <p:spPr>
            <a:xfrm>
              <a:off x="6020283" y="3860762"/>
              <a:ext cx="32085" cy="11441"/>
            </a:xfrm>
            <a:custGeom>
              <a:avLst/>
              <a:gdLst/>
              <a:ahLst/>
              <a:cxnLst/>
              <a:rect l="l" t="t" r="r" b="b"/>
              <a:pathLst>
                <a:path w="32085" h="11441" extrusionOk="0">
                  <a:moveTo>
                    <a:pt x="27139" y="1054"/>
                  </a:moveTo>
                  <a:lnTo>
                    <a:pt x="5422" y="6"/>
                  </a:lnTo>
                  <a:cubicBezTo>
                    <a:pt x="-1531" y="-280"/>
                    <a:pt x="-1912" y="10007"/>
                    <a:pt x="4946" y="10388"/>
                  </a:cubicBezTo>
                  <a:lnTo>
                    <a:pt x="26663" y="11436"/>
                  </a:lnTo>
                  <a:cubicBezTo>
                    <a:pt x="33616" y="11722"/>
                    <a:pt x="33997" y="1435"/>
                    <a:pt x="27139" y="10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1" name="Google Shape;2711;p69"/>
            <p:cNvSpPr/>
            <p:nvPr/>
          </p:nvSpPr>
          <p:spPr>
            <a:xfrm>
              <a:off x="6063704" y="3779718"/>
              <a:ext cx="40697" cy="165607"/>
            </a:xfrm>
            <a:custGeom>
              <a:avLst/>
              <a:gdLst/>
              <a:ahLst/>
              <a:cxnLst/>
              <a:rect l="l" t="t" r="r" b="b"/>
              <a:pathLst>
                <a:path w="40697" h="165607" extrusionOk="0">
                  <a:moveTo>
                    <a:pt x="29914" y="3136"/>
                  </a:moveTo>
                  <a:cubicBezTo>
                    <a:pt x="9340" y="46379"/>
                    <a:pt x="-17997" y="120674"/>
                    <a:pt x="16293" y="163632"/>
                  </a:cubicBezTo>
                  <a:cubicBezTo>
                    <a:pt x="20484" y="168966"/>
                    <a:pt x="28676" y="162394"/>
                    <a:pt x="24294" y="156964"/>
                  </a:cubicBezTo>
                  <a:cubicBezTo>
                    <a:pt x="-6852" y="117912"/>
                    <a:pt x="21437" y="45808"/>
                    <a:pt x="40201" y="6565"/>
                  </a:cubicBezTo>
                  <a:cubicBezTo>
                    <a:pt x="43059" y="564"/>
                    <a:pt x="32771" y="-2865"/>
                    <a:pt x="29914" y="3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2" name="Google Shape;2712;p69"/>
            <p:cNvSpPr/>
            <p:nvPr/>
          </p:nvSpPr>
          <p:spPr>
            <a:xfrm>
              <a:off x="6089530" y="3803465"/>
              <a:ext cx="85448" cy="112028"/>
            </a:xfrm>
            <a:custGeom>
              <a:avLst/>
              <a:gdLst/>
              <a:ahLst/>
              <a:cxnLst/>
              <a:rect l="l" t="t" r="r" b="b"/>
              <a:pathLst>
                <a:path w="85448" h="112028" extrusionOk="0">
                  <a:moveTo>
                    <a:pt x="75716" y="84640"/>
                  </a:moveTo>
                  <a:cubicBezTo>
                    <a:pt x="72573" y="90450"/>
                    <a:pt x="69620" y="95308"/>
                    <a:pt x="64857" y="99975"/>
                  </a:cubicBezTo>
                  <a:cubicBezTo>
                    <a:pt x="54189" y="110548"/>
                    <a:pt x="45903" y="101785"/>
                    <a:pt x="40568" y="91974"/>
                  </a:cubicBezTo>
                  <a:cubicBezTo>
                    <a:pt x="41235" y="91212"/>
                    <a:pt x="41997" y="90450"/>
                    <a:pt x="42569" y="89783"/>
                  </a:cubicBezTo>
                  <a:cubicBezTo>
                    <a:pt x="63143" y="65970"/>
                    <a:pt x="70667" y="34443"/>
                    <a:pt x="61142" y="4153"/>
                  </a:cubicBezTo>
                  <a:cubicBezTo>
                    <a:pt x="60190" y="1201"/>
                    <a:pt x="57714" y="-323"/>
                    <a:pt x="54666" y="58"/>
                  </a:cubicBezTo>
                  <a:cubicBezTo>
                    <a:pt x="38187" y="1867"/>
                    <a:pt x="28091" y="16917"/>
                    <a:pt x="32949" y="32824"/>
                  </a:cubicBezTo>
                  <a:cubicBezTo>
                    <a:pt x="34854" y="39110"/>
                    <a:pt x="45522" y="37491"/>
                    <a:pt x="43521" y="30919"/>
                  </a:cubicBezTo>
                  <a:cubicBezTo>
                    <a:pt x="41045" y="21012"/>
                    <a:pt x="43902" y="14631"/>
                    <a:pt x="51999" y="11678"/>
                  </a:cubicBezTo>
                  <a:cubicBezTo>
                    <a:pt x="56951" y="32062"/>
                    <a:pt x="53808" y="52159"/>
                    <a:pt x="43331" y="70828"/>
                  </a:cubicBezTo>
                  <a:cubicBezTo>
                    <a:pt x="41235" y="74638"/>
                    <a:pt x="38568" y="78067"/>
                    <a:pt x="35711" y="81211"/>
                  </a:cubicBezTo>
                  <a:cubicBezTo>
                    <a:pt x="35044" y="79401"/>
                    <a:pt x="34473" y="77877"/>
                    <a:pt x="34187" y="76829"/>
                  </a:cubicBezTo>
                  <a:cubicBezTo>
                    <a:pt x="33425" y="74543"/>
                    <a:pt x="31710" y="72829"/>
                    <a:pt x="29139" y="72638"/>
                  </a:cubicBezTo>
                  <a:cubicBezTo>
                    <a:pt x="19518" y="71971"/>
                    <a:pt x="11613" y="73400"/>
                    <a:pt x="2849" y="77686"/>
                  </a:cubicBezTo>
                  <a:cubicBezTo>
                    <a:pt x="564" y="78829"/>
                    <a:pt x="-294" y="80925"/>
                    <a:pt x="87" y="83306"/>
                  </a:cubicBezTo>
                  <a:cubicBezTo>
                    <a:pt x="1135" y="91974"/>
                    <a:pt x="-1056" y="107500"/>
                    <a:pt x="11517" y="108357"/>
                  </a:cubicBezTo>
                  <a:cubicBezTo>
                    <a:pt x="19137" y="108928"/>
                    <a:pt x="26948" y="104356"/>
                    <a:pt x="33425" y="98927"/>
                  </a:cubicBezTo>
                  <a:cubicBezTo>
                    <a:pt x="47998" y="118358"/>
                    <a:pt x="70572" y="116644"/>
                    <a:pt x="84765" y="90640"/>
                  </a:cubicBezTo>
                  <a:cubicBezTo>
                    <a:pt x="88003" y="84735"/>
                    <a:pt x="78859" y="78925"/>
                    <a:pt x="75716" y="84735"/>
                  </a:cubicBezTo>
                  <a:close/>
                  <a:moveTo>
                    <a:pt x="22090" y="93593"/>
                  </a:moveTo>
                  <a:cubicBezTo>
                    <a:pt x="564" y="109690"/>
                    <a:pt x="18280" y="65875"/>
                    <a:pt x="26091" y="85592"/>
                  </a:cubicBezTo>
                  <a:cubicBezTo>
                    <a:pt x="26567" y="86830"/>
                    <a:pt x="27138" y="87973"/>
                    <a:pt x="27710" y="89116"/>
                  </a:cubicBezTo>
                  <a:cubicBezTo>
                    <a:pt x="25900" y="90640"/>
                    <a:pt x="23995" y="92164"/>
                    <a:pt x="22090" y="935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3" name="Google Shape;2713;p69"/>
            <p:cNvSpPr/>
            <p:nvPr/>
          </p:nvSpPr>
          <p:spPr>
            <a:xfrm>
              <a:off x="6179326" y="3844916"/>
              <a:ext cx="113635" cy="67515"/>
            </a:xfrm>
            <a:custGeom>
              <a:avLst/>
              <a:gdLst/>
              <a:ahLst/>
              <a:cxnLst/>
              <a:rect l="l" t="t" r="r" b="b"/>
              <a:pathLst>
                <a:path w="113635" h="67515" extrusionOk="0">
                  <a:moveTo>
                    <a:pt x="103649" y="43570"/>
                  </a:moveTo>
                  <a:cubicBezTo>
                    <a:pt x="97649" y="51476"/>
                    <a:pt x="90219" y="55762"/>
                    <a:pt x="81075" y="56810"/>
                  </a:cubicBezTo>
                  <a:cubicBezTo>
                    <a:pt x="82980" y="42903"/>
                    <a:pt x="85361" y="28901"/>
                    <a:pt x="86028" y="14900"/>
                  </a:cubicBezTo>
                  <a:cubicBezTo>
                    <a:pt x="86314" y="8804"/>
                    <a:pt x="81837" y="6518"/>
                    <a:pt x="77170" y="4517"/>
                  </a:cubicBezTo>
                  <a:cubicBezTo>
                    <a:pt x="69835" y="1374"/>
                    <a:pt x="62215" y="7756"/>
                    <a:pt x="55643" y="16614"/>
                  </a:cubicBezTo>
                  <a:cubicBezTo>
                    <a:pt x="55167" y="6994"/>
                    <a:pt x="51643" y="-626"/>
                    <a:pt x="41737" y="41"/>
                  </a:cubicBezTo>
                  <a:cubicBezTo>
                    <a:pt x="34498" y="517"/>
                    <a:pt x="28307" y="3470"/>
                    <a:pt x="23068" y="8042"/>
                  </a:cubicBezTo>
                  <a:cubicBezTo>
                    <a:pt x="23068" y="2231"/>
                    <a:pt x="14019" y="-531"/>
                    <a:pt x="12781" y="5565"/>
                  </a:cubicBezTo>
                  <a:cubicBezTo>
                    <a:pt x="11066" y="14233"/>
                    <a:pt x="9257" y="22805"/>
                    <a:pt x="7256" y="31473"/>
                  </a:cubicBezTo>
                  <a:cubicBezTo>
                    <a:pt x="3065" y="41570"/>
                    <a:pt x="684" y="52428"/>
                    <a:pt x="17" y="61001"/>
                  </a:cubicBezTo>
                  <a:cubicBezTo>
                    <a:pt x="-459" y="66716"/>
                    <a:pt x="9066" y="68906"/>
                    <a:pt x="10590" y="63096"/>
                  </a:cubicBezTo>
                  <a:cubicBezTo>
                    <a:pt x="12876" y="54428"/>
                    <a:pt x="15067" y="45856"/>
                    <a:pt x="17067" y="37093"/>
                  </a:cubicBezTo>
                  <a:cubicBezTo>
                    <a:pt x="19258" y="32045"/>
                    <a:pt x="21925" y="27187"/>
                    <a:pt x="25449" y="22329"/>
                  </a:cubicBezTo>
                  <a:cubicBezTo>
                    <a:pt x="30688" y="11375"/>
                    <a:pt x="37165" y="11089"/>
                    <a:pt x="44785" y="21377"/>
                  </a:cubicBezTo>
                  <a:cubicBezTo>
                    <a:pt x="45451" y="30520"/>
                    <a:pt x="42404" y="39474"/>
                    <a:pt x="39070" y="47856"/>
                  </a:cubicBezTo>
                  <a:cubicBezTo>
                    <a:pt x="36689" y="54143"/>
                    <a:pt x="46880" y="57571"/>
                    <a:pt x="49357" y="51285"/>
                  </a:cubicBezTo>
                  <a:cubicBezTo>
                    <a:pt x="52119" y="44046"/>
                    <a:pt x="55548" y="37283"/>
                    <a:pt x="59644" y="30711"/>
                  </a:cubicBezTo>
                  <a:cubicBezTo>
                    <a:pt x="61263" y="28139"/>
                    <a:pt x="75265" y="13852"/>
                    <a:pt x="75074" y="18043"/>
                  </a:cubicBezTo>
                  <a:cubicBezTo>
                    <a:pt x="74407" y="32616"/>
                    <a:pt x="71359" y="47475"/>
                    <a:pt x="69455" y="61953"/>
                  </a:cubicBezTo>
                  <a:cubicBezTo>
                    <a:pt x="69074" y="64811"/>
                    <a:pt x="71931" y="67382"/>
                    <a:pt x="74598" y="67478"/>
                  </a:cubicBezTo>
                  <a:cubicBezTo>
                    <a:pt x="90600" y="68049"/>
                    <a:pt x="102982" y="62239"/>
                    <a:pt x="112603" y="49475"/>
                  </a:cubicBezTo>
                  <a:cubicBezTo>
                    <a:pt x="116699" y="44046"/>
                    <a:pt x="107555" y="38236"/>
                    <a:pt x="103554" y="43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4" name="Google Shape;2714;p69"/>
            <p:cNvSpPr/>
            <p:nvPr/>
          </p:nvSpPr>
          <p:spPr>
            <a:xfrm>
              <a:off x="6300984" y="3844665"/>
              <a:ext cx="37610" cy="11727"/>
            </a:xfrm>
            <a:custGeom>
              <a:avLst/>
              <a:gdLst/>
              <a:ahLst/>
              <a:cxnLst/>
              <a:rect l="l" t="t" r="r" b="b"/>
              <a:pathLst>
                <a:path w="37610" h="11727" extrusionOk="0">
                  <a:moveTo>
                    <a:pt x="32664" y="6"/>
                  </a:moveTo>
                  <a:cubicBezTo>
                    <a:pt x="23615" y="482"/>
                    <a:pt x="14471" y="863"/>
                    <a:pt x="5422" y="1339"/>
                  </a:cubicBezTo>
                  <a:cubicBezTo>
                    <a:pt x="-1531" y="1720"/>
                    <a:pt x="-1912" y="12007"/>
                    <a:pt x="4946" y="11721"/>
                  </a:cubicBezTo>
                  <a:cubicBezTo>
                    <a:pt x="13995" y="11245"/>
                    <a:pt x="23139" y="10864"/>
                    <a:pt x="32188" y="10388"/>
                  </a:cubicBezTo>
                  <a:cubicBezTo>
                    <a:pt x="39141" y="10007"/>
                    <a:pt x="39522" y="-280"/>
                    <a:pt x="32664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5" name="Google Shape;2715;p69"/>
            <p:cNvSpPr/>
            <p:nvPr/>
          </p:nvSpPr>
          <p:spPr>
            <a:xfrm>
              <a:off x="6347555" y="3811537"/>
              <a:ext cx="61322" cy="102894"/>
            </a:xfrm>
            <a:custGeom>
              <a:avLst/>
              <a:gdLst/>
              <a:ahLst/>
              <a:cxnLst/>
              <a:rect l="l" t="t" r="r" b="b"/>
              <a:pathLst>
                <a:path w="61322" h="102894" extrusionOk="0">
                  <a:moveTo>
                    <a:pt x="22478" y="31134"/>
                  </a:moveTo>
                  <a:cubicBezTo>
                    <a:pt x="24288" y="23037"/>
                    <a:pt x="26098" y="15036"/>
                    <a:pt x="27812" y="6940"/>
                  </a:cubicBezTo>
                  <a:cubicBezTo>
                    <a:pt x="29146" y="463"/>
                    <a:pt x="18859" y="-3061"/>
                    <a:pt x="17526" y="3511"/>
                  </a:cubicBezTo>
                  <a:cubicBezTo>
                    <a:pt x="15049" y="15703"/>
                    <a:pt x="12382" y="27895"/>
                    <a:pt x="9525" y="39992"/>
                  </a:cubicBezTo>
                  <a:cubicBezTo>
                    <a:pt x="8382" y="44850"/>
                    <a:pt x="14192" y="49326"/>
                    <a:pt x="18287" y="45707"/>
                  </a:cubicBezTo>
                  <a:cubicBezTo>
                    <a:pt x="35051" y="30848"/>
                    <a:pt x="54673" y="46945"/>
                    <a:pt x="48672" y="66852"/>
                  </a:cubicBezTo>
                  <a:cubicBezTo>
                    <a:pt x="46101" y="72472"/>
                    <a:pt x="42576" y="77520"/>
                    <a:pt x="38100" y="81807"/>
                  </a:cubicBezTo>
                  <a:cubicBezTo>
                    <a:pt x="36766" y="83045"/>
                    <a:pt x="35433" y="84283"/>
                    <a:pt x="34099" y="85521"/>
                  </a:cubicBezTo>
                  <a:cubicBezTo>
                    <a:pt x="24669" y="95427"/>
                    <a:pt x="17240" y="93713"/>
                    <a:pt x="11715" y="80283"/>
                  </a:cubicBezTo>
                  <a:cubicBezTo>
                    <a:pt x="11715" y="79806"/>
                    <a:pt x="11810" y="79330"/>
                    <a:pt x="11906" y="78854"/>
                  </a:cubicBezTo>
                  <a:cubicBezTo>
                    <a:pt x="12763" y="72853"/>
                    <a:pt x="3333" y="71424"/>
                    <a:pt x="1333" y="76758"/>
                  </a:cubicBezTo>
                  <a:cubicBezTo>
                    <a:pt x="190" y="79711"/>
                    <a:pt x="-96" y="82473"/>
                    <a:pt x="95" y="85140"/>
                  </a:cubicBezTo>
                  <a:lnTo>
                    <a:pt x="95" y="85807"/>
                  </a:lnTo>
                  <a:cubicBezTo>
                    <a:pt x="-191" y="87331"/>
                    <a:pt x="190" y="88474"/>
                    <a:pt x="952" y="89331"/>
                  </a:cubicBezTo>
                  <a:cubicBezTo>
                    <a:pt x="3143" y="95618"/>
                    <a:pt x="9048" y="100285"/>
                    <a:pt x="16573" y="102285"/>
                  </a:cubicBezTo>
                  <a:cubicBezTo>
                    <a:pt x="32766" y="106476"/>
                    <a:pt x="48482" y="88093"/>
                    <a:pt x="56007" y="76473"/>
                  </a:cubicBezTo>
                  <a:cubicBezTo>
                    <a:pt x="72770" y="50660"/>
                    <a:pt x="46672" y="23609"/>
                    <a:pt x="22383" y="31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6" name="Google Shape;2716;p69"/>
            <p:cNvSpPr/>
            <p:nvPr/>
          </p:nvSpPr>
          <p:spPr>
            <a:xfrm>
              <a:off x="6416966" y="3802300"/>
              <a:ext cx="37978" cy="127959"/>
            </a:xfrm>
            <a:custGeom>
              <a:avLst/>
              <a:gdLst/>
              <a:ahLst/>
              <a:cxnLst/>
              <a:rect l="l" t="t" r="r" b="b"/>
              <a:pathLst>
                <a:path w="37978" h="127959" extrusionOk="0">
                  <a:moveTo>
                    <a:pt x="30983" y="3889"/>
                  </a:moveTo>
                  <a:cubicBezTo>
                    <a:pt x="28887" y="-2302"/>
                    <a:pt x="18219" y="-683"/>
                    <a:pt x="20410" y="5794"/>
                  </a:cubicBezTo>
                  <a:cubicBezTo>
                    <a:pt x="33840" y="45609"/>
                    <a:pt x="26982" y="86852"/>
                    <a:pt x="1074" y="119999"/>
                  </a:cubicBezTo>
                  <a:cubicBezTo>
                    <a:pt x="-3117" y="125333"/>
                    <a:pt x="6027" y="131143"/>
                    <a:pt x="10123" y="125904"/>
                  </a:cubicBezTo>
                  <a:cubicBezTo>
                    <a:pt x="37555" y="90757"/>
                    <a:pt x="45175" y="46085"/>
                    <a:pt x="30983" y="37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7" name="Google Shape;2717;p69"/>
            <p:cNvSpPr/>
            <p:nvPr/>
          </p:nvSpPr>
          <p:spPr>
            <a:xfrm>
              <a:off x="6467840" y="3798630"/>
              <a:ext cx="57461" cy="60197"/>
            </a:xfrm>
            <a:custGeom>
              <a:avLst/>
              <a:gdLst/>
              <a:ahLst/>
              <a:cxnLst/>
              <a:rect l="l" t="t" r="r" b="b"/>
              <a:pathLst>
                <a:path w="57461" h="60197" extrusionOk="0">
                  <a:moveTo>
                    <a:pt x="46593" y="43850"/>
                  </a:moveTo>
                  <a:cubicBezTo>
                    <a:pt x="45926" y="54994"/>
                    <a:pt x="30305" y="48136"/>
                    <a:pt x="26019" y="44326"/>
                  </a:cubicBezTo>
                  <a:cubicBezTo>
                    <a:pt x="25257" y="43660"/>
                    <a:pt x="24495" y="42898"/>
                    <a:pt x="23733" y="42136"/>
                  </a:cubicBezTo>
                  <a:cubicBezTo>
                    <a:pt x="31448" y="32515"/>
                    <a:pt x="31163" y="16418"/>
                    <a:pt x="30115" y="5369"/>
                  </a:cubicBezTo>
                  <a:cubicBezTo>
                    <a:pt x="29543" y="-1108"/>
                    <a:pt x="18685" y="-2156"/>
                    <a:pt x="19352" y="4607"/>
                  </a:cubicBezTo>
                  <a:cubicBezTo>
                    <a:pt x="20209" y="13656"/>
                    <a:pt x="20971" y="26229"/>
                    <a:pt x="15637" y="34135"/>
                  </a:cubicBezTo>
                  <a:cubicBezTo>
                    <a:pt x="13446" y="32039"/>
                    <a:pt x="11255" y="30039"/>
                    <a:pt x="8684" y="28324"/>
                  </a:cubicBezTo>
                  <a:cubicBezTo>
                    <a:pt x="6112" y="26610"/>
                    <a:pt x="1349" y="27372"/>
                    <a:pt x="587" y="30801"/>
                  </a:cubicBezTo>
                  <a:cubicBezTo>
                    <a:pt x="-841" y="37087"/>
                    <a:pt x="302" y="41850"/>
                    <a:pt x="4397" y="46898"/>
                  </a:cubicBezTo>
                  <a:cubicBezTo>
                    <a:pt x="7826" y="51089"/>
                    <a:pt x="11922" y="50327"/>
                    <a:pt x="15732" y="48327"/>
                  </a:cubicBezTo>
                  <a:cubicBezTo>
                    <a:pt x="21542" y="53947"/>
                    <a:pt x="27448" y="58995"/>
                    <a:pt x="36306" y="60042"/>
                  </a:cubicBezTo>
                  <a:cubicBezTo>
                    <a:pt x="46403" y="61281"/>
                    <a:pt x="56785" y="54994"/>
                    <a:pt x="57452" y="44422"/>
                  </a:cubicBezTo>
                  <a:cubicBezTo>
                    <a:pt x="57832" y="37849"/>
                    <a:pt x="47069" y="36897"/>
                    <a:pt x="46688" y="436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18" name="Google Shape;2718;p69"/>
          <p:cNvGrpSpPr/>
          <p:nvPr/>
        </p:nvGrpSpPr>
        <p:grpSpPr>
          <a:xfrm rot="-672595">
            <a:off x="7165669" y="2725206"/>
            <a:ext cx="706503" cy="483998"/>
            <a:chOff x="6874022" y="2672085"/>
            <a:chExt cx="706518" cy="484009"/>
          </a:xfrm>
        </p:grpSpPr>
        <p:grpSp>
          <p:nvGrpSpPr>
            <p:cNvPr id="2719" name="Google Shape;2719;p69"/>
            <p:cNvGrpSpPr/>
            <p:nvPr/>
          </p:nvGrpSpPr>
          <p:grpSpPr>
            <a:xfrm>
              <a:off x="6874022" y="2672085"/>
              <a:ext cx="651682" cy="363909"/>
              <a:chOff x="6874022" y="2672085"/>
              <a:chExt cx="651682" cy="363909"/>
            </a:xfrm>
          </p:grpSpPr>
          <p:sp>
            <p:nvSpPr>
              <p:cNvPr id="2720" name="Google Shape;2720;p69"/>
              <p:cNvSpPr/>
              <p:nvPr/>
            </p:nvSpPr>
            <p:spPr>
              <a:xfrm>
                <a:off x="6874022" y="2764240"/>
                <a:ext cx="108441" cy="271754"/>
              </a:xfrm>
              <a:custGeom>
                <a:avLst/>
                <a:gdLst/>
                <a:ahLst/>
                <a:cxnLst/>
                <a:rect l="l" t="t" r="r" b="b"/>
                <a:pathLst>
                  <a:path w="108441" h="271754" extrusionOk="0">
                    <a:moveTo>
                      <a:pt x="97897" y="140218"/>
                    </a:moveTo>
                    <a:cubicBezTo>
                      <a:pt x="95135" y="142313"/>
                      <a:pt x="92182" y="144504"/>
                      <a:pt x="89229" y="146599"/>
                    </a:cubicBezTo>
                    <a:cubicBezTo>
                      <a:pt x="90944" y="121549"/>
                      <a:pt x="92658" y="96498"/>
                      <a:pt x="94277" y="71447"/>
                    </a:cubicBezTo>
                    <a:cubicBezTo>
                      <a:pt x="95135" y="58969"/>
                      <a:pt x="95992" y="46396"/>
                      <a:pt x="96849" y="33919"/>
                    </a:cubicBezTo>
                    <a:cubicBezTo>
                      <a:pt x="97516" y="24489"/>
                      <a:pt x="98088" y="14202"/>
                      <a:pt x="93992" y="5439"/>
                    </a:cubicBezTo>
                    <a:cubicBezTo>
                      <a:pt x="92754" y="2867"/>
                      <a:pt x="90753" y="200"/>
                      <a:pt x="87896" y="10"/>
                    </a:cubicBezTo>
                    <a:cubicBezTo>
                      <a:pt x="84943" y="-181"/>
                      <a:pt x="82562" y="2486"/>
                      <a:pt x="81133" y="5058"/>
                    </a:cubicBezTo>
                    <a:cubicBezTo>
                      <a:pt x="73227" y="19631"/>
                      <a:pt x="75323" y="41062"/>
                      <a:pt x="73132" y="57255"/>
                    </a:cubicBezTo>
                    <a:cubicBezTo>
                      <a:pt x="70370" y="76781"/>
                      <a:pt x="65512" y="96117"/>
                      <a:pt x="56082" y="113548"/>
                    </a:cubicBezTo>
                    <a:cubicBezTo>
                      <a:pt x="53891" y="117643"/>
                      <a:pt x="51320" y="121644"/>
                      <a:pt x="47605" y="124501"/>
                    </a:cubicBezTo>
                    <a:cubicBezTo>
                      <a:pt x="42462" y="128407"/>
                      <a:pt x="35413" y="129550"/>
                      <a:pt x="29317" y="127454"/>
                    </a:cubicBezTo>
                    <a:cubicBezTo>
                      <a:pt x="15030" y="122596"/>
                      <a:pt x="13887" y="116691"/>
                      <a:pt x="13029" y="101832"/>
                    </a:cubicBezTo>
                    <a:cubicBezTo>
                      <a:pt x="12553" y="92878"/>
                      <a:pt x="14172" y="83353"/>
                      <a:pt x="15125" y="74400"/>
                    </a:cubicBezTo>
                    <a:cubicBezTo>
                      <a:pt x="17411" y="53159"/>
                      <a:pt x="22935" y="32299"/>
                      <a:pt x="29412" y="11916"/>
                    </a:cubicBezTo>
                    <a:cubicBezTo>
                      <a:pt x="31698" y="4772"/>
                      <a:pt x="19982" y="1438"/>
                      <a:pt x="17792" y="8582"/>
                    </a:cubicBezTo>
                    <a:cubicBezTo>
                      <a:pt x="7790" y="39919"/>
                      <a:pt x="-24499" y="140599"/>
                      <a:pt x="34746" y="142218"/>
                    </a:cubicBezTo>
                    <a:cubicBezTo>
                      <a:pt x="55034" y="142789"/>
                      <a:pt x="68846" y="116310"/>
                      <a:pt x="75323" y="101165"/>
                    </a:cubicBezTo>
                    <a:cubicBezTo>
                      <a:pt x="77990" y="94974"/>
                      <a:pt x="79990" y="88306"/>
                      <a:pt x="81514" y="81544"/>
                    </a:cubicBezTo>
                    <a:cubicBezTo>
                      <a:pt x="79895" y="106118"/>
                      <a:pt x="78180" y="130788"/>
                      <a:pt x="76561" y="155362"/>
                    </a:cubicBezTo>
                    <a:cubicBezTo>
                      <a:pt x="49224" y="174222"/>
                      <a:pt x="18649" y="195558"/>
                      <a:pt x="10457" y="226133"/>
                    </a:cubicBezTo>
                    <a:cubicBezTo>
                      <a:pt x="4171" y="249850"/>
                      <a:pt x="21602" y="270043"/>
                      <a:pt x="44081" y="271663"/>
                    </a:cubicBezTo>
                    <a:cubicBezTo>
                      <a:pt x="81228" y="274330"/>
                      <a:pt x="84372" y="218227"/>
                      <a:pt x="85991" y="195082"/>
                    </a:cubicBezTo>
                    <a:cubicBezTo>
                      <a:pt x="86753" y="184128"/>
                      <a:pt x="87515" y="173079"/>
                      <a:pt x="88181" y="162125"/>
                    </a:cubicBezTo>
                    <a:cubicBezTo>
                      <a:pt x="94373" y="157648"/>
                      <a:pt x="100469" y="153172"/>
                      <a:pt x="106374" y="148600"/>
                    </a:cubicBezTo>
                    <a:cubicBezTo>
                      <a:pt x="112470" y="143932"/>
                      <a:pt x="103707" y="135646"/>
                      <a:pt x="97897" y="140122"/>
                    </a:cubicBezTo>
                    <a:close/>
                    <a:moveTo>
                      <a:pt x="73799" y="194891"/>
                    </a:moveTo>
                    <a:cubicBezTo>
                      <a:pt x="72941" y="208226"/>
                      <a:pt x="68369" y="285760"/>
                      <a:pt x="29126" y="255089"/>
                    </a:cubicBezTo>
                    <a:cubicBezTo>
                      <a:pt x="7600" y="238230"/>
                      <a:pt x="30841" y="209369"/>
                      <a:pt x="43319" y="197558"/>
                    </a:cubicBezTo>
                    <a:cubicBezTo>
                      <a:pt x="53225" y="188224"/>
                      <a:pt x="64179" y="179746"/>
                      <a:pt x="75323" y="171555"/>
                    </a:cubicBezTo>
                    <a:cubicBezTo>
                      <a:pt x="74751" y="179365"/>
                      <a:pt x="74275" y="187176"/>
                      <a:pt x="73704" y="1948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1" name="Google Shape;2721;p69"/>
              <p:cNvSpPr/>
              <p:nvPr/>
            </p:nvSpPr>
            <p:spPr>
              <a:xfrm>
                <a:off x="6989632" y="2803039"/>
                <a:ext cx="6465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64654" h="20531" extrusionOk="0">
                    <a:moveTo>
                      <a:pt x="58773" y="835"/>
                    </a:moveTo>
                    <a:cubicBezTo>
                      <a:pt x="44676" y="835"/>
                      <a:pt x="28959" y="-1165"/>
                      <a:pt x="15053" y="1026"/>
                    </a:cubicBezTo>
                    <a:cubicBezTo>
                      <a:pt x="7338" y="2169"/>
                      <a:pt x="-187" y="5979"/>
                      <a:pt x="4" y="14742"/>
                    </a:cubicBezTo>
                    <a:cubicBezTo>
                      <a:pt x="99" y="22171"/>
                      <a:pt x="12196" y="22647"/>
                      <a:pt x="12100" y="15027"/>
                    </a:cubicBezTo>
                    <a:cubicBezTo>
                      <a:pt x="12100" y="10265"/>
                      <a:pt x="53915" y="12456"/>
                      <a:pt x="58868" y="12456"/>
                    </a:cubicBezTo>
                    <a:cubicBezTo>
                      <a:pt x="66679" y="12456"/>
                      <a:pt x="66488" y="930"/>
                      <a:pt x="58868" y="9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2" name="Google Shape;2722;p69"/>
              <p:cNvSpPr/>
              <p:nvPr/>
            </p:nvSpPr>
            <p:spPr>
              <a:xfrm>
                <a:off x="6992171" y="2827468"/>
                <a:ext cx="67984" cy="16438"/>
              </a:xfrm>
              <a:custGeom>
                <a:avLst/>
                <a:gdLst/>
                <a:ahLst/>
                <a:cxnLst/>
                <a:rect l="l" t="t" r="r" b="b"/>
                <a:pathLst>
                  <a:path w="67984" h="16438" extrusionOk="0">
                    <a:moveTo>
                      <a:pt x="62234" y="28"/>
                    </a:moveTo>
                    <a:cubicBezTo>
                      <a:pt x="43375" y="1647"/>
                      <a:pt x="24515" y="3266"/>
                      <a:pt x="5751" y="4886"/>
                    </a:cubicBezTo>
                    <a:cubicBezTo>
                      <a:pt x="-1965" y="5552"/>
                      <a:pt x="-1869" y="17078"/>
                      <a:pt x="5751" y="16411"/>
                    </a:cubicBezTo>
                    <a:cubicBezTo>
                      <a:pt x="24610" y="14791"/>
                      <a:pt x="43470" y="13172"/>
                      <a:pt x="62234" y="11553"/>
                    </a:cubicBezTo>
                    <a:cubicBezTo>
                      <a:pt x="69949" y="10886"/>
                      <a:pt x="69854" y="-639"/>
                      <a:pt x="62234" y="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3" name="Google Shape;2723;p69"/>
              <p:cNvSpPr/>
              <p:nvPr/>
            </p:nvSpPr>
            <p:spPr>
              <a:xfrm>
                <a:off x="7058719" y="2745090"/>
                <a:ext cx="98084" cy="146005"/>
              </a:xfrm>
              <a:custGeom>
                <a:avLst/>
                <a:gdLst/>
                <a:ahLst/>
                <a:cxnLst/>
                <a:rect l="l" t="t" r="r" b="b"/>
                <a:pathLst>
                  <a:path w="98084" h="146005" extrusionOk="0">
                    <a:moveTo>
                      <a:pt x="88174" y="115363"/>
                    </a:moveTo>
                    <a:cubicBezTo>
                      <a:pt x="74934" y="130507"/>
                      <a:pt x="56456" y="139270"/>
                      <a:pt x="42073" y="121649"/>
                    </a:cubicBezTo>
                    <a:cubicBezTo>
                      <a:pt x="60647" y="88693"/>
                      <a:pt x="60551" y="49069"/>
                      <a:pt x="55313" y="12207"/>
                    </a:cubicBezTo>
                    <a:cubicBezTo>
                      <a:pt x="54360" y="5825"/>
                      <a:pt x="47788" y="-2938"/>
                      <a:pt x="40263" y="967"/>
                    </a:cubicBezTo>
                    <a:cubicBezTo>
                      <a:pt x="28452" y="7063"/>
                      <a:pt x="29309" y="27256"/>
                      <a:pt x="30548" y="38020"/>
                    </a:cubicBezTo>
                    <a:cubicBezTo>
                      <a:pt x="31405" y="45259"/>
                      <a:pt x="43502" y="45830"/>
                      <a:pt x="42644" y="38305"/>
                    </a:cubicBezTo>
                    <a:cubicBezTo>
                      <a:pt x="41882" y="31543"/>
                      <a:pt x="45788" y="20113"/>
                      <a:pt x="43597" y="14969"/>
                    </a:cubicBezTo>
                    <a:cubicBezTo>
                      <a:pt x="47883" y="25447"/>
                      <a:pt x="46455" y="43258"/>
                      <a:pt x="46455" y="54688"/>
                    </a:cubicBezTo>
                    <a:cubicBezTo>
                      <a:pt x="46455" y="67833"/>
                      <a:pt x="44264" y="80787"/>
                      <a:pt x="40930" y="93550"/>
                    </a:cubicBezTo>
                    <a:cubicBezTo>
                      <a:pt x="39120" y="100789"/>
                      <a:pt x="35215" y="106504"/>
                      <a:pt x="32739" y="111934"/>
                    </a:cubicBezTo>
                    <a:cubicBezTo>
                      <a:pt x="30929" y="110600"/>
                      <a:pt x="29024" y="109457"/>
                      <a:pt x="26833" y="108028"/>
                    </a:cubicBezTo>
                    <a:cubicBezTo>
                      <a:pt x="17117" y="102028"/>
                      <a:pt x="7878" y="109362"/>
                      <a:pt x="2735" y="116887"/>
                    </a:cubicBezTo>
                    <a:cubicBezTo>
                      <a:pt x="-9552" y="134794"/>
                      <a:pt x="22832" y="148891"/>
                      <a:pt x="35215" y="132603"/>
                    </a:cubicBezTo>
                    <a:cubicBezTo>
                      <a:pt x="54170" y="157368"/>
                      <a:pt x="79125" y="143842"/>
                      <a:pt x="96556" y="124030"/>
                    </a:cubicBezTo>
                    <a:cubicBezTo>
                      <a:pt x="101604" y="118315"/>
                      <a:pt x="92936" y="110029"/>
                      <a:pt x="88079" y="1155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4" name="Google Shape;2724;p69"/>
              <p:cNvSpPr/>
              <p:nvPr/>
            </p:nvSpPr>
            <p:spPr>
              <a:xfrm>
                <a:off x="7162734" y="2716180"/>
                <a:ext cx="48186" cy="187451"/>
              </a:xfrm>
              <a:custGeom>
                <a:avLst/>
                <a:gdLst/>
                <a:ahLst/>
                <a:cxnLst/>
                <a:rect l="l" t="t" r="r" b="b"/>
                <a:pathLst>
                  <a:path w="48186" h="187451" extrusionOk="0">
                    <a:moveTo>
                      <a:pt x="47215" y="8731"/>
                    </a:moveTo>
                    <a:cubicBezTo>
                      <a:pt x="51406" y="2445"/>
                      <a:pt x="40928" y="-3556"/>
                      <a:pt x="36832" y="2540"/>
                    </a:cubicBezTo>
                    <a:cubicBezTo>
                      <a:pt x="9495" y="43688"/>
                      <a:pt x="-30605" y="162084"/>
                      <a:pt x="37690" y="187039"/>
                    </a:cubicBezTo>
                    <a:cubicBezTo>
                      <a:pt x="45024" y="189706"/>
                      <a:pt x="48072" y="178657"/>
                      <a:pt x="40833" y="175990"/>
                    </a:cubicBezTo>
                    <a:cubicBezTo>
                      <a:pt x="6638" y="163513"/>
                      <a:pt x="13020" y="107506"/>
                      <a:pt x="17211" y="80740"/>
                    </a:cubicBezTo>
                    <a:cubicBezTo>
                      <a:pt x="21307" y="54642"/>
                      <a:pt x="32736" y="30544"/>
                      <a:pt x="47215" y="87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5" name="Google Shape;2725;p69"/>
              <p:cNvSpPr/>
              <p:nvPr/>
            </p:nvSpPr>
            <p:spPr>
              <a:xfrm>
                <a:off x="7197926" y="2767640"/>
                <a:ext cx="59980" cy="97862"/>
              </a:xfrm>
              <a:custGeom>
                <a:avLst/>
                <a:gdLst/>
                <a:ahLst/>
                <a:cxnLst/>
                <a:rect l="l" t="t" r="r" b="b"/>
                <a:pathLst>
                  <a:path w="59980" h="97862" extrusionOk="0">
                    <a:moveTo>
                      <a:pt x="48884" y="8230"/>
                    </a:moveTo>
                    <a:cubicBezTo>
                      <a:pt x="42026" y="22327"/>
                      <a:pt x="34883" y="36233"/>
                      <a:pt x="27358" y="49949"/>
                    </a:cubicBezTo>
                    <a:cubicBezTo>
                      <a:pt x="26500" y="47759"/>
                      <a:pt x="25548" y="45473"/>
                      <a:pt x="24691" y="43282"/>
                    </a:cubicBezTo>
                    <a:cubicBezTo>
                      <a:pt x="20500" y="31185"/>
                      <a:pt x="19642" y="18422"/>
                      <a:pt x="20500" y="5753"/>
                    </a:cubicBezTo>
                    <a:cubicBezTo>
                      <a:pt x="20976" y="-1676"/>
                      <a:pt x="8879" y="-2057"/>
                      <a:pt x="8403" y="5468"/>
                    </a:cubicBezTo>
                    <a:cubicBezTo>
                      <a:pt x="7069" y="25661"/>
                      <a:pt x="11070" y="44996"/>
                      <a:pt x="20119" y="62523"/>
                    </a:cubicBezTo>
                    <a:cubicBezTo>
                      <a:pt x="18500" y="65190"/>
                      <a:pt x="16975" y="67952"/>
                      <a:pt x="15451" y="70714"/>
                    </a:cubicBezTo>
                    <a:cubicBezTo>
                      <a:pt x="13737" y="73667"/>
                      <a:pt x="11260" y="79477"/>
                      <a:pt x="8403" y="83382"/>
                    </a:cubicBezTo>
                    <a:cubicBezTo>
                      <a:pt x="5926" y="82430"/>
                      <a:pt x="3164" y="82811"/>
                      <a:pt x="1640" y="85668"/>
                    </a:cubicBezTo>
                    <a:cubicBezTo>
                      <a:pt x="1354" y="86240"/>
                      <a:pt x="1069" y="86811"/>
                      <a:pt x="783" y="87383"/>
                    </a:cubicBezTo>
                    <a:cubicBezTo>
                      <a:pt x="-455" y="89669"/>
                      <a:pt x="-265" y="92526"/>
                      <a:pt x="1640" y="94431"/>
                    </a:cubicBezTo>
                    <a:lnTo>
                      <a:pt x="3355" y="96050"/>
                    </a:lnTo>
                    <a:cubicBezTo>
                      <a:pt x="5450" y="98051"/>
                      <a:pt x="8117" y="98336"/>
                      <a:pt x="10689" y="97194"/>
                    </a:cubicBezTo>
                    <a:cubicBezTo>
                      <a:pt x="18309" y="93860"/>
                      <a:pt x="23452" y="83668"/>
                      <a:pt x="27739" y="74905"/>
                    </a:cubicBezTo>
                    <a:cubicBezTo>
                      <a:pt x="28406" y="75953"/>
                      <a:pt x="29072" y="77000"/>
                      <a:pt x="29834" y="77953"/>
                    </a:cubicBezTo>
                    <a:cubicBezTo>
                      <a:pt x="37264" y="87954"/>
                      <a:pt x="56695" y="98336"/>
                      <a:pt x="58695" y="78620"/>
                    </a:cubicBezTo>
                    <a:cubicBezTo>
                      <a:pt x="59457" y="71286"/>
                      <a:pt x="47360" y="70809"/>
                      <a:pt x="46598" y="78334"/>
                    </a:cubicBezTo>
                    <a:cubicBezTo>
                      <a:pt x="46693" y="77191"/>
                      <a:pt x="36216" y="66809"/>
                      <a:pt x="34597" y="64332"/>
                    </a:cubicBezTo>
                    <a:cubicBezTo>
                      <a:pt x="34311" y="63951"/>
                      <a:pt x="34120" y="63475"/>
                      <a:pt x="33930" y="63094"/>
                    </a:cubicBezTo>
                    <a:cubicBezTo>
                      <a:pt x="42979" y="47187"/>
                      <a:pt x="51456" y="30995"/>
                      <a:pt x="59362" y="14516"/>
                    </a:cubicBezTo>
                    <a:cubicBezTo>
                      <a:pt x="62600" y="7754"/>
                      <a:pt x="52218" y="1658"/>
                      <a:pt x="48979" y="83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6" name="Google Shape;2726;p69"/>
              <p:cNvSpPr/>
              <p:nvPr/>
            </p:nvSpPr>
            <p:spPr>
              <a:xfrm>
                <a:off x="7268977" y="2771676"/>
                <a:ext cx="55032" cy="73826"/>
              </a:xfrm>
              <a:custGeom>
                <a:avLst/>
                <a:gdLst/>
                <a:ahLst/>
                <a:cxnLst/>
                <a:rect l="l" t="t" r="r" b="b"/>
                <a:pathLst>
                  <a:path w="55032" h="73826" extrusionOk="0">
                    <a:moveTo>
                      <a:pt x="43174" y="21530"/>
                    </a:moveTo>
                    <a:cubicBezTo>
                      <a:pt x="41555" y="22387"/>
                      <a:pt x="37555" y="22768"/>
                      <a:pt x="33935" y="23054"/>
                    </a:cubicBezTo>
                    <a:cubicBezTo>
                      <a:pt x="34507" y="17244"/>
                      <a:pt x="34983" y="11529"/>
                      <a:pt x="35555" y="5719"/>
                    </a:cubicBezTo>
                    <a:cubicBezTo>
                      <a:pt x="36221" y="-1616"/>
                      <a:pt x="24124" y="-2092"/>
                      <a:pt x="23458" y="5433"/>
                    </a:cubicBezTo>
                    <a:lnTo>
                      <a:pt x="21743" y="24197"/>
                    </a:lnTo>
                    <a:cubicBezTo>
                      <a:pt x="15933" y="24959"/>
                      <a:pt x="10218" y="25816"/>
                      <a:pt x="4408" y="26578"/>
                    </a:cubicBezTo>
                    <a:cubicBezTo>
                      <a:pt x="-3403" y="27626"/>
                      <a:pt x="122" y="38866"/>
                      <a:pt x="7551" y="37818"/>
                    </a:cubicBezTo>
                    <a:cubicBezTo>
                      <a:pt x="11933" y="37246"/>
                      <a:pt x="16314" y="36580"/>
                      <a:pt x="20696" y="36008"/>
                    </a:cubicBezTo>
                    <a:cubicBezTo>
                      <a:pt x="19743" y="46676"/>
                      <a:pt x="18695" y="57344"/>
                      <a:pt x="17743" y="68107"/>
                    </a:cubicBezTo>
                    <a:cubicBezTo>
                      <a:pt x="17076" y="75442"/>
                      <a:pt x="29173" y="75918"/>
                      <a:pt x="29840" y="68393"/>
                    </a:cubicBezTo>
                    <a:cubicBezTo>
                      <a:pt x="30887" y="57058"/>
                      <a:pt x="31935" y="45724"/>
                      <a:pt x="32983" y="34389"/>
                    </a:cubicBezTo>
                    <a:cubicBezTo>
                      <a:pt x="36316" y="33913"/>
                      <a:pt x="39746" y="33436"/>
                      <a:pt x="43079" y="33055"/>
                    </a:cubicBezTo>
                    <a:cubicBezTo>
                      <a:pt x="50128" y="32103"/>
                      <a:pt x="56033" y="29341"/>
                      <a:pt x="54890" y="21435"/>
                    </a:cubicBezTo>
                    <a:cubicBezTo>
                      <a:pt x="53938" y="15053"/>
                      <a:pt x="44794" y="16101"/>
                      <a:pt x="43365" y="21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7" name="Google Shape;2727;p69"/>
              <p:cNvSpPr/>
              <p:nvPr/>
            </p:nvSpPr>
            <p:spPr>
              <a:xfrm>
                <a:off x="7327034" y="2734526"/>
                <a:ext cx="62999" cy="116971"/>
              </a:xfrm>
              <a:custGeom>
                <a:avLst/>
                <a:gdLst/>
                <a:ahLst/>
                <a:cxnLst/>
                <a:rect l="l" t="t" r="r" b="b"/>
                <a:pathLst>
                  <a:path w="62999" h="116971" extrusionOk="0">
                    <a:moveTo>
                      <a:pt x="44363" y="53441"/>
                    </a:moveTo>
                    <a:cubicBezTo>
                      <a:pt x="55127" y="39344"/>
                      <a:pt x="63032" y="20485"/>
                      <a:pt x="54460" y="6007"/>
                    </a:cubicBezTo>
                    <a:cubicBezTo>
                      <a:pt x="44268" y="-11233"/>
                      <a:pt x="21980" y="12960"/>
                      <a:pt x="20456" y="24485"/>
                    </a:cubicBezTo>
                    <a:cubicBezTo>
                      <a:pt x="19503" y="31820"/>
                      <a:pt x="31600" y="32201"/>
                      <a:pt x="32553" y="24771"/>
                    </a:cubicBezTo>
                    <a:cubicBezTo>
                      <a:pt x="37029" y="12103"/>
                      <a:pt x="41220" y="9245"/>
                      <a:pt x="45030" y="16294"/>
                    </a:cubicBezTo>
                    <a:cubicBezTo>
                      <a:pt x="45030" y="22009"/>
                      <a:pt x="43982" y="27533"/>
                      <a:pt x="42078" y="32867"/>
                    </a:cubicBezTo>
                    <a:cubicBezTo>
                      <a:pt x="39696" y="41154"/>
                      <a:pt x="34457" y="48012"/>
                      <a:pt x="28361" y="53918"/>
                    </a:cubicBezTo>
                    <a:cubicBezTo>
                      <a:pt x="26361" y="55061"/>
                      <a:pt x="24361" y="56870"/>
                      <a:pt x="22456" y="59061"/>
                    </a:cubicBezTo>
                    <a:cubicBezTo>
                      <a:pt x="22265" y="59156"/>
                      <a:pt x="22170" y="59347"/>
                      <a:pt x="21980" y="59442"/>
                    </a:cubicBezTo>
                    <a:cubicBezTo>
                      <a:pt x="21980" y="59442"/>
                      <a:pt x="21980" y="59442"/>
                      <a:pt x="21980" y="59442"/>
                    </a:cubicBezTo>
                    <a:cubicBezTo>
                      <a:pt x="21599" y="59823"/>
                      <a:pt x="21313" y="60109"/>
                      <a:pt x="20932" y="60585"/>
                    </a:cubicBezTo>
                    <a:cubicBezTo>
                      <a:pt x="16551" y="66300"/>
                      <a:pt x="25599" y="71634"/>
                      <a:pt x="30362" y="67919"/>
                    </a:cubicBezTo>
                    <a:cubicBezTo>
                      <a:pt x="30743" y="67634"/>
                      <a:pt x="31219" y="67157"/>
                      <a:pt x="31695" y="66872"/>
                    </a:cubicBezTo>
                    <a:cubicBezTo>
                      <a:pt x="45030" y="68491"/>
                      <a:pt x="51317" y="74968"/>
                      <a:pt x="50460" y="86303"/>
                    </a:cubicBezTo>
                    <a:cubicBezTo>
                      <a:pt x="51317" y="98399"/>
                      <a:pt x="16646" y="115163"/>
                      <a:pt x="11978" y="98209"/>
                    </a:cubicBezTo>
                    <a:cubicBezTo>
                      <a:pt x="9216" y="91637"/>
                      <a:pt x="-1833" y="93256"/>
                      <a:pt x="263" y="100876"/>
                    </a:cubicBezTo>
                    <a:cubicBezTo>
                      <a:pt x="834" y="102781"/>
                      <a:pt x="1501" y="104495"/>
                      <a:pt x="2358" y="106019"/>
                    </a:cubicBezTo>
                    <a:cubicBezTo>
                      <a:pt x="2453" y="106305"/>
                      <a:pt x="2549" y="106496"/>
                      <a:pt x="2644" y="106781"/>
                    </a:cubicBezTo>
                    <a:cubicBezTo>
                      <a:pt x="3025" y="107829"/>
                      <a:pt x="3787" y="108591"/>
                      <a:pt x="4549" y="109163"/>
                    </a:cubicBezTo>
                    <a:cubicBezTo>
                      <a:pt x="18551" y="125736"/>
                      <a:pt x="55317" y="113735"/>
                      <a:pt x="61794" y="93637"/>
                    </a:cubicBezTo>
                    <a:cubicBezTo>
                      <a:pt x="66461" y="78968"/>
                      <a:pt x="56936" y="59633"/>
                      <a:pt x="44268" y="536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8" name="Google Shape;2728;p69"/>
              <p:cNvSpPr/>
              <p:nvPr/>
            </p:nvSpPr>
            <p:spPr>
              <a:xfrm>
                <a:off x="7391946" y="2717074"/>
                <a:ext cx="44757" cy="188845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188845" extrusionOk="0">
                    <a:moveTo>
                      <a:pt x="22600" y="1456"/>
                    </a:moveTo>
                    <a:cubicBezTo>
                      <a:pt x="16790" y="-3212"/>
                      <a:pt x="7836" y="4408"/>
                      <a:pt x="13932" y="9361"/>
                    </a:cubicBezTo>
                    <a:cubicBezTo>
                      <a:pt x="33078" y="24887"/>
                      <a:pt x="32220" y="67654"/>
                      <a:pt x="31934" y="89466"/>
                    </a:cubicBezTo>
                    <a:cubicBezTo>
                      <a:pt x="31744" y="104992"/>
                      <a:pt x="28410" y="120137"/>
                      <a:pt x="24505" y="134996"/>
                    </a:cubicBezTo>
                    <a:cubicBezTo>
                      <a:pt x="22695" y="141092"/>
                      <a:pt x="20599" y="147093"/>
                      <a:pt x="18218" y="152998"/>
                    </a:cubicBezTo>
                    <a:cubicBezTo>
                      <a:pt x="11836" y="160332"/>
                      <a:pt x="9646" y="168333"/>
                      <a:pt x="11265" y="176906"/>
                    </a:cubicBezTo>
                    <a:cubicBezTo>
                      <a:pt x="8503" y="173572"/>
                      <a:pt x="2121" y="173286"/>
                      <a:pt x="692" y="178430"/>
                    </a:cubicBezTo>
                    <a:cubicBezTo>
                      <a:pt x="502" y="179002"/>
                      <a:pt x="407" y="179573"/>
                      <a:pt x="216" y="180145"/>
                    </a:cubicBezTo>
                    <a:cubicBezTo>
                      <a:pt x="-546" y="182811"/>
                      <a:pt x="788" y="185193"/>
                      <a:pt x="2978" y="186717"/>
                    </a:cubicBezTo>
                    <a:cubicBezTo>
                      <a:pt x="3550" y="187098"/>
                      <a:pt x="4121" y="187574"/>
                      <a:pt x="4788" y="187955"/>
                    </a:cubicBezTo>
                    <a:cubicBezTo>
                      <a:pt x="6979" y="189479"/>
                      <a:pt x="10122" y="188907"/>
                      <a:pt x="12122" y="187288"/>
                    </a:cubicBezTo>
                    <a:cubicBezTo>
                      <a:pt x="34315" y="168429"/>
                      <a:pt x="40507" y="126138"/>
                      <a:pt x="43555" y="99087"/>
                    </a:cubicBezTo>
                    <a:cubicBezTo>
                      <a:pt x="46508" y="72703"/>
                      <a:pt x="45555" y="19744"/>
                      <a:pt x="22695" y="12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9" name="Google Shape;2729;p69"/>
              <p:cNvSpPr/>
              <p:nvPr/>
            </p:nvSpPr>
            <p:spPr>
              <a:xfrm>
                <a:off x="7447904" y="2672085"/>
                <a:ext cx="77800" cy="86330"/>
              </a:xfrm>
              <a:custGeom>
                <a:avLst/>
                <a:gdLst/>
                <a:ahLst/>
                <a:cxnLst/>
                <a:rect l="l" t="t" r="r" b="b"/>
                <a:pathLst>
                  <a:path w="77800" h="86330" extrusionOk="0">
                    <a:moveTo>
                      <a:pt x="66559" y="51588"/>
                    </a:moveTo>
                    <a:cubicBezTo>
                      <a:pt x="63701" y="55589"/>
                      <a:pt x="60749" y="59399"/>
                      <a:pt x="57129" y="62828"/>
                    </a:cubicBezTo>
                    <a:cubicBezTo>
                      <a:pt x="48938" y="70829"/>
                      <a:pt x="39984" y="65114"/>
                      <a:pt x="31411" y="61399"/>
                    </a:cubicBezTo>
                    <a:cubicBezTo>
                      <a:pt x="39222" y="43587"/>
                      <a:pt x="40175" y="23394"/>
                      <a:pt x="32650" y="4344"/>
                    </a:cubicBezTo>
                    <a:cubicBezTo>
                      <a:pt x="30935" y="58"/>
                      <a:pt x="26268" y="-1371"/>
                      <a:pt x="22553" y="1487"/>
                    </a:cubicBezTo>
                    <a:cubicBezTo>
                      <a:pt x="12743" y="8916"/>
                      <a:pt x="12552" y="21013"/>
                      <a:pt x="20077" y="30157"/>
                    </a:cubicBezTo>
                    <a:cubicBezTo>
                      <a:pt x="21696" y="32062"/>
                      <a:pt x="23696" y="32443"/>
                      <a:pt x="25506" y="31967"/>
                    </a:cubicBezTo>
                    <a:cubicBezTo>
                      <a:pt x="25506" y="36539"/>
                      <a:pt x="25125" y="41111"/>
                      <a:pt x="24172" y="45873"/>
                    </a:cubicBezTo>
                    <a:cubicBezTo>
                      <a:pt x="23315" y="50255"/>
                      <a:pt x="21601" y="54255"/>
                      <a:pt x="19696" y="58256"/>
                    </a:cubicBezTo>
                    <a:cubicBezTo>
                      <a:pt x="15600" y="57875"/>
                      <a:pt x="11600" y="58446"/>
                      <a:pt x="7123" y="60351"/>
                    </a:cubicBezTo>
                    <a:cubicBezTo>
                      <a:pt x="-4974" y="65399"/>
                      <a:pt x="-21" y="82449"/>
                      <a:pt x="9790" y="86069"/>
                    </a:cubicBezTo>
                    <a:cubicBezTo>
                      <a:pt x="11600" y="86735"/>
                      <a:pt x="14267" y="86069"/>
                      <a:pt x="15600" y="84735"/>
                    </a:cubicBezTo>
                    <a:cubicBezTo>
                      <a:pt x="19601" y="80639"/>
                      <a:pt x="22935" y="76067"/>
                      <a:pt x="25887" y="71400"/>
                    </a:cubicBezTo>
                    <a:cubicBezTo>
                      <a:pt x="27411" y="71972"/>
                      <a:pt x="28840" y="72734"/>
                      <a:pt x="30364" y="73781"/>
                    </a:cubicBezTo>
                    <a:cubicBezTo>
                      <a:pt x="50843" y="83878"/>
                      <a:pt x="64464" y="75020"/>
                      <a:pt x="76751" y="57779"/>
                    </a:cubicBezTo>
                    <a:cubicBezTo>
                      <a:pt x="81132" y="51588"/>
                      <a:pt x="70654" y="45587"/>
                      <a:pt x="66369" y="515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30" name="Google Shape;2730;p69"/>
            <p:cNvGrpSpPr/>
            <p:nvPr/>
          </p:nvGrpSpPr>
          <p:grpSpPr>
            <a:xfrm>
              <a:off x="6993657" y="2884728"/>
              <a:ext cx="586883" cy="271366"/>
              <a:chOff x="6993657" y="2884728"/>
              <a:chExt cx="586883" cy="271366"/>
            </a:xfrm>
          </p:grpSpPr>
          <p:sp>
            <p:nvSpPr>
              <p:cNvPr id="2731" name="Google Shape;2731;p69"/>
              <p:cNvSpPr/>
              <p:nvPr/>
            </p:nvSpPr>
            <p:spPr>
              <a:xfrm>
                <a:off x="6993657" y="2973401"/>
                <a:ext cx="87340" cy="182693"/>
              </a:xfrm>
              <a:custGeom>
                <a:avLst/>
                <a:gdLst/>
                <a:ahLst/>
                <a:cxnLst/>
                <a:rect l="l" t="t" r="r" b="b"/>
                <a:pathLst>
                  <a:path w="87340" h="182693" extrusionOk="0">
                    <a:moveTo>
                      <a:pt x="72845" y="74503"/>
                    </a:moveTo>
                    <a:cubicBezTo>
                      <a:pt x="79036" y="69931"/>
                      <a:pt x="70273" y="61645"/>
                      <a:pt x="64367" y="66026"/>
                    </a:cubicBezTo>
                    <a:cubicBezTo>
                      <a:pt x="63796" y="66502"/>
                      <a:pt x="63224" y="66883"/>
                      <a:pt x="62653" y="67360"/>
                    </a:cubicBezTo>
                    <a:cubicBezTo>
                      <a:pt x="63510" y="48976"/>
                      <a:pt x="64558" y="30688"/>
                      <a:pt x="65796" y="12305"/>
                    </a:cubicBezTo>
                    <a:cubicBezTo>
                      <a:pt x="66082" y="7638"/>
                      <a:pt x="61414" y="5733"/>
                      <a:pt x="57699" y="6971"/>
                    </a:cubicBezTo>
                    <a:cubicBezTo>
                      <a:pt x="55604" y="4209"/>
                      <a:pt x="51127" y="3542"/>
                      <a:pt x="48651" y="5828"/>
                    </a:cubicBezTo>
                    <a:cubicBezTo>
                      <a:pt x="44270" y="970"/>
                      <a:pt x="37888" y="-1411"/>
                      <a:pt x="28934" y="875"/>
                    </a:cubicBezTo>
                    <a:cubicBezTo>
                      <a:pt x="5693" y="6876"/>
                      <a:pt x="-784" y="29831"/>
                      <a:pt x="73" y="51358"/>
                    </a:cubicBezTo>
                    <a:cubicBezTo>
                      <a:pt x="454" y="61645"/>
                      <a:pt x="9408" y="96220"/>
                      <a:pt x="26743" y="80123"/>
                    </a:cubicBezTo>
                    <a:cubicBezTo>
                      <a:pt x="37221" y="70408"/>
                      <a:pt x="44174" y="55930"/>
                      <a:pt x="51318" y="43642"/>
                    </a:cubicBezTo>
                    <a:cubicBezTo>
                      <a:pt x="51508" y="43642"/>
                      <a:pt x="51604" y="43547"/>
                      <a:pt x="51794" y="43452"/>
                    </a:cubicBezTo>
                    <a:cubicBezTo>
                      <a:pt x="50651" y="64312"/>
                      <a:pt x="49603" y="85171"/>
                      <a:pt x="49032" y="106126"/>
                    </a:cubicBezTo>
                    <a:cubicBezTo>
                      <a:pt x="48365" y="129177"/>
                      <a:pt x="41793" y="159943"/>
                      <a:pt x="56366" y="179659"/>
                    </a:cubicBezTo>
                    <a:cubicBezTo>
                      <a:pt x="58557" y="182612"/>
                      <a:pt x="62843" y="183946"/>
                      <a:pt x="65891" y="181183"/>
                    </a:cubicBezTo>
                    <a:cubicBezTo>
                      <a:pt x="80274" y="167848"/>
                      <a:pt x="86465" y="152894"/>
                      <a:pt x="87322" y="133368"/>
                    </a:cubicBezTo>
                    <a:cubicBezTo>
                      <a:pt x="88180" y="114413"/>
                      <a:pt x="57699" y="85743"/>
                      <a:pt x="72845" y="74503"/>
                    </a:cubicBezTo>
                    <a:close/>
                    <a:moveTo>
                      <a:pt x="45127" y="29831"/>
                    </a:moveTo>
                    <a:cubicBezTo>
                      <a:pt x="41507" y="38689"/>
                      <a:pt x="35221" y="47167"/>
                      <a:pt x="30649" y="54501"/>
                    </a:cubicBezTo>
                    <a:cubicBezTo>
                      <a:pt x="29696" y="56025"/>
                      <a:pt x="19409" y="74408"/>
                      <a:pt x="15695" y="68979"/>
                    </a:cubicBezTo>
                    <a:cubicBezTo>
                      <a:pt x="12551" y="64312"/>
                      <a:pt x="12646" y="56882"/>
                      <a:pt x="12170" y="51643"/>
                    </a:cubicBezTo>
                    <a:cubicBezTo>
                      <a:pt x="11122" y="39356"/>
                      <a:pt x="13123" y="26688"/>
                      <a:pt x="21695" y="17353"/>
                    </a:cubicBezTo>
                    <a:cubicBezTo>
                      <a:pt x="29220" y="9162"/>
                      <a:pt x="41507" y="10876"/>
                      <a:pt x="44555" y="22021"/>
                    </a:cubicBezTo>
                    <a:cubicBezTo>
                      <a:pt x="45222" y="24402"/>
                      <a:pt x="45317" y="27164"/>
                      <a:pt x="45127" y="29831"/>
                    </a:cubicBezTo>
                    <a:close/>
                    <a:moveTo>
                      <a:pt x="62843" y="166705"/>
                    </a:moveTo>
                    <a:cubicBezTo>
                      <a:pt x="55699" y="148322"/>
                      <a:pt x="59890" y="119652"/>
                      <a:pt x="61129" y="100316"/>
                    </a:cubicBezTo>
                    <a:cubicBezTo>
                      <a:pt x="62176" y="101840"/>
                      <a:pt x="63224" y="103269"/>
                      <a:pt x="64367" y="104888"/>
                    </a:cubicBezTo>
                    <a:cubicBezTo>
                      <a:pt x="79321" y="125081"/>
                      <a:pt x="77702" y="148798"/>
                      <a:pt x="62843" y="1668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32" name="Google Shape;2732;p69"/>
              <p:cNvSpPr/>
              <p:nvPr/>
            </p:nvSpPr>
            <p:spPr>
              <a:xfrm>
                <a:off x="7071635" y="2973759"/>
                <a:ext cx="55947" cy="66815"/>
              </a:xfrm>
              <a:custGeom>
                <a:avLst/>
                <a:gdLst/>
                <a:ahLst/>
                <a:cxnLst/>
                <a:rect l="l" t="t" r="r" b="b"/>
                <a:pathLst>
                  <a:path w="55947" h="66815" extrusionOk="0">
                    <a:moveTo>
                      <a:pt x="43825" y="5565"/>
                    </a:moveTo>
                    <a:cubicBezTo>
                      <a:pt x="44206" y="21472"/>
                      <a:pt x="40682" y="39379"/>
                      <a:pt x="29252" y="51285"/>
                    </a:cubicBezTo>
                    <a:cubicBezTo>
                      <a:pt x="24489" y="56333"/>
                      <a:pt x="15726" y="57476"/>
                      <a:pt x="13154" y="48999"/>
                    </a:cubicBezTo>
                    <a:cubicBezTo>
                      <a:pt x="12011" y="45284"/>
                      <a:pt x="12583" y="40331"/>
                      <a:pt x="12583" y="36521"/>
                    </a:cubicBezTo>
                    <a:cubicBezTo>
                      <a:pt x="12583" y="26710"/>
                      <a:pt x="14202" y="16900"/>
                      <a:pt x="16488" y="7375"/>
                    </a:cubicBezTo>
                    <a:cubicBezTo>
                      <a:pt x="18203" y="136"/>
                      <a:pt x="6582" y="-3198"/>
                      <a:pt x="4868" y="4041"/>
                    </a:cubicBezTo>
                    <a:cubicBezTo>
                      <a:pt x="1153" y="19662"/>
                      <a:pt x="-9134" y="67382"/>
                      <a:pt x="19536" y="66811"/>
                    </a:cubicBezTo>
                    <a:cubicBezTo>
                      <a:pt x="47825" y="66239"/>
                      <a:pt x="56493" y="28520"/>
                      <a:pt x="55922" y="5851"/>
                    </a:cubicBezTo>
                    <a:cubicBezTo>
                      <a:pt x="55731" y="-1579"/>
                      <a:pt x="43634" y="-2055"/>
                      <a:pt x="43825" y="55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33" name="Google Shape;2733;p69"/>
              <p:cNvSpPr/>
              <p:nvPr/>
            </p:nvSpPr>
            <p:spPr>
              <a:xfrm>
                <a:off x="7127926" y="2933603"/>
                <a:ext cx="214175" cy="111132"/>
              </a:xfrm>
              <a:custGeom>
                <a:avLst/>
                <a:gdLst/>
                <a:ahLst/>
                <a:cxnLst/>
                <a:rect l="l" t="t" r="r" b="b"/>
                <a:pathLst>
                  <a:path w="214175" h="111132" extrusionOk="0">
                    <a:moveTo>
                      <a:pt x="202418" y="32005"/>
                    </a:moveTo>
                    <a:cubicBezTo>
                      <a:pt x="201466" y="36672"/>
                      <a:pt x="200132" y="40673"/>
                      <a:pt x="196989" y="44387"/>
                    </a:cubicBezTo>
                    <a:cubicBezTo>
                      <a:pt x="193083" y="48959"/>
                      <a:pt x="185178" y="48769"/>
                      <a:pt x="183368" y="42292"/>
                    </a:cubicBezTo>
                    <a:cubicBezTo>
                      <a:pt x="182320" y="38577"/>
                      <a:pt x="178224" y="37434"/>
                      <a:pt x="175081" y="38577"/>
                    </a:cubicBezTo>
                    <a:cubicBezTo>
                      <a:pt x="175081" y="38387"/>
                      <a:pt x="175081" y="38101"/>
                      <a:pt x="175081" y="37910"/>
                    </a:cubicBezTo>
                    <a:cubicBezTo>
                      <a:pt x="175081" y="30481"/>
                      <a:pt x="162985" y="30005"/>
                      <a:pt x="162985" y="37625"/>
                    </a:cubicBezTo>
                    <a:lnTo>
                      <a:pt x="162985" y="70105"/>
                    </a:lnTo>
                    <a:cubicBezTo>
                      <a:pt x="161461" y="70010"/>
                      <a:pt x="160032" y="70486"/>
                      <a:pt x="158794" y="71915"/>
                    </a:cubicBezTo>
                    <a:cubicBezTo>
                      <a:pt x="153555" y="78201"/>
                      <a:pt x="147935" y="83821"/>
                      <a:pt x="141744" y="89250"/>
                    </a:cubicBezTo>
                    <a:cubicBezTo>
                      <a:pt x="128695" y="100585"/>
                      <a:pt x="128123" y="80582"/>
                      <a:pt x="128314" y="69629"/>
                    </a:cubicBezTo>
                    <a:cubicBezTo>
                      <a:pt x="130790" y="69152"/>
                      <a:pt x="133076" y="67533"/>
                      <a:pt x="133266" y="64390"/>
                    </a:cubicBezTo>
                    <a:cubicBezTo>
                      <a:pt x="133743" y="57341"/>
                      <a:pt x="131933" y="51436"/>
                      <a:pt x="128980" y="46769"/>
                    </a:cubicBezTo>
                    <a:cubicBezTo>
                      <a:pt x="131266" y="33338"/>
                      <a:pt x="132314" y="19527"/>
                      <a:pt x="133076" y="5716"/>
                    </a:cubicBezTo>
                    <a:cubicBezTo>
                      <a:pt x="133457" y="-1809"/>
                      <a:pt x="121837" y="-1904"/>
                      <a:pt x="120979" y="5430"/>
                    </a:cubicBezTo>
                    <a:cubicBezTo>
                      <a:pt x="119741" y="16098"/>
                      <a:pt x="118693" y="26671"/>
                      <a:pt x="117836" y="37339"/>
                    </a:cubicBezTo>
                    <a:cubicBezTo>
                      <a:pt x="111169" y="34577"/>
                      <a:pt x="103168" y="34196"/>
                      <a:pt x="94881" y="36863"/>
                    </a:cubicBezTo>
                    <a:cubicBezTo>
                      <a:pt x="76116" y="42959"/>
                      <a:pt x="70402" y="62485"/>
                      <a:pt x="70306" y="80773"/>
                    </a:cubicBezTo>
                    <a:cubicBezTo>
                      <a:pt x="63734" y="88964"/>
                      <a:pt x="52399" y="93632"/>
                      <a:pt x="47256" y="80487"/>
                    </a:cubicBezTo>
                    <a:cubicBezTo>
                      <a:pt x="47161" y="80201"/>
                      <a:pt x="47161" y="80011"/>
                      <a:pt x="47065" y="79725"/>
                    </a:cubicBezTo>
                    <a:cubicBezTo>
                      <a:pt x="47637" y="78392"/>
                      <a:pt x="48018" y="76963"/>
                      <a:pt x="48494" y="75534"/>
                    </a:cubicBezTo>
                    <a:cubicBezTo>
                      <a:pt x="50590" y="75344"/>
                      <a:pt x="52590" y="74201"/>
                      <a:pt x="53352" y="71629"/>
                    </a:cubicBezTo>
                    <a:cubicBezTo>
                      <a:pt x="58114" y="55151"/>
                      <a:pt x="57162" y="36101"/>
                      <a:pt x="36493" y="33815"/>
                    </a:cubicBezTo>
                    <a:cubicBezTo>
                      <a:pt x="17062" y="31719"/>
                      <a:pt x="2488" y="56294"/>
                      <a:pt x="393" y="72296"/>
                    </a:cubicBezTo>
                    <a:cubicBezTo>
                      <a:pt x="-1607" y="87726"/>
                      <a:pt x="3631" y="115825"/>
                      <a:pt x="25348" y="109253"/>
                    </a:cubicBezTo>
                    <a:cubicBezTo>
                      <a:pt x="32302" y="107157"/>
                      <a:pt x="37159" y="99347"/>
                      <a:pt x="40779" y="92679"/>
                    </a:cubicBezTo>
                    <a:cubicBezTo>
                      <a:pt x="42112" y="94394"/>
                      <a:pt x="43541" y="96013"/>
                      <a:pt x="45351" y="97537"/>
                    </a:cubicBezTo>
                    <a:cubicBezTo>
                      <a:pt x="54399" y="105157"/>
                      <a:pt x="63734" y="102490"/>
                      <a:pt x="71449" y="96489"/>
                    </a:cubicBezTo>
                    <a:cubicBezTo>
                      <a:pt x="71449" y="96870"/>
                      <a:pt x="71449" y="97251"/>
                      <a:pt x="71545" y="97632"/>
                    </a:cubicBezTo>
                    <a:cubicBezTo>
                      <a:pt x="75164" y="118873"/>
                      <a:pt x="100405" y="111729"/>
                      <a:pt x="109264" y="98870"/>
                    </a:cubicBezTo>
                    <a:cubicBezTo>
                      <a:pt x="112216" y="94584"/>
                      <a:pt x="114598" y="90203"/>
                      <a:pt x="116883" y="85726"/>
                    </a:cubicBezTo>
                    <a:cubicBezTo>
                      <a:pt x="117646" y="90298"/>
                      <a:pt x="118884" y="94679"/>
                      <a:pt x="120979" y="98299"/>
                    </a:cubicBezTo>
                    <a:cubicBezTo>
                      <a:pt x="132124" y="117254"/>
                      <a:pt x="152031" y="97823"/>
                      <a:pt x="162889" y="85535"/>
                    </a:cubicBezTo>
                    <a:lnTo>
                      <a:pt x="162889" y="92203"/>
                    </a:lnTo>
                    <a:cubicBezTo>
                      <a:pt x="162889" y="99632"/>
                      <a:pt x="174415" y="100013"/>
                      <a:pt x="174986" y="92489"/>
                    </a:cubicBezTo>
                    <a:cubicBezTo>
                      <a:pt x="175843" y="80201"/>
                      <a:pt x="178034" y="68295"/>
                      <a:pt x="180796" y="56389"/>
                    </a:cubicBezTo>
                    <a:cubicBezTo>
                      <a:pt x="184225" y="58294"/>
                      <a:pt x="188131" y="59342"/>
                      <a:pt x="192322" y="58961"/>
                    </a:cubicBezTo>
                    <a:cubicBezTo>
                      <a:pt x="204799" y="57627"/>
                      <a:pt x="211753" y="46769"/>
                      <a:pt x="214039" y="35339"/>
                    </a:cubicBezTo>
                    <a:cubicBezTo>
                      <a:pt x="215563" y="28100"/>
                      <a:pt x="203847" y="24671"/>
                      <a:pt x="202418" y="32005"/>
                    </a:cubicBezTo>
                    <a:close/>
                    <a:moveTo>
                      <a:pt x="41636" y="48674"/>
                    </a:moveTo>
                    <a:cubicBezTo>
                      <a:pt x="37731" y="57722"/>
                      <a:pt x="34683" y="67533"/>
                      <a:pt x="35064" y="76582"/>
                    </a:cubicBezTo>
                    <a:cubicBezTo>
                      <a:pt x="34302" y="78392"/>
                      <a:pt x="33635" y="80201"/>
                      <a:pt x="32778" y="81916"/>
                    </a:cubicBezTo>
                    <a:cubicBezTo>
                      <a:pt x="30873" y="86012"/>
                      <a:pt x="28301" y="89822"/>
                      <a:pt x="25729" y="93536"/>
                    </a:cubicBezTo>
                    <a:cubicBezTo>
                      <a:pt x="22015" y="93822"/>
                      <a:pt x="18205" y="94108"/>
                      <a:pt x="14490" y="94394"/>
                    </a:cubicBezTo>
                    <a:cubicBezTo>
                      <a:pt x="12490" y="90298"/>
                      <a:pt x="11537" y="85916"/>
                      <a:pt x="11728" y="81249"/>
                    </a:cubicBezTo>
                    <a:cubicBezTo>
                      <a:pt x="11061" y="69819"/>
                      <a:pt x="16585" y="58294"/>
                      <a:pt x="24586" y="50483"/>
                    </a:cubicBezTo>
                    <a:cubicBezTo>
                      <a:pt x="28968" y="46102"/>
                      <a:pt x="37731" y="42768"/>
                      <a:pt x="41922" y="48197"/>
                    </a:cubicBezTo>
                    <a:cubicBezTo>
                      <a:pt x="41922" y="48388"/>
                      <a:pt x="41731" y="48483"/>
                      <a:pt x="41636" y="48578"/>
                    </a:cubicBezTo>
                    <a:close/>
                    <a:moveTo>
                      <a:pt x="110121" y="72296"/>
                    </a:moveTo>
                    <a:cubicBezTo>
                      <a:pt x="108025" y="77630"/>
                      <a:pt x="105549" y="82678"/>
                      <a:pt x="102406" y="87536"/>
                    </a:cubicBezTo>
                    <a:cubicBezTo>
                      <a:pt x="95643" y="99061"/>
                      <a:pt x="83546" y="101252"/>
                      <a:pt x="82117" y="85916"/>
                    </a:cubicBezTo>
                    <a:cubicBezTo>
                      <a:pt x="82117" y="85440"/>
                      <a:pt x="82117" y="85059"/>
                      <a:pt x="82117" y="84583"/>
                    </a:cubicBezTo>
                    <a:cubicBezTo>
                      <a:pt x="82784" y="83154"/>
                      <a:pt x="82784" y="81726"/>
                      <a:pt x="82117" y="80487"/>
                    </a:cubicBezTo>
                    <a:cubicBezTo>
                      <a:pt x="82213" y="74867"/>
                      <a:pt x="82974" y="69343"/>
                      <a:pt x="84403" y="63914"/>
                    </a:cubicBezTo>
                    <a:cubicBezTo>
                      <a:pt x="86785" y="60008"/>
                      <a:pt x="89166" y="56198"/>
                      <a:pt x="91642" y="52293"/>
                    </a:cubicBezTo>
                    <a:cubicBezTo>
                      <a:pt x="100691" y="44102"/>
                      <a:pt x="108502" y="44483"/>
                      <a:pt x="115169" y="53436"/>
                    </a:cubicBezTo>
                    <a:cubicBezTo>
                      <a:pt x="113836" y="59818"/>
                      <a:pt x="112121" y="66104"/>
                      <a:pt x="109930" y="722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34" name="Google Shape;2734;p69"/>
              <p:cNvSpPr/>
              <p:nvPr/>
            </p:nvSpPr>
            <p:spPr>
              <a:xfrm>
                <a:off x="7339860" y="2884728"/>
                <a:ext cx="240680" cy="156189"/>
              </a:xfrm>
              <a:custGeom>
                <a:avLst/>
                <a:gdLst/>
                <a:ahLst/>
                <a:cxnLst/>
                <a:rect l="l" t="t" r="r" b="b"/>
                <a:pathLst>
                  <a:path w="240680" h="156189" extrusionOk="0">
                    <a:moveTo>
                      <a:pt x="228895" y="106598"/>
                    </a:moveTo>
                    <a:cubicBezTo>
                      <a:pt x="222989" y="113742"/>
                      <a:pt x="217275" y="120219"/>
                      <a:pt x="209273" y="124886"/>
                    </a:cubicBezTo>
                    <a:cubicBezTo>
                      <a:pt x="194319" y="133649"/>
                      <a:pt x="183460" y="121266"/>
                      <a:pt x="183270" y="106693"/>
                    </a:cubicBezTo>
                    <a:cubicBezTo>
                      <a:pt x="183270" y="105455"/>
                      <a:pt x="183460" y="104312"/>
                      <a:pt x="183556" y="103074"/>
                    </a:cubicBezTo>
                    <a:cubicBezTo>
                      <a:pt x="183556" y="102883"/>
                      <a:pt x="183746" y="102693"/>
                      <a:pt x="183746" y="102502"/>
                    </a:cubicBezTo>
                    <a:cubicBezTo>
                      <a:pt x="183937" y="101550"/>
                      <a:pt x="183937" y="100788"/>
                      <a:pt x="183746" y="99930"/>
                    </a:cubicBezTo>
                    <a:cubicBezTo>
                      <a:pt x="184699" y="91644"/>
                      <a:pt x="187175" y="83166"/>
                      <a:pt x="189557" y="75356"/>
                    </a:cubicBezTo>
                    <a:cubicBezTo>
                      <a:pt x="190414" y="73356"/>
                      <a:pt x="191271" y="71260"/>
                      <a:pt x="192129" y="69260"/>
                    </a:cubicBezTo>
                    <a:cubicBezTo>
                      <a:pt x="195081" y="61640"/>
                      <a:pt x="199939" y="61640"/>
                      <a:pt x="206607" y="69260"/>
                    </a:cubicBezTo>
                    <a:cubicBezTo>
                      <a:pt x="207083" y="70593"/>
                      <a:pt x="208416" y="79071"/>
                      <a:pt x="208416" y="79071"/>
                    </a:cubicBezTo>
                    <a:cubicBezTo>
                      <a:pt x="200606" y="80023"/>
                      <a:pt x="204130" y="91167"/>
                      <a:pt x="211559" y="90310"/>
                    </a:cubicBezTo>
                    <a:cubicBezTo>
                      <a:pt x="227180" y="88500"/>
                      <a:pt x="219275" y="60402"/>
                      <a:pt x="210607" y="54306"/>
                    </a:cubicBezTo>
                    <a:cubicBezTo>
                      <a:pt x="190700" y="40304"/>
                      <a:pt x="179175" y="66688"/>
                      <a:pt x="175078" y="81928"/>
                    </a:cubicBezTo>
                    <a:cubicBezTo>
                      <a:pt x="173555" y="87738"/>
                      <a:pt x="172221" y="94215"/>
                      <a:pt x="171650" y="100692"/>
                    </a:cubicBezTo>
                    <a:cubicBezTo>
                      <a:pt x="170316" y="105931"/>
                      <a:pt x="168221" y="110122"/>
                      <a:pt x="164410" y="114218"/>
                    </a:cubicBezTo>
                    <a:cubicBezTo>
                      <a:pt x="158029" y="121076"/>
                      <a:pt x="141836" y="124886"/>
                      <a:pt x="142694" y="110027"/>
                    </a:cubicBezTo>
                    <a:cubicBezTo>
                      <a:pt x="143646" y="94311"/>
                      <a:pt x="147932" y="78690"/>
                      <a:pt x="153266" y="64021"/>
                    </a:cubicBezTo>
                    <a:cubicBezTo>
                      <a:pt x="155743" y="56973"/>
                      <a:pt x="144122" y="53639"/>
                      <a:pt x="141646" y="60687"/>
                    </a:cubicBezTo>
                    <a:cubicBezTo>
                      <a:pt x="136978" y="73737"/>
                      <a:pt x="133454" y="87167"/>
                      <a:pt x="131740" y="100978"/>
                    </a:cubicBezTo>
                    <a:cubicBezTo>
                      <a:pt x="131740" y="101264"/>
                      <a:pt x="131740" y="101740"/>
                      <a:pt x="131644" y="102026"/>
                    </a:cubicBezTo>
                    <a:cubicBezTo>
                      <a:pt x="130121" y="102597"/>
                      <a:pt x="128787" y="103645"/>
                      <a:pt x="128025" y="105455"/>
                    </a:cubicBezTo>
                    <a:cubicBezTo>
                      <a:pt x="126120" y="109360"/>
                      <a:pt x="124120" y="113361"/>
                      <a:pt x="122215" y="117266"/>
                    </a:cubicBezTo>
                    <a:cubicBezTo>
                      <a:pt x="116881" y="129077"/>
                      <a:pt x="108309" y="131268"/>
                      <a:pt x="96402" y="123838"/>
                    </a:cubicBezTo>
                    <a:cubicBezTo>
                      <a:pt x="96212" y="110789"/>
                      <a:pt x="98402" y="97263"/>
                      <a:pt x="99736" y="84309"/>
                    </a:cubicBezTo>
                    <a:cubicBezTo>
                      <a:pt x="100117" y="80404"/>
                      <a:pt x="100784" y="76404"/>
                      <a:pt x="101165" y="72498"/>
                    </a:cubicBezTo>
                    <a:cubicBezTo>
                      <a:pt x="104594" y="72784"/>
                      <a:pt x="107927" y="73260"/>
                      <a:pt x="111357" y="73832"/>
                    </a:cubicBezTo>
                    <a:cubicBezTo>
                      <a:pt x="118881" y="75261"/>
                      <a:pt x="122215" y="64212"/>
                      <a:pt x="114500" y="62783"/>
                    </a:cubicBezTo>
                    <a:cubicBezTo>
                      <a:pt x="110499" y="62021"/>
                      <a:pt x="106499" y="61449"/>
                      <a:pt x="102498" y="61164"/>
                    </a:cubicBezTo>
                    <a:cubicBezTo>
                      <a:pt x="104784" y="43161"/>
                      <a:pt x="107546" y="25254"/>
                      <a:pt x="110785" y="7443"/>
                    </a:cubicBezTo>
                    <a:cubicBezTo>
                      <a:pt x="112118" y="108"/>
                      <a:pt x="100498" y="-3225"/>
                      <a:pt x="99164" y="4109"/>
                    </a:cubicBezTo>
                    <a:cubicBezTo>
                      <a:pt x="95736" y="22873"/>
                      <a:pt x="92973" y="41733"/>
                      <a:pt x="90497" y="60592"/>
                    </a:cubicBezTo>
                    <a:cubicBezTo>
                      <a:pt x="82020" y="60592"/>
                      <a:pt x="73542" y="61545"/>
                      <a:pt x="64969" y="63354"/>
                    </a:cubicBezTo>
                    <a:cubicBezTo>
                      <a:pt x="57254" y="65069"/>
                      <a:pt x="60779" y="76213"/>
                      <a:pt x="68113" y="74594"/>
                    </a:cubicBezTo>
                    <a:cubicBezTo>
                      <a:pt x="75066" y="73070"/>
                      <a:pt x="82020" y="72213"/>
                      <a:pt x="88973" y="72022"/>
                    </a:cubicBezTo>
                    <a:cubicBezTo>
                      <a:pt x="88973" y="72689"/>
                      <a:pt x="88782" y="73356"/>
                      <a:pt x="88687" y="74118"/>
                    </a:cubicBezTo>
                    <a:cubicBezTo>
                      <a:pt x="87449" y="84500"/>
                      <a:pt x="83162" y="101645"/>
                      <a:pt x="82686" y="116504"/>
                    </a:cubicBezTo>
                    <a:cubicBezTo>
                      <a:pt x="81162" y="119171"/>
                      <a:pt x="79543" y="121743"/>
                      <a:pt x="77829" y="124314"/>
                    </a:cubicBezTo>
                    <a:cubicBezTo>
                      <a:pt x="72780" y="133839"/>
                      <a:pt x="64969" y="134030"/>
                      <a:pt x="54397" y="124886"/>
                    </a:cubicBezTo>
                    <a:cubicBezTo>
                      <a:pt x="53540" y="121552"/>
                      <a:pt x="53445" y="118028"/>
                      <a:pt x="53540" y="114504"/>
                    </a:cubicBezTo>
                    <a:cubicBezTo>
                      <a:pt x="55730" y="107741"/>
                      <a:pt x="57254" y="100788"/>
                      <a:pt x="58207" y="94120"/>
                    </a:cubicBezTo>
                    <a:cubicBezTo>
                      <a:pt x="58207" y="94120"/>
                      <a:pt x="58207" y="94025"/>
                      <a:pt x="58207" y="93930"/>
                    </a:cubicBezTo>
                    <a:cubicBezTo>
                      <a:pt x="58207" y="93930"/>
                      <a:pt x="58207" y="93930"/>
                      <a:pt x="58207" y="93930"/>
                    </a:cubicBezTo>
                    <a:cubicBezTo>
                      <a:pt x="58207" y="93453"/>
                      <a:pt x="58397" y="92882"/>
                      <a:pt x="58493" y="92406"/>
                    </a:cubicBezTo>
                    <a:cubicBezTo>
                      <a:pt x="59350" y="85738"/>
                      <a:pt x="49539" y="84976"/>
                      <a:pt x="46967" y="90120"/>
                    </a:cubicBezTo>
                    <a:cubicBezTo>
                      <a:pt x="44967" y="88691"/>
                      <a:pt x="42776" y="87453"/>
                      <a:pt x="40014" y="86786"/>
                    </a:cubicBezTo>
                    <a:cubicBezTo>
                      <a:pt x="18202" y="81928"/>
                      <a:pt x="3819" y="98502"/>
                      <a:pt x="390" y="118790"/>
                    </a:cubicBezTo>
                    <a:cubicBezTo>
                      <a:pt x="-1801" y="131934"/>
                      <a:pt x="5057" y="165462"/>
                      <a:pt x="25441" y="153747"/>
                    </a:cubicBezTo>
                    <a:cubicBezTo>
                      <a:pt x="33347" y="149175"/>
                      <a:pt x="39538" y="142602"/>
                      <a:pt x="44396" y="134982"/>
                    </a:cubicBezTo>
                    <a:cubicBezTo>
                      <a:pt x="46110" y="138507"/>
                      <a:pt x="48491" y="141364"/>
                      <a:pt x="52206" y="142983"/>
                    </a:cubicBezTo>
                    <a:cubicBezTo>
                      <a:pt x="66208" y="149079"/>
                      <a:pt x="76781" y="143555"/>
                      <a:pt x="85163" y="133935"/>
                    </a:cubicBezTo>
                    <a:cubicBezTo>
                      <a:pt x="85544" y="134982"/>
                      <a:pt x="85829" y="136221"/>
                      <a:pt x="86401" y="137173"/>
                    </a:cubicBezTo>
                    <a:cubicBezTo>
                      <a:pt x="98878" y="158604"/>
                      <a:pt x="119929" y="139554"/>
                      <a:pt x="131930" y="122314"/>
                    </a:cubicBezTo>
                    <a:cubicBezTo>
                      <a:pt x="133073" y="125648"/>
                      <a:pt x="134979" y="128505"/>
                      <a:pt x="138598" y="130125"/>
                    </a:cubicBezTo>
                    <a:cubicBezTo>
                      <a:pt x="151647" y="135935"/>
                      <a:pt x="164887" y="130982"/>
                      <a:pt x="173841" y="121362"/>
                    </a:cubicBezTo>
                    <a:cubicBezTo>
                      <a:pt x="176127" y="127743"/>
                      <a:pt x="180318" y="133268"/>
                      <a:pt x="187461" y="136792"/>
                    </a:cubicBezTo>
                    <a:cubicBezTo>
                      <a:pt x="208416" y="147079"/>
                      <a:pt x="227561" y="127267"/>
                      <a:pt x="239467" y="112789"/>
                    </a:cubicBezTo>
                    <a:cubicBezTo>
                      <a:pt x="244230" y="106979"/>
                      <a:pt x="233753" y="100978"/>
                      <a:pt x="229086" y="106598"/>
                    </a:cubicBezTo>
                    <a:close/>
                    <a:moveTo>
                      <a:pt x="41729" y="110789"/>
                    </a:moveTo>
                    <a:cubicBezTo>
                      <a:pt x="41348" y="111456"/>
                      <a:pt x="40967" y="112027"/>
                      <a:pt x="40395" y="112694"/>
                    </a:cubicBezTo>
                    <a:cubicBezTo>
                      <a:pt x="38966" y="114408"/>
                      <a:pt x="38681" y="116313"/>
                      <a:pt x="39157" y="118028"/>
                    </a:cubicBezTo>
                    <a:cubicBezTo>
                      <a:pt x="35823" y="125553"/>
                      <a:pt x="31442" y="132601"/>
                      <a:pt x="25822" y="138888"/>
                    </a:cubicBezTo>
                    <a:cubicBezTo>
                      <a:pt x="11439" y="155080"/>
                      <a:pt x="11820" y="122981"/>
                      <a:pt x="12773" y="117171"/>
                    </a:cubicBezTo>
                    <a:cubicBezTo>
                      <a:pt x="13725" y="112884"/>
                      <a:pt x="15440" y="108979"/>
                      <a:pt x="17916" y="105455"/>
                    </a:cubicBezTo>
                    <a:cubicBezTo>
                      <a:pt x="24298" y="94977"/>
                      <a:pt x="40681" y="98406"/>
                      <a:pt x="42491" y="105931"/>
                    </a:cubicBezTo>
                    <a:cubicBezTo>
                      <a:pt x="42205" y="107550"/>
                      <a:pt x="41919" y="109170"/>
                      <a:pt x="41633" y="1107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35" name="Google Shape;2735;p69"/>
              <p:cNvSpPr/>
              <p:nvPr/>
            </p:nvSpPr>
            <p:spPr>
              <a:xfrm>
                <a:off x="7490922" y="2901229"/>
                <a:ext cx="14429" cy="19122"/>
              </a:xfrm>
              <a:custGeom>
                <a:avLst/>
                <a:gdLst/>
                <a:ahLst/>
                <a:cxnLst/>
                <a:rect l="l" t="t" r="r" b="b"/>
                <a:pathLst>
                  <a:path w="14429" h="19122" extrusionOk="0">
                    <a:moveTo>
                      <a:pt x="11634" y="2562"/>
                    </a:moveTo>
                    <a:cubicBezTo>
                      <a:pt x="7158" y="-3248"/>
                      <a:pt x="-3510" y="1800"/>
                      <a:pt x="1157" y="7992"/>
                    </a:cubicBezTo>
                    <a:cubicBezTo>
                      <a:pt x="2300" y="8944"/>
                      <a:pt x="2681" y="10183"/>
                      <a:pt x="2300" y="11707"/>
                    </a:cubicBezTo>
                    <a:cubicBezTo>
                      <a:pt x="585" y="18945"/>
                      <a:pt x="12301" y="22375"/>
                      <a:pt x="13920" y="15040"/>
                    </a:cubicBezTo>
                    <a:cubicBezTo>
                      <a:pt x="14968" y="10468"/>
                      <a:pt x="14491" y="6277"/>
                      <a:pt x="11634" y="25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2751" name="Google Shape;2751;p69"/>
          <p:cNvGrpSpPr/>
          <p:nvPr/>
        </p:nvGrpSpPr>
        <p:grpSpPr>
          <a:xfrm rot="2021523">
            <a:off x="8022843" y="-302661"/>
            <a:ext cx="305506" cy="2239206"/>
            <a:chOff x="4265846" y="1371340"/>
            <a:chExt cx="126709" cy="928680"/>
          </a:xfrm>
        </p:grpSpPr>
        <p:sp>
          <p:nvSpPr>
            <p:cNvPr id="2752" name="Google Shape;2752;p69"/>
            <p:cNvSpPr/>
            <p:nvPr/>
          </p:nvSpPr>
          <p:spPr>
            <a:xfrm>
              <a:off x="4289685" y="1944338"/>
              <a:ext cx="102870" cy="202457"/>
            </a:xfrm>
            <a:custGeom>
              <a:avLst/>
              <a:gdLst/>
              <a:ahLst/>
              <a:cxnLst/>
              <a:rect l="l" t="t" r="r" b="b"/>
              <a:pathLst>
                <a:path w="102870" h="202457" extrusionOk="0">
                  <a:moveTo>
                    <a:pt x="102870" y="86"/>
                  </a:moveTo>
                  <a:lnTo>
                    <a:pt x="102179" y="202458"/>
                  </a:lnTo>
                  <a:lnTo>
                    <a:pt x="0" y="202285"/>
                  </a:lnTo>
                  <a:lnTo>
                    <a:pt x="777" y="0"/>
                  </a:lnTo>
                  <a:lnTo>
                    <a:pt x="102870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3" name="Google Shape;2753;p69"/>
            <p:cNvSpPr/>
            <p:nvPr/>
          </p:nvSpPr>
          <p:spPr>
            <a:xfrm>
              <a:off x="4299791" y="1484834"/>
              <a:ext cx="85163" cy="459589"/>
            </a:xfrm>
            <a:custGeom>
              <a:avLst/>
              <a:gdLst/>
              <a:ahLst/>
              <a:cxnLst/>
              <a:rect l="l" t="t" r="r" b="b"/>
              <a:pathLst>
                <a:path w="85163" h="459589" extrusionOk="0">
                  <a:moveTo>
                    <a:pt x="85163" y="86"/>
                  </a:moveTo>
                  <a:lnTo>
                    <a:pt x="83436" y="459590"/>
                  </a:lnTo>
                  <a:lnTo>
                    <a:pt x="0" y="459503"/>
                  </a:lnTo>
                  <a:lnTo>
                    <a:pt x="1727" y="0"/>
                  </a:lnTo>
                  <a:lnTo>
                    <a:pt x="85163" y="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4" name="Google Shape;2754;p69"/>
            <p:cNvSpPr/>
            <p:nvPr/>
          </p:nvSpPr>
          <p:spPr>
            <a:xfrm>
              <a:off x="4301432" y="2146623"/>
              <a:ext cx="78512" cy="124290"/>
            </a:xfrm>
            <a:custGeom>
              <a:avLst/>
              <a:gdLst/>
              <a:ahLst/>
              <a:cxnLst/>
              <a:rect l="l" t="t" r="r" b="b"/>
              <a:pathLst>
                <a:path w="78512" h="124290" extrusionOk="0">
                  <a:moveTo>
                    <a:pt x="0" y="41459"/>
                  </a:moveTo>
                  <a:lnTo>
                    <a:pt x="27466" y="124291"/>
                  </a:lnTo>
                  <a:lnTo>
                    <a:pt x="50269" y="124291"/>
                  </a:lnTo>
                  <a:lnTo>
                    <a:pt x="78340" y="41545"/>
                  </a:lnTo>
                  <a:lnTo>
                    <a:pt x="78513" y="86"/>
                  </a:lnTo>
                  <a:lnTo>
                    <a:pt x="173" y="0"/>
                  </a:lnTo>
                  <a:lnTo>
                    <a:pt x="0" y="4145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5" name="Google Shape;2755;p69"/>
            <p:cNvSpPr/>
            <p:nvPr/>
          </p:nvSpPr>
          <p:spPr>
            <a:xfrm>
              <a:off x="4336759" y="2270913"/>
              <a:ext cx="6909" cy="29107"/>
            </a:xfrm>
            <a:custGeom>
              <a:avLst/>
              <a:gdLst/>
              <a:ahLst/>
              <a:cxnLst/>
              <a:rect l="l" t="t" r="r" b="b"/>
              <a:pathLst>
                <a:path w="6909" h="29107" extrusionOk="0">
                  <a:moveTo>
                    <a:pt x="6823" y="29108"/>
                  </a:moveTo>
                  <a:lnTo>
                    <a:pt x="6910" y="0"/>
                  </a:lnTo>
                  <a:lnTo>
                    <a:pt x="173" y="0"/>
                  </a:lnTo>
                  <a:lnTo>
                    <a:pt x="0" y="29108"/>
                  </a:lnTo>
                  <a:lnTo>
                    <a:pt x="6823" y="291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6" name="Google Shape;2756;p69"/>
            <p:cNvSpPr/>
            <p:nvPr/>
          </p:nvSpPr>
          <p:spPr>
            <a:xfrm>
              <a:off x="4313006" y="1443634"/>
              <a:ext cx="60633" cy="41286"/>
            </a:xfrm>
            <a:custGeom>
              <a:avLst/>
              <a:gdLst/>
              <a:ahLst/>
              <a:cxnLst/>
              <a:rect l="l" t="t" r="r" b="b"/>
              <a:pathLst>
                <a:path w="60633" h="41286" extrusionOk="0">
                  <a:moveTo>
                    <a:pt x="60634" y="86"/>
                  </a:moveTo>
                  <a:lnTo>
                    <a:pt x="60461" y="41286"/>
                  </a:lnTo>
                  <a:lnTo>
                    <a:pt x="0" y="41200"/>
                  </a:lnTo>
                  <a:lnTo>
                    <a:pt x="173" y="0"/>
                  </a:lnTo>
                  <a:lnTo>
                    <a:pt x="60634" y="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7" name="Google Shape;2757;p69"/>
            <p:cNvSpPr/>
            <p:nvPr/>
          </p:nvSpPr>
          <p:spPr>
            <a:xfrm>
              <a:off x="4307564" y="1371340"/>
              <a:ext cx="71948" cy="72380"/>
            </a:xfrm>
            <a:custGeom>
              <a:avLst/>
              <a:gdLst/>
              <a:ahLst/>
              <a:cxnLst/>
              <a:rect l="l" t="t" r="r" b="b"/>
              <a:pathLst>
                <a:path w="71948" h="72380" extrusionOk="0">
                  <a:moveTo>
                    <a:pt x="71948" y="86"/>
                  </a:moveTo>
                  <a:lnTo>
                    <a:pt x="71689" y="72380"/>
                  </a:lnTo>
                  <a:lnTo>
                    <a:pt x="0" y="72294"/>
                  </a:lnTo>
                  <a:lnTo>
                    <a:pt x="259" y="0"/>
                  </a:lnTo>
                  <a:lnTo>
                    <a:pt x="71948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8" name="Google Shape;2758;p69"/>
            <p:cNvSpPr/>
            <p:nvPr/>
          </p:nvSpPr>
          <p:spPr>
            <a:xfrm>
              <a:off x="4265846" y="1496581"/>
              <a:ext cx="35672" cy="247285"/>
            </a:xfrm>
            <a:custGeom>
              <a:avLst/>
              <a:gdLst/>
              <a:ahLst/>
              <a:cxnLst/>
              <a:rect l="l" t="t" r="r" b="b"/>
              <a:pathLst>
                <a:path w="35672" h="247285" extrusionOk="0">
                  <a:moveTo>
                    <a:pt x="0" y="247285"/>
                  </a:moveTo>
                  <a:lnTo>
                    <a:pt x="25307" y="247285"/>
                  </a:lnTo>
                  <a:lnTo>
                    <a:pt x="26085" y="38090"/>
                  </a:lnTo>
                  <a:lnTo>
                    <a:pt x="35499" y="38090"/>
                  </a:lnTo>
                  <a:lnTo>
                    <a:pt x="35672" y="86"/>
                  </a:lnTo>
                  <a:lnTo>
                    <a:pt x="26257" y="86"/>
                  </a:lnTo>
                  <a:lnTo>
                    <a:pt x="11488" y="0"/>
                  </a:lnTo>
                  <a:lnTo>
                    <a:pt x="950" y="0"/>
                  </a:lnTo>
                  <a:lnTo>
                    <a:pt x="0" y="24728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59" name="Google Shape;2759;p69"/>
          <p:cNvGrpSpPr/>
          <p:nvPr/>
        </p:nvGrpSpPr>
        <p:grpSpPr>
          <a:xfrm rot="-763439" flipH="1">
            <a:off x="3534524" y="3671273"/>
            <a:ext cx="2089801" cy="2115317"/>
            <a:chOff x="1825325" y="2131820"/>
            <a:chExt cx="1134823" cy="1106813"/>
          </a:xfrm>
        </p:grpSpPr>
        <p:sp>
          <p:nvSpPr>
            <p:cNvPr id="2760" name="Google Shape;2760;p69"/>
            <p:cNvSpPr/>
            <p:nvPr/>
          </p:nvSpPr>
          <p:spPr>
            <a:xfrm>
              <a:off x="2202746" y="2480281"/>
              <a:ext cx="365875" cy="381508"/>
            </a:xfrm>
            <a:custGeom>
              <a:avLst/>
              <a:gdLst/>
              <a:ahLst/>
              <a:cxnLst/>
              <a:rect l="l" t="t" r="r" b="b"/>
              <a:pathLst>
                <a:path w="365875" h="381508" extrusionOk="0">
                  <a:moveTo>
                    <a:pt x="365875" y="0"/>
                  </a:moveTo>
                  <a:lnTo>
                    <a:pt x="0" y="381509"/>
                  </a:lnTo>
                </a:path>
              </a:pathLst>
            </a:custGeom>
            <a:noFill/>
            <a:ln w="151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1" name="Google Shape;2761;p69"/>
            <p:cNvSpPr/>
            <p:nvPr/>
          </p:nvSpPr>
          <p:spPr>
            <a:xfrm>
              <a:off x="2023177" y="2290433"/>
              <a:ext cx="884975" cy="500876"/>
            </a:xfrm>
            <a:custGeom>
              <a:avLst/>
              <a:gdLst/>
              <a:ahLst/>
              <a:cxnLst/>
              <a:rect l="l" t="t" r="r" b="b"/>
              <a:pathLst>
                <a:path w="884975" h="500876" extrusionOk="0">
                  <a:moveTo>
                    <a:pt x="31612" y="0"/>
                  </a:moveTo>
                  <a:lnTo>
                    <a:pt x="804476" y="408111"/>
                  </a:lnTo>
                  <a:lnTo>
                    <a:pt x="884976" y="474273"/>
                  </a:lnTo>
                  <a:lnTo>
                    <a:pt x="872538" y="500876"/>
                  </a:lnTo>
                  <a:lnTo>
                    <a:pt x="0" y="32994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2" name="Google Shape;2762;p69"/>
            <p:cNvSpPr/>
            <p:nvPr/>
          </p:nvSpPr>
          <p:spPr>
            <a:xfrm>
              <a:off x="2790344" y="2688788"/>
              <a:ext cx="71768" cy="71768"/>
            </a:xfrm>
            <a:custGeom>
              <a:avLst/>
              <a:gdLst/>
              <a:ahLst/>
              <a:cxnLst/>
              <a:rect l="l" t="t" r="r" b="b"/>
              <a:pathLst>
                <a:path w="71768" h="71768" extrusionOk="0">
                  <a:moveTo>
                    <a:pt x="11052" y="61753"/>
                  </a:moveTo>
                  <a:cubicBezTo>
                    <a:pt x="-3286" y="48020"/>
                    <a:pt x="-3718" y="25304"/>
                    <a:pt x="10016" y="11052"/>
                  </a:cubicBezTo>
                  <a:cubicBezTo>
                    <a:pt x="23749" y="-3286"/>
                    <a:pt x="46465" y="-3718"/>
                    <a:pt x="60716" y="10016"/>
                  </a:cubicBezTo>
                  <a:cubicBezTo>
                    <a:pt x="75054" y="23749"/>
                    <a:pt x="75486" y="46465"/>
                    <a:pt x="61753" y="60716"/>
                  </a:cubicBezTo>
                  <a:cubicBezTo>
                    <a:pt x="48020" y="75054"/>
                    <a:pt x="25304" y="75486"/>
                    <a:pt x="11052" y="6175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3" name="Google Shape;2763;p69"/>
            <p:cNvSpPr/>
            <p:nvPr/>
          </p:nvSpPr>
          <p:spPr>
            <a:xfrm>
              <a:off x="2899342" y="2774812"/>
              <a:ext cx="60806" cy="47505"/>
            </a:xfrm>
            <a:custGeom>
              <a:avLst/>
              <a:gdLst/>
              <a:ahLst/>
              <a:cxnLst/>
              <a:rect l="l" t="t" r="r" b="b"/>
              <a:pathLst>
                <a:path w="60806" h="47505" extrusionOk="0">
                  <a:moveTo>
                    <a:pt x="0" y="8637"/>
                  </a:moveTo>
                  <a:lnTo>
                    <a:pt x="60807" y="47505"/>
                  </a:lnTo>
                  <a:lnTo>
                    <a:pt x="4060" y="0"/>
                  </a:lnTo>
                  <a:lnTo>
                    <a:pt x="0" y="86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4" name="Google Shape;2764;p69"/>
            <p:cNvSpPr/>
            <p:nvPr/>
          </p:nvSpPr>
          <p:spPr>
            <a:xfrm>
              <a:off x="1991564" y="2323428"/>
              <a:ext cx="535684" cy="865714"/>
            </a:xfrm>
            <a:custGeom>
              <a:avLst/>
              <a:gdLst/>
              <a:ahLst/>
              <a:cxnLst/>
              <a:rect l="l" t="t" r="r" b="b"/>
              <a:pathLst>
                <a:path w="535684" h="865714" extrusionOk="0">
                  <a:moveTo>
                    <a:pt x="0" y="32994"/>
                  </a:moveTo>
                  <a:lnTo>
                    <a:pt x="440156" y="788065"/>
                  </a:lnTo>
                  <a:lnTo>
                    <a:pt x="509599" y="865715"/>
                  </a:lnTo>
                  <a:lnTo>
                    <a:pt x="535684" y="852154"/>
                  </a:lnTo>
                  <a:lnTo>
                    <a:pt x="316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5" name="Google Shape;2765;p69"/>
            <p:cNvSpPr/>
            <p:nvPr/>
          </p:nvSpPr>
          <p:spPr>
            <a:xfrm>
              <a:off x="2421909" y="3073092"/>
              <a:ext cx="71705" cy="71705"/>
            </a:xfrm>
            <a:custGeom>
              <a:avLst/>
              <a:gdLst/>
              <a:ahLst/>
              <a:cxnLst/>
              <a:rect l="l" t="t" r="r" b="b"/>
              <a:pathLst>
                <a:path w="71705" h="71705" extrusionOk="0">
                  <a:moveTo>
                    <a:pt x="60685" y="9984"/>
                  </a:moveTo>
                  <a:cubicBezTo>
                    <a:pt x="46347" y="-3749"/>
                    <a:pt x="23717" y="-3231"/>
                    <a:pt x="9984" y="11021"/>
                  </a:cubicBezTo>
                  <a:cubicBezTo>
                    <a:pt x="-3749" y="25359"/>
                    <a:pt x="-3231" y="47988"/>
                    <a:pt x="11021" y="61721"/>
                  </a:cubicBezTo>
                  <a:cubicBezTo>
                    <a:pt x="25358" y="75455"/>
                    <a:pt x="47988" y="74936"/>
                    <a:pt x="61721" y="60685"/>
                  </a:cubicBezTo>
                  <a:cubicBezTo>
                    <a:pt x="75455" y="46347"/>
                    <a:pt x="74937" y="23717"/>
                    <a:pt x="60685" y="99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6" name="Google Shape;2766;p69"/>
            <p:cNvSpPr/>
            <p:nvPr/>
          </p:nvSpPr>
          <p:spPr>
            <a:xfrm>
              <a:off x="2511097" y="3179555"/>
              <a:ext cx="49837" cy="59078"/>
            </a:xfrm>
            <a:custGeom>
              <a:avLst/>
              <a:gdLst/>
              <a:ahLst/>
              <a:cxnLst/>
              <a:rect l="l" t="t" r="r" b="b"/>
              <a:pathLst>
                <a:path w="49837" h="59078" extrusionOk="0">
                  <a:moveTo>
                    <a:pt x="8464" y="0"/>
                  </a:moveTo>
                  <a:lnTo>
                    <a:pt x="49837" y="59079"/>
                  </a:lnTo>
                  <a:lnTo>
                    <a:pt x="0" y="4405"/>
                  </a:lnTo>
                  <a:lnTo>
                    <a:pt x="84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7" name="Google Shape;2767;p69"/>
            <p:cNvSpPr/>
            <p:nvPr/>
          </p:nvSpPr>
          <p:spPr>
            <a:xfrm>
              <a:off x="1956949" y="2255731"/>
              <a:ext cx="304876" cy="300816"/>
            </a:xfrm>
            <a:custGeom>
              <a:avLst/>
              <a:gdLst/>
              <a:ahLst/>
              <a:cxnLst/>
              <a:rect l="l" t="t" r="r" b="b"/>
              <a:pathLst>
                <a:path w="304876" h="300816" extrusionOk="0">
                  <a:moveTo>
                    <a:pt x="31765" y="177908"/>
                  </a:moveTo>
                  <a:cubicBezTo>
                    <a:pt x="-9348" y="138436"/>
                    <a:pt x="-10730" y="72879"/>
                    <a:pt x="28656" y="31765"/>
                  </a:cubicBezTo>
                  <a:cubicBezTo>
                    <a:pt x="68128" y="-9348"/>
                    <a:pt x="133685" y="-10730"/>
                    <a:pt x="174799" y="28656"/>
                  </a:cubicBezTo>
                  <a:cubicBezTo>
                    <a:pt x="195528" y="48522"/>
                    <a:pt x="206066" y="74952"/>
                    <a:pt x="206498" y="101555"/>
                  </a:cubicBezTo>
                  <a:lnTo>
                    <a:pt x="304876" y="195874"/>
                  </a:lnTo>
                  <a:cubicBezTo>
                    <a:pt x="304876" y="195874"/>
                    <a:pt x="281210" y="247870"/>
                    <a:pt x="268168" y="261431"/>
                  </a:cubicBezTo>
                  <a:cubicBezTo>
                    <a:pt x="255126" y="274991"/>
                    <a:pt x="204252" y="300817"/>
                    <a:pt x="204252" y="300817"/>
                  </a:cubicBezTo>
                  <a:lnTo>
                    <a:pt x="105873" y="206498"/>
                  </a:lnTo>
                  <a:cubicBezTo>
                    <a:pt x="79271" y="207189"/>
                    <a:pt x="52409" y="197688"/>
                    <a:pt x="31679" y="17782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8" name="Google Shape;2768;p69"/>
            <p:cNvSpPr/>
            <p:nvPr/>
          </p:nvSpPr>
          <p:spPr>
            <a:xfrm>
              <a:off x="1979562" y="2278345"/>
              <a:ext cx="161423" cy="161423"/>
            </a:xfrm>
            <a:custGeom>
              <a:avLst/>
              <a:gdLst/>
              <a:ahLst/>
              <a:cxnLst/>
              <a:rect l="l" t="t" r="r" b="b"/>
              <a:pathLst>
                <a:path w="161423" h="161423" extrusionOk="0">
                  <a:moveTo>
                    <a:pt x="24872" y="138970"/>
                  </a:moveTo>
                  <a:cubicBezTo>
                    <a:pt x="57002" y="169805"/>
                    <a:pt x="108135" y="168769"/>
                    <a:pt x="138970" y="136552"/>
                  </a:cubicBezTo>
                  <a:cubicBezTo>
                    <a:pt x="169805" y="104334"/>
                    <a:pt x="168769" y="53288"/>
                    <a:pt x="136552" y="22453"/>
                  </a:cubicBezTo>
                  <a:cubicBezTo>
                    <a:pt x="104421" y="-8382"/>
                    <a:pt x="53288" y="-7346"/>
                    <a:pt x="22453" y="24872"/>
                  </a:cubicBezTo>
                  <a:cubicBezTo>
                    <a:pt x="-8382" y="57089"/>
                    <a:pt x="-7346" y="108135"/>
                    <a:pt x="24872" y="13897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9" name="Google Shape;2769;p69"/>
            <p:cNvSpPr/>
            <p:nvPr/>
          </p:nvSpPr>
          <p:spPr>
            <a:xfrm rot="8027126">
              <a:off x="1874623" y="2129568"/>
              <a:ext cx="63620" cy="163718"/>
            </a:xfrm>
            <a:custGeom>
              <a:avLst/>
              <a:gdLst/>
              <a:ahLst/>
              <a:cxnLst/>
              <a:rect l="l" t="t" r="r" b="b"/>
              <a:pathLst>
                <a:path w="63570" h="163590" extrusionOk="0">
                  <a:moveTo>
                    <a:pt x="0" y="0"/>
                  </a:moveTo>
                  <a:lnTo>
                    <a:pt x="63570" y="0"/>
                  </a:lnTo>
                  <a:lnTo>
                    <a:pt x="63570" y="163590"/>
                  </a:lnTo>
                  <a:lnTo>
                    <a:pt x="0" y="1635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70" name="Google Shape;2770;p69"/>
            <p:cNvSpPr/>
            <p:nvPr/>
          </p:nvSpPr>
          <p:spPr>
            <a:xfrm rot="8027126">
              <a:off x="1957606" y="2262178"/>
              <a:ext cx="43479" cy="38379"/>
            </a:xfrm>
            <a:custGeom>
              <a:avLst/>
              <a:gdLst/>
              <a:ahLst/>
              <a:cxnLst/>
              <a:rect l="l" t="t" r="r" b="b"/>
              <a:pathLst>
                <a:path w="43445" h="38349" extrusionOk="0">
                  <a:moveTo>
                    <a:pt x="0" y="0"/>
                  </a:moveTo>
                  <a:lnTo>
                    <a:pt x="43446" y="0"/>
                  </a:lnTo>
                  <a:lnTo>
                    <a:pt x="43446" y="38350"/>
                  </a:lnTo>
                  <a:lnTo>
                    <a:pt x="0" y="383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71" name="Google Shape;2771;p69"/>
            <p:cNvSpPr/>
            <p:nvPr/>
          </p:nvSpPr>
          <p:spPr>
            <a:xfrm rot="8027126">
              <a:off x="2370552" y="2586366"/>
              <a:ext cx="30254" cy="169077"/>
            </a:xfrm>
            <a:custGeom>
              <a:avLst/>
              <a:gdLst/>
              <a:ahLst/>
              <a:cxnLst/>
              <a:rect l="l" t="t" r="r" b="b"/>
              <a:pathLst>
                <a:path w="30230" h="168945" extrusionOk="0">
                  <a:moveTo>
                    <a:pt x="0" y="0"/>
                  </a:moveTo>
                  <a:lnTo>
                    <a:pt x="30230" y="0"/>
                  </a:lnTo>
                  <a:lnTo>
                    <a:pt x="30230" y="168945"/>
                  </a:lnTo>
                  <a:lnTo>
                    <a:pt x="0" y="1689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707365" y="3068974"/>
            <a:ext cx="3732899" cy="1215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nctions: Quadratic Functions and Equations - Math - 10th Grade by Slidesgo">
  <a:themeElements>
    <a:clrScheme name="Simple Light">
      <a:dk1>
        <a:srgbClr val="05135F"/>
      </a:dk1>
      <a:lt1>
        <a:srgbClr val="FEFEFE"/>
      </a:lt1>
      <a:dk2>
        <a:srgbClr val="FDBE2A"/>
      </a:dk2>
      <a:lt2>
        <a:srgbClr val="F1A141"/>
      </a:lt2>
      <a:accent1>
        <a:srgbClr val="FADDD9"/>
      </a:accent1>
      <a:accent2>
        <a:srgbClr val="EB6181"/>
      </a:accent2>
      <a:accent3>
        <a:srgbClr val="88D0F3"/>
      </a:accent3>
      <a:accent4>
        <a:srgbClr val="5F5FF6"/>
      </a:accent4>
      <a:accent5>
        <a:srgbClr val="4C5BA5"/>
      </a:accent5>
      <a:accent6>
        <a:srgbClr val="6CC37E"/>
      </a:accent6>
      <a:hlink>
        <a:srgbClr val="05135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4615</TotalTime>
  <Words>757</Words>
  <Application>Microsoft Office PowerPoint</Application>
  <PresentationFormat>On-screen Show (16:9)</PresentationFormat>
  <Paragraphs>186</Paragraphs>
  <Slides>26</Slides>
  <Notes>26</Notes>
  <HiddenSlides>0</HiddenSlides>
  <MMClips>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Anaheim</vt:lpstr>
      <vt:lpstr>Aptos</vt:lpstr>
      <vt:lpstr>Arial</vt:lpstr>
      <vt:lpstr>Arial Rounded MT Bold</vt:lpstr>
      <vt:lpstr>Assistant</vt:lpstr>
      <vt:lpstr>Calibri</vt:lpstr>
      <vt:lpstr>DM Sans</vt:lpstr>
      <vt:lpstr>Epilogue</vt:lpstr>
      <vt:lpstr>Nunito Light</vt:lpstr>
      <vt:lpstr>Quattrocento Sans</vt:lpstr>
      <vt:lpstr>Segoe UI</vt:lpstr>
      <vt:lpstr>Functions: Quadratic Functions and Equations - Math - 10th Grade by Slidesgo</vt:lpstr>
      <vt:lpstr>1_Office Theme</vt:lpstr>
      <vt:lpstr>Chapter 1:  Rational Numbers  Lesson 3:  Adding &amp; Subtracting Rational Numbers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"Count the steps.  Speak the logic."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Rational numbers  Unit 1:  Rational numbers</dc:title>
  <dc:creator>admin</dc:creator>
  <cp:lastModifiedBy>tutrinh.1602@gmail.com</cp:lastModifiedBy>
  <cp:revision>48</cp:revision>
  <dcterms:created xsi:type="dcterms:W3CDTF">2024-09-03T10:06:13Z</dcterms:created>
  <dcterms:modified xsi:type="dcterms:W3CDTF">2026-07-29T07:36:58Z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A34F9D9B699C4AC9AC4C1348D89D8ED0_12</vt:lpwstr>
  </property>
  <property fmtid="{D5CDD505-2E9C-101B-9397-08002B2CF9AE}" pid="3" name="KSOProductBuildVer">
    <vt:lpwstr>1033-12.2.0.17562</vt:lpwstr>
  </property>
</Properties>
</file>