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mp3" ContentType="audio/mpeg"/>
  <Default Extension="png" ContentType="image/png"/>
  <Default Extension="rels" ContentType="application/vnd.openxmlformats-package.relationships+xml"/>
  <Default Extension="svg" ContentType="image/svg+xml"/>
  <Default Extension="wav" ContentType="audio/x-wav"/>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83" r:id="rId2"/>
    <p:sldId id="284" r:id="rId3"/>
    <p:sldId id="258" r:id="rId4"/>
    <p:sldId id="262" r:id="rId5"/>
    <p:sldId id="261" r:id="rId6"/>
    <p:sldId id="286" r:id="rId7"/>
    <p:sldId id="265" r:id="rId8"/>
    <p:sldId id="287" r:id="rId9"/>
    <p:sldId id="288" r:id="rId10"/>
    <p:sldId id="289" r:id="rId11"/>
    <p:sldId id="290" r:id="rId12"/>
    <p:sldId id="297" r:id="rId13"/>
    <p:sldId id="292" r:id="rId14"/>
    <p:sldId id="293" r:id="rId15"/>
    <p:sldId id="282" r:id="rId16"/>
    <p:sldId id="281" r:id="rId17"/>
    <p:sldId id="294" r:id="rId18"/>
    <p:sldId id="295" r:id="rId19"/>
    <p:sldId id="271" r:id="rId20"/>
    <p:sldId id="273" r:id="rId21"/>
    <p:sldId id="274" r:id="rId22"/>
    <p:sldId id="275" r:id="rId23"/>
    <p:sldId id="285" r:id="rId24"/>
  </p:sldIdLst>
  <p:sldSz cx="9144000" cy="5143500" type="screen16x9"/>
  <p:notesSz cx="6858000" cy="9144000"/>
  <p:embeddedFontLst>
    <p:embeddedFont>
      <p:font typeface="Albert Sans" panose="020B0604020202020204" charset="0"/>
      <p:regular r:id="rId26"/>
      <p:bold r:id="rId27"/>
      <p:italic r:id="rId28"/>
      <p:boldItalic r:id="rId29"/>
    </p:embeddedFont>
    <p:embeddedFont>
      <p:font typeface="Anaheim" panose="020B0604020202020204" charset="0"/>
      <p:regular r:id="rId30"/>
      <p:bold r:id="rId31"/>
    </p:embeddedFont>
    <p:embeddedFont>
      <p:font typeface="Concert One" pitchFamily="2" charset="0"/>
      <p:regular r:id="rId32"/>
    </p:embeddedFont>
    <p:embeddedFont>
      <p:font typeface="DM Sans" pitchFamily="2" charset="0"/>
      <p:regular r:id="rId33"/>
      <p:bold r:id="rId34"/>
      <p:italic r:id="rId35"/>
      <p:boldItalic r:id="rId36"/>
    </p:embeddedFont>
    <p:embeddedFont>
      <p:font typeface="Nunito Light" pitchFamily="2" charset="0"/>
      <p:regular r:id="rId37"/>
      <p: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rYKDmS/a3tN3taDeYn1Mv7+vV9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3F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92"/>
    <p:restoredTop sz="94656"/>
  </p:normalViewPr>
  <p:slideViewPr>
    <p:cSldViewPr snapToGrid="0">
      <p:cViewPr varScale="1">
        <p:scale>
          <a:sx n="116" d="100"/>
          <a:sy n="116" d="100"/>
        </p:scale>
        <p:origin x="76" y="1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4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73988245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3"/>
        <p:cNvGrpSpPr/>
        <p:nvPr/>
      </p:nvGrpSpPr>
      <p:grpSpPr>
        <a:xfrm>
          <a:off x="0" y="0"/>
          <a:ext cx="0" cy="0"/>
          <a:chOff x="0" y="0"/>
          <a:chExt cx="0" cy="0"/>
        </a:xfrm>
      </p:grpSpPr>
      <p:sp>
        <p:nvSpPr>
          <p:cNvPr id="1154" name="Google Shape;1154;g257c13afae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5" name="Google Shape;1155;g257c13afa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17ab0925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1" name="Google Shape;391;g317ab09259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2" name="Google Shape;42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a:extLst>
            <a:ext uri="{FF2B5EF4-FFF2-40B4-BE49-F238E27FC236}">
              <a16:creationId xmlns:a16="http://schemas.microsoft.com/office/drawing/2014/main" id="{AFF67BC8-25FF-3529-3C68-EC1BD2BFBE3F}"/>
            </a:ext>
          </a:extLst>
        </p:cNvPr>
        <p:cNvGrpSpPr/>
        <p:nvPr/>
      </p:nvGrpSpPr>
      <p:grpSpPr>
        <a:xfrm>
          <a:off x="0" y="0"/>
          <a:ext cx="0" cy="0"/>
          <a:chOff x="0" y="0"/>
          <a:chExt cx="0" cy="0"/>
        </a:xfrm>
      </p:grpSpPr>
      <p:sp>
        <p:nvSpPr>
          <p:cNvPr id="413" name="Google Shape;413;p6:notes">
            <a:extLst>
              <a:ext uri="{FF2B5EF4-FFF2-40B4-BE49-F238E27FC236}">
                <a16:creationId xmlns:a16="http://schemas.microsoft.com/office/drawing/2014/main" id="{7A217DCA-00F2-72E8-B939-ED798A381B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4" name="Google Shape;414;p6:notes">
            <a:extLst>
              <a:ext uri="{FF2B5EF4-FFF2-40B4-BE49-F238E27FC236}">
                <a16:creationId xmlns:a16="http://schemas.microsoft.com/office/drawing/2014/main" id="{5C14A344-A2B0-98CF-F6DB-8BE4ED04E7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3899598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A5DB5299-9E6E-DD2B-2413-43CBBE8A295E}"/>
            </a:ext>
          </a:extLst>
        </p:cNvPr>
        <p:cNvGrpSpPr/>
        <p:nvPr/>
      </p:nvGrpSpPr>
      <p:grpSpPr>
        <a:xfrm>
          <a:off x="0" y="0"/>
          <a:ext cx="0" cy="0"/>
          <a:chOff x="0" y="0"/>
          <a:chExt cx="0" cy="0"/>
        </a:xfrm>
      </p:grpSpPr>
      <p:sp>
        <p:nvSpPr>
          <p:cNvPr id="445" name="Google Shape;445;p10:notes">
            <a:extLst>
              <a:ext uri="{FF2B5EF4-FFF2-40B4-BE49-F238E27FC236}">
                <a16:creationId xmlns:a16="http://schemas.microsoft.com/office/drawing/2014/main" id="{0BF34823-46E9-1557-90E1-98C125D132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p10:notes">
            <a:extLst>
              <a:ext uri="{FF2B5EF4-FFF2-40B4-BE49-F238E27FC236}">
                <a16:creationId xmlns:a16="http://schemas.microsoft.com/office/drawing/2014/main" id="{2F8C205A-964F-F521-B972-48C5E313E12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53574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a:extLst>
            <a:ext uri="{FF2B5EF4-FFF2-40B4-BE49-F238E27FC236}">
              <a16:creationId xmlns:a16="http://schemas.microsoft.com/office/drawing/2014/main" id="{33B83BE9-97CD-43D8-1599-8BC11DEDA766}"/>
            </a:ext>
          </a:extLst>
        </p:cNvPr>
        <p:cNvGrpSpPr/>
        <p:nvPr/>
      </p:nvGrpSpPr>
      <p:grpSpPr>
        <a:xfrm>
          <a:off x="0" y="0"/>
          <a:ext cx="0" cy="0"/>
          <a:chOff x="0" y="0"/>
          <a:chExt cx="0" cy="0"/>
        </a:xfrm>
      </p:grpSpPr>
      <p:sp>
        <p:nvSpPr>
          <p:cNvPr id="445" name="Google Shape;445;p10:notes">
            <a:extLst>
              <a:ext uri="{FF2B5EF4-FFF2-40B4-BE49-F238E27FC236}">
                <a16:creationId xmlns:a16="http://schemas.microsoft.com/office/drawing/2014/main" id="{09BD7542-499D-6292-9705-3BB13F44968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6" name="Google Shape;446;p10:notes">
            <a:extLst>
              <a:ext uri="{FF2B5EF4-FFF2-40B4-BE49-F238E27FC236}">
                <a16:creationId xmlns:a16="http://schemas.microsoft.com/office/drawing/2014/main" id="{795D0A8C-8D8B-7CA8-7FE7-D10CC70E0AB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25376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a:extLst>
            <a:ext uri="{FF2B5EF4-FFF2-40B4-BE49-F238E27FC236}">
              <a16:creationId xmlns:a16="http://schemas.microsoft.com/office/drawing/2014/main" id="{10BEAF3D-9430-C6D7-8FEB-106AC3E1C289}"/>
            </a:ext>
          </a:extLst>
        </p:cNvPr>
        <p:cNvGrpSpPr/>
        <p:nvPr/>
      </p:nvGrpSpPr>
      <p:grpSpPr>
        <a:xfrm>
          <a:off x="0" y="0"/>
          <a:ext cx="0" cy="0"/>
          <a:chOff x="0" y="0"/>
          <a:chExt cx="0" cy="0"/>
        </a:xfrm>
      </p:grpSpPr>
      <p:sp>
        <p:nvSpPr>
          <p:cNvPr id="470" name="Google Shape;470;p13:notes">
            <a:extLst>
              <a:ext uri="{FF2B5EF4-FFF2-40B4-BE49-F238E27FC236}">
                <a16:creationId xmlns:a16="http://schemas.microsoft.com/office/drawing/2014/main" id="{25D52C5F-CD95-A439-CE63-CB156AB4AC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13:notes">
            <a:extLst>
              <a:ext uri="{FF2B5EF4-FFF2-40B4-BE49-F238E27FC236}">
                <a16:creationId xmlns:a16="http://schemas.microsoft.com/office/drawing/2014/main" id="{F85F55CF-48DE-B9DD-1B26-57B81EA921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36628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a:extLst>
            <a:ext uri="{FF2B5EF4-FFF2-40B4-BE49-F238E27FC236}">
              <a16:creationId xmlns:a16="http://schemas.microsoft.com/office/drawing/2014/main" id="{7AE92ED7-13C9-3780-D7CF-2A04FD951E0A}"/>
            </a:ext>
          </a:extLst>
        </p:cNvPr>
        <p:cNvGrpSpPr/>
        <p:nvPr/>
      </p:nvGrpSpPr>
      <p:grpSpPr>
        <a:xfrm>
          <a:off x="0" y="0"/>
          <a:ext cx="0" cy="0"/>
          <a:chOff x="0" y="0"/>
          <a:chExt cx="0" cy="0"/>
        </a:xfrm>
      </p:grpSpPr>
      <p:sp>
        <p:nvSpPr>
          <p:cNvPr id="470" name="Google Shape;470;p13:notes">
            <a:extLst>
              <a:ext uri="{FF2B5EF4-FFF2-40B4-BE49-F238E27FC236}">
                <a16:creationId xmlns:a16="http://schemas.microsoft.com/office/drawing/2014/main" id="{582356DC-5CFF-DC37-1483-156D521C51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1" name="Google Shape;471;p13:notes">
            <a:extLst>
              <a:ext uri="{FF2B5EF4-FFF2-40B4-BE49-F238E27FC236}">
                <a16:creationId xmlns:a16="http://schemas.microsoft.com/office/drawing/2014/main" id="{B8F232D0-C30C-1835-5900-980C4D389E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5354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6" name="Google Shape;49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7"/>
        <p:cNvGrpSpPr/>
        <p:nvPr/>
      </p:nvGrpSpPr>
      <p:grpSpPr>
        <a:xfrm>
          <a:off x="0" y="0"/>
          <a:ext cx="0" cy="0"/>
          <a:chOff x="0" y="0"/>
          <a:chExt cx="0" cy="0"/>
        </a:xfrm>
      </p:grpSpPr>
      <p:sp>
        <p:nvSpPr>
          <p:cNvPr id="518" name="Google Shape;51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9" name="Google Shape;51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7" name="Google Shape;52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4" name="Google Shape;53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4"/>
          <p:cNvSpPr txBox="1">
            <a:spLocks noGrp="1"/>
          </p:cNvSpPr>
          <p:nvPr>
            <p:ph type="ctrTitle"/>
          </p:nvPr>
        </p:nvSpPr>
        <p:spPr>
          <a:xfrm>
            <a:off x="911150" y="1328850"/>
            <a:ext cx="7321800" cy="2010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rgbClr val="191919"/>
              </a:buClr>
              <a:buSzPts val="5200"/>
              <a:buNone/>
              <a:defRPr sz="55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a:endParaRPr/>
          </a:p>
        </p:txBody>
      </p:sp>
      <p:sp>
        <p:nvSpPr>
          <p:cNvPr id="11" name="Google Shape;11;p24"/>
          <p:cNvSpPr txBox="1">
            <a:spLocks noGrp="1"/>
          </p:cNvSpPr>
          <p:nvPr>
            <p:ph type="subTitle" idx="1"/>
          </p:nvPr>
        </p:nvSpPr>
        <p:spPr>
          <a:xfrm>
            <a:off x="2307675" y="3338850"/>
            <a:ext cx="4528800" cy="4758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2" name="Google Shape;12;p24"/>
          <p:cNvGrpSpPr/>
          <p:nvPr/>
        </p:nvGrpSpPr>
        <p:grpSpPr>
          <a:xfrm rot="-9685641">
            <a:off x="8355943" y="1663812"/>
            <a:ext cx="294592" cy="624146"/>
            <a:chOff x="4749876" y="4671790"/>
            <a:chExt cx="294599" cy="624160"/>
          </a:xfrm>
        </p:grpSpPr>
        <p:sp>
          <p:nvSpPr>
            <p:cNvPr id="13" name="Google Shape;13;p24"/>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US"/>
            </a:p>
          </p:txBody>
        </p:sp>
        <p:sp>
          <p:nvSpPr>
            <p:cNvPr id="14" name="Google Shape;14;p24"/>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4"/>
          <p:cNvSpPr/>
          <p:nvPr/>
        </p:nvSpPr>
        <p:spPr>
          <a:xfrm>
            <a:off x="-233944" y="-647700"/>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24"/>
          <p:cNvSpPr/>
          <p:nvPr/>
        </p:nvSpPr>
        <p:spPr>
          <a:xfrm rot="-1273451">
            <a:off x="8449825" y="150822"/>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4"/>
          <p:cNvSpPr/>
          <p:nvPr/>
        </p:nvSpPr>
        <p:spPr>
          <a:xfrm>
            <a:off x="-1728775" y="1989262"/>
            <a:ext cx="3515308" cy="5540715"/>
          </a:xfrm>
          <a:custGeom>
            <a:avLst/>
            <a:gdLst/>
            <a:ahLst/>
            <a:cxnLst/>
            <a:rect l="l" t="t" r="r" b="b"/>
            <a:pathLst>
              <a:path w="25352" h="39959" fill="none" extrusionOk="0">
                <a:moveTo>
                  <a:pt x="4342" y="39959"/>
                </a:moveTo>
                <a:cubicBezTo>
                  <a:pt x="3603" y="38758"/>
                  <a:pt x="2502" y="37017"/>
                  <a:pt x="2513" y="35574"/>
                </a:cubicBezTo>
                <a:cubicBezTo>
                  <a:pt x="2535" y="33999"/>
                  <a:pt x="3548" y="32390"/>
                  <a:pt x="4364" y="31112"/>
                </a:cubicBezTo>
                <a:cubicBezTo>
                  <a:pt x="6314" y="28072"/>
                  <a:pt x="8616" y="25240"/>
                  <a:pt x="11392" y="22927"/>
                </a:cubicBezTo>
                <a:cubicBezTo>
                  <a:pt x="14169" y="20613"/>
                  <a:pt x="17419" y="18828"/>
                  <a:pt x="20922" y="17991"/>
                </a:cubicBezTo>
                <a:cubicBezTo>
                  <a:pt x="21837" y="17771"/>
                  <a:pt x="22817" y="17627"/>
                  <a:pt x="23710" y="17925"/>
                </a:cubicBezTo>
                <a:cubicBezTo>
                  <a:pt x="24602" y="18222"/>
                  <a:pt x="25351" y="19115"/>
                  <a:pt x="25219" y="20040"/>
                </a:cubicBezTo>
                <a:cubicBezTo>
                  <a:pt x="25098" y="20800"/>
                  <a:pt x="24437" y="21373"/>
                  <a:pt x="23765" y="21737"/>
                </a:cubicBezTo>
                <a:cubicBezTo>
                  <a:pt x="21649" y="22872"/>
                  <a:pt x="19071" y="22728"/>
                  <a:pt x="16758" y="22133"/>
                </a:cubicBezTo>
                <a:cubicBezTo>
                  <a:pt x="14863" y="21649"/>
                  <a:pt x="12990" y="20966"/>
                  <a:pt x="11161" y="20283"/>
                </a:cubicBezTo>
                <a:cubicBezTo>
                  <a:pt x="9806" y="19787"/>
                  <a:pt x="8275" y="19644"/>
                  <a:pt x="7404" y="18355"/>
                </a:cubicBezTo>
                <a:cubicBezTo>
                  <a:pt x="6710" y="17341"/>
                  <a:pt x="6600" y="15986"/>
                  <a:pt x="6997" y="14829"/>
                </a:cubicBezTo>
                <a:cubicBezTo>
                  <a:pt x="7393" y="13661"/>
                  <a:pt x="8275" y="12692"/>
                  <a:pt x="9332" y="12075"/>
                </a:cubicBezTo>
                <a:cubicBezTo>
                  <a:pt x="10809" y="11216"/>
                  <a:pt x="12648" y="10984"/>
                  <a:pt x="13926" y="9849"/>
                </a:cubicBezTo>
                <a:cubicBezTo>
                  <a:pt x="15050" y="8869"/>
                  <a:pt x="15568" y="7271"/>
                  <a:pt x="15392" y="5784"/>
                </a:cubicBezTo>
                <a:cubicBezTo>
                  <a:pt x="15204" y="4297"/>
                  <a:pt x="14367" y="2931"/>
                  <a:pt x="13210" y="1972"/>
                </a:cubicBezTo>
                <a:cubicBezTo>
                  <a:pt x="11492" y="540"/>
                  <a:pt x="9046" y="0"/>
                  <a:pt x="6886" y="595"/>
                </a:cubicBezTo>
                <a:cubicBezTo>
                  <a:pt x="4716" y="1190"/>
                  <a:pt x="2887" y="2887"/>
                  <a:pt x="2138" y="5002"/>
                </a:cubicBezTo>
                <a:cubicBezTo>
                  <a:pt x="1510" y="6776"/>
                  <a:pt x="1620" y="8737"/>
                  <a:pt x="1929" y="10599"/>
                </a:cubicBezTo>
                <a:cubicBezTo>
                  <a:pt x="2237" y="12460"/>
                  <a:pt x="2744" y="14289"/>
                  <a:pt x="2865" y="16173"/>
                </a:cubicBezTo>
                <a:cubicBezTo>
                  <a:pt x="2986" y="17947"/>
                  <a:pt x="2733" y="19820"/>
                  <a:pt x="1730" y="21329"/>
                </a:cubicBezTo>
                <a:cubicBezTo>
                  <a:pt x="739" y="22849"/>
                  <a:pt x="1" y="24227"/>
                  <a:pt x="243" y="26122"/>
                </a:cubicBezTo>
                <a:cubicBezTo>
                  <a:pt x="508" y="28171"/>
                  <a:pt x="1741" y="30011"/>
                  <a:pt x="3295" y="31388"/>
                </a:cubicBezTo>
                <a:cubicBezTo>
                  <a:pt x="4848" y="32765"/>
                  <a:pt x="6710" y="33723"/>
                  <a:pt x="8572" y="34627"/>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24"/>
          <p:cNvSpPr/>
          <p:nvPr/>
        </p:nvSpPr>
        <p:spPr>
          <a:xfrm>
            <a:off x="6" y="4214695"/>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24"/>
          <p:cNvGrpSpPr/>
          <p:nvPr/>
        </p:nvGrpSpPr>
        <p:grpSpPr>
          <a:xfrm>
            <a:off x="-233950" y="3442400"/>
            <a:ext cx="1690575" cy="1701100"/>
            <a:chOff x="-233950" y="3442400"/>
            <a:chExt cx="1690575" cy="1701100"/>
          </a:xfrm>
        </p:grpSpPr>
        <p:sp>
          <p:nvSpPr>
            <p:cNvPr id="20" name="Google Shape;20;p24"/>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24"/>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24"/>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 name="Google Shape;23;p24"/>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24"/>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24"/>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 name="Google Shape;26;p24"/>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24"/>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8" name="Google Shape;28;p24"/>
          <p:cNvGrpSpPr/>
          <p:nvPr/>
        </p:nvGrpSpPr>
        <p:grpSpPr>
          <a:xfrm>
            <a:off x="662925" y="185038"/>
            <a:ext cx="1059425" cy="743982"/>
            <a:chOff x="1253075" y="1966725"/>
            <a:chExt cx="1493200" cy="1048600"/>
          </a:xfrm>
        </p:grpSpPr>
        <p:sp>
          <p:nvSpPr>
            <p:cNvPr id="29" name="Google Shape;29;p24"/>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 name="Google Shape;30;p24"/>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 name="Google Shape;31;p24"/>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24"/>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 name="Google Shape;33;p24"/>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4" name="Google Shape;34;p24"/>
          <p:cNvSpPr/>
          <p:nvPr/>
        </p:nvSpPr>
        <p:spPr>
          <a:xfrm rot="2700000">
            <a:off x="8042619" y="3855798"/>
            <a:ext cx="921236" cy="1807624"/>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grpSp>
        <p:nvGrpSpPr>
          <p:cNvPr id="35" name="Google Shape;35;p24"/>
          <p:cNvGrpSpPr/>
          <p:nvPr/>
        </p:nvGrpSpPr>
        <p:grpSpPr>
          <a:xfrm>
            <a:off x="8401500" y="186488"/>
            <a:ext cx="779722" cy="1106227"/>
            <a:chOff x="8364275" y="178263"/>
            <a:chExt cx="779722" cy="1106227"/>
          </a:xfrm>
        </p:grpSpPr>
        <p:sp>
          <p:nvSpPr>
            <p:cNvPr id="36" name="Google Shape;36;p24"/>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24"/>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 name="Google Shape;38;p24"/>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24"/>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 name="Google Shape;40;p24"/>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24"/>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24"/>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24"/>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44" name="Google Shape;44;p24"/>
          <p:cNvGrpSpPr/>
          <p:nvPr/>
        </p:nvGrpSpPr>
        <p:grpSpPr>
          <a:xfrm rot="1494972">
            <a:off x="-42862" y="1604419"/>
            <a:ext cx="478023" cy="1012778"/>
            <a:chOff x="4749876" y="4671790"/>
            <a:chExt cx="294599" cy="624160"/>
          </a:xfrm>
        </p:grpSpPr>
        <p:sp>
          <p:nvSpPr>
            <p:cNvPr id="45" name="Google Shape;45;p24"/>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US"/>
            </a:p>
          </p:txBody>
        </p:sp>
        <p:sp>
          <p:nvSpPr>
            <p:cNvPr id="46" name="Google Shape;46;p24"/>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24"/>
          <p:cNvGrpSpPr/>
          <p:nvPr/>
        </p:nvGrpSpPr>
        <p:grpSpPr>
          <a:xfrm>
            <a:off x="4749876" y="4671790"/>
            <a:ext cx="294599" cy="624160"/>
            <a:chOff x="4749876" y="4671790"/>
            <a:chExt cx="294599" cy="624160"/>
          </a:xfrm>
        </p:grpSpPr>
        <p:sp>
          <p:nvSpPr>
            <p:cNvPr id="48" name="Google Shape;48;p24"/>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US"/>
            </a:p>
          </p:txBody>
        </p:sp>
        <p:sp>
          <p:nvSpPr>
            <p:cNvPr id="49" name="Google Shape;49;p24"/>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5"/>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52" name="Google Shape;52;p25"/>
          <p:cNvSpPr/>
          <p:nvPr/>
        </p:nvSpPr>
        <p:spPr>
          <a:xfrm flipH="1">
            <a:off x="-210306" y="4405195"/>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3" name="Google Shape;53;p25"/>
          <p:cNvGrpSpPr/>
          <p:nvPr/>
        </p:nvGrpSpPr>
        <p:grpSpPr>
          <a:xfrm rot="-1589291" flipH="1">
            <a:off x="-143526" y="3798926"/>
            <a:ext cx="779699" cy="1106194"/>
            <a:chOff x="8364275" y="178263"/>
            <a:chExt cx="779722" cy="1106227"/>
          </a:xfrm>
        </p:grpSpPr>
        <p:sp>
          <p:nvSpPr>
            <p:cNvPr id="54" name="Google Shape;54;p25"/>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25"/>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6" name="Google Shape;56;p25"/>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7" name="Google Shape;57;p25"/>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25"/>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25"/>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5"/>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5"/>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2" name="Google Shape;62;p25"/>
          <p:cNvSpPr/>
          <p:nvPr/>
        </p:nvSpPr>
        <p:spPr>
          <a:xfrm rot="-6085464">
            <a:off x="6297162" y="-2959931"/>
            <a:ext cx="1801191" cy="5166463"/>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25"/>
          <p:cNvSpPr/>
          <p:nvPr/>
        </p:nvSpPr>
        <p:spPr>
          <a:xfrm rot="-7670955">
            <a:off x="-444889" y="-2959950"/>
            <a:ext cx="1801197" cy="5166481"/>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4" name="Google Shape;64;p25"/>
          <p:cNvGrpSpPr/>
          <p:nvPr/>
        </p:nvGrpSpPr>
        <p:grpSpPr>
          <a:xfrm rot="10800000">
            <a:off x="8073892" y="-270691"/>
            <a:ext cx="1280442" cy="1288413"/>
            <a:chOff x="-233950" y="3442400"/>
            <a:chExt cx="1690575" cy="1701100"/>
          </a:xfrm>
        </p:grpSpPr>
        <p:sp>
          <p:nvSpPr>
            <p:cNvPr id="65" name="Google Shape;65;p25"/>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6" name="Google Shape;66;p25"/>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7" name="Google Shape;67;p25"/>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8" name="Google Shape;68;p25"/>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25"/>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25"/>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1" name="Google Shape;71;p25"/>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25"/>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73" name="Google Shape;73;p25"/>
          <p:cNvGrpSpPr/>
          <p:nvPr/>
        </p:nvGrpSpPr>
        <p:grpSpPr>
          <a:xfrm rot="-9685641">
            <a:off x="8566818" y="4248812"/>
            <a:ext cx="294592" cy="624146"/>
            <a:chOff x="4749876" y="4671790"/>
            <a:chExt cx="294599" cy="624160"/>
          </a:xfrm>
        </p:grpSpPr>
        <p:sp>
          <p:nvSpPr>
            <p:cNvPr id="74" name="Google Shape;74;p25"/>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75" name="Google Shape;75;p25"/>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25"/>
          <p:cNvSpPr/>
          <p:nvPr/>
        </p:nvSpPr>
        <p:spPr>
          <a:xfrm rot="1530411">
            <a:off x="58150" y="-87153"/>
            <a:ext cx="718246" cy="1409323"/>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77"/>
        <p:cNvGrpSpPr/>
        <p:nvPr/>
      </p:nvGrpSpPr>
      <p:grpSpPr>
        <a:xfrm>
          <a:off x="0" y="0"/>
          <a:ext cx="0" cy="0"/>
          <a:chOff x="0" y="0"/>
          <a:chExt cx="0" cy="0"/>
        </a:xfrm>
      </p:grpSpPr>
      <p:sp>
        <p:nvSpPr>
          <p:cNvPr id="78" name="Google Shape;78;p26"/>
          <p:cNvSpPr/>
          <p:nvPr/>
        </p:nvSpPr>
        <p:spPr>
          <a:xfrm rot="10800000" flipH="1">
            <a:off x="-233944" y="4133850"/>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26"/>
          <p:cNvSpPr/>
          <p:nvPr/>
        </p:nvSpPr>
        <p:spPr>
          <a:xfrm rot="2270960">
            <a:off x="8538289" y="3806078"/>
            <a:ext cx="868062" cy="1703288"/>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26"/>
          <p:cNvSpPr/>
          <p:nvPr/>
        </p:nvSpPr>
        <p:spPr>
          <a:xfrm rot="10800000" flipH="1">
            <a:off x="6" y="-1072080"/>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26"/>
          <p:cNvSpPr/>
          <p:nvPr/>
        </p:nvSpPr>
        <p:spPr>
          <a:xfrm rot="-1273451">
            <a:off x="8449825" y="150822"/>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6"/>
          <p:cNvSpPr/>
          <p:nvPr/>
        </p:nvSpPr>
        <p:spPr>
          <a:xfrm rot="9297691">
            <a:off x="-3170108" y="-1025652"/>
            <a:ext cx="3515329" cy="5540748"/>
          </a:xfrm>
          <a:custGeom>
            <a:avLst/>
            <a:gdLst/>
            <a:ahLst/>
            <a:cxnLst/>
            <a:rect l="l" t="t" r="r" b="b"/>
            <a:pathLst>
              <a:path w="25352" h="39959" fill="none" extrusionOk="0">
                <a:moveTo>
                  <a:pt x="4342" y="39959"/>
                </a:moveTo>
                <a:cubicBezTo>
                  <a:pt x="3603" y="38758"/>
                  <a:pt x="2502" y="37017"/>
                  <a:pt x="2513" y="35574"/>
                </a:cubicBezTo>
                <a:cubicBezTo>
                  <a:pt x="2535" y="33999"/>
                  <a:pt x="3548" y="32390"/>
                  <a:pt x="4364" y="31112"/>
                </a:cubicBezTo>
                <a:cubicBezTo>
                  <a:pt x="6314" y="28072"/>
                  <a:pt x="8616" y="25240"/>
                  <a:pt x="11392" y="22927"/>
                </a:cubicBezTo>
                <a:cubicBezTo>
                  <a:pt x="14169" y="20613"/>
                  <a:pt x="17419" y="18828"/>
                  <a:pt x="20922" y="17991"/>
                </a:cubicBezTo>
                <a:cubicBezTo>
                  <a:pt x="21837" y="17771"/>
                  <a:pt x="22817" y="17627"/>
                  <a:pt x="23710" y="17925"/>
                </a:cubicBezTo>
                <a:cubicBezTo>
                  <a:pt x="24602" y="18222"/>
                  <a:pt x="25351" y="19115"/>
                  <a:pt x="25219" y="20040"/>
                </a:cubicBezTo>
                <a:cubicBezTo>
                  <a:pt x="25098" y="20800"/>
                  <a:pt x="24437" y="21373"/>
                  <a:pt x="23765" y="21737"/>
                </a:cubicBezTo>
                <a:cubicBezTo>
                  <a:pt x="21649" y="22872"/>
                  <a:pt x="19071" y="22728"/>
                  <a:pt x="16758" y="22133"/>
                </a:cubicBezTo>
                <a:cubicBezTo>
                  <a:pt x="14863" y="21649"/>
                  <a:pt x="12990" y="20966"/>
                  <a:pt x="11161" y="20283"/>
                </a:cubicBezTo>
                <a:cubicBezTo>
                  <a:pt x="9806" y="19787"/>
                  <a:pt x="8275" y="19644"/>
                  <a:pt x="7404" y="18355"/>
                </a:cubicBezTo>
                <a:cubicBezTo>
                  <a:pt x="6710" y="17341"/>
                  <a:pt x="6600" y="15986"/>
                  <a:pt x="6997" y="14829"/>
                </a:cubicBezTo>
                <a:cubicBezTo>
                  <a:pt x="7393" y="13661"/>
                  <a:pt x="8275" y="12692"/>
                  <a:pt x="9332" y="12075"/>
                </a:cubicBezTo>
                <a:cubicBezTo>
                  <a:pt x="10809" y="11216"/>
                  <a:pt x="12648" y="10984"/>
                  <a:pt x="13926" y="9849"/>
                </a:cubicBezTo>
                <a:cubicBezTo>
                  <a:pt x="15050" y="8869"/>
                  <a:pt x="15568" y="7271"/>
                  <a:pt x="15392" y="5784"/>
                </a:cubicBezTo>
                <a:cubicBezTo>
                  <a:pt x="15204" y="4297"/>
                  <a:pt x="14367" y="2931"/>
                  <a:pt x="13210" y="1972"/>
                </a:cubicBezTo>
                <a:cubicBezTo>
                  <a:pt x="11492" y="540"/>
                  <a:pt x="9046" y="0"/>
                  <a:pt x="6886" y="595"/>
                </a:cubicBezTo>
                <a:cubicBezTo>
                  <a:pt x="4716" y="1190"/>
                  <a:pt x="2887" y="2887"/>
                  <a:pt x="2138" y="5002"/>
                </a:cubicBezTo>
                <a:cubicBezTo>
                  <a:pt x="1510" y="6776"/>
                  <a:pt x="1620" y="8737"/>
                  <a:pt x="1929" y="10599"/>
                </a:cubicBezTo>
                <a:cubicBezTo>
                  <a:pt x="2237" y="12460"/>
                  <a:pt x="2744" y="14289"/>
                  <a:pt x="2865" y="16173"/>
                </a:cubicBezTo>
                <a:cubicBezTo>
                  <a:pt x="2986" y="17947"/>
                  <a:pt x="2733" y="19820"/>
                  <a:pt x="1730" y="21329"/>
                </a:cubicBezTo>
                <a:cubicBezTo>
                  <a:pt x="739" y="22849"/>
                  <a:pt x="1" y="24227"/>
                  <a:pt x="243" y="26122"/>
                </a:cubicBezTo>
                <a:cubicBezTo>
                  <a:pt x="508" y="28171"/>
                  <a:pt x="1741" y="30011"/>
                  <a:pt x="3295" y="31388"/>
                </a:cubicBezTo>
                <a:cubicBezTo>
                  <a:pt x="4848" y="32765"/>
                  <a:pt x="6710" y="33723"/>
                  <a:pt x="8572" y="34627"/>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3" name="Google Shape;83;p26"/>
          <p:cNvGrpSpPr/>
          <p:nvPr/>
        </p:nvGrpSpPr>
        <p:grpSpPr>
          <a:xfrm rot="921236">
            <a:off x="144481" y="298775"/>
            <a:ext cx="488437" cy="1034798"/>
            <a:chOff x="4749876" y="4671790"/>
            <a:chExt cx="294599" cy="624160"/>
          </a:xfrm>
        </p:grpSpPr>
        <p:sp>
          <p:nvSpPr>
            <p:cNvPr id="84" name="Google Shape;84;p26"/>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85" name="Google Shape;85;p26"/>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 name="Google Shape;86;p26"/>
          <p:cNvGrpSpPr/>
          <p:nvPr/>
        </p:nvGrpSpPr>
        <p:grpSpPr>
          <a:xfrm>
            <a:off x="-106244" y="4160478"/>
            <a:ext cx="1202675" cy="1210163"/>
            <a:chOff x="-233950" y="3442400"/>
            <a:chExt cx="1690575" cy="1701100"/>
          </a:xfrm>
        </p:grpSpPr>
        <p:sp>
          <p:nvSpPr>
            <p:cNvPr id="87" name="Google Shape;87;p26"/>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26"/>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26"/>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26"/>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26"/>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26"/>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26"/>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6"/>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95" name="Google Shape;95;p26"/>
          <p:cNvGrpSpPr/>
          <p:nvPr/>
        </p:nvGrpSpPr>
        <p:grpSpPr>
          <a:xfrm>
            <a:off x="8336690" y="299186"/>
            <a:ext cx="1108063" cy="1572059"/>
            <a:chOff x="8364275" y="178263"/>
            <a:chExt cx="779722" cy="1106227"/>
          </a:xfrm>
        </p:grpSpPr>
        <p:sp>
          <p:nvSpPr>
            <p:cNvPr id="96" name="Google Shape;96;p26"/>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26"/>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6"/>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26"/>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26"/>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26"/>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26"/>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26"/>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04" name="Google Shape;104;p26"/>
          <p:cNvGrpSpPr/>
          <p:nvPr/>
        </p:nvGrpSpPr>
        <p:grpSpPr>
          <a:xfrm rot="1442099">
            <a:off x="3703230" y="4397429"/>
            <a:ext cx="1521817" cy="1068696"/>
            <a:chOff x="1253075" y="1966725"/>
            <a:chExt cx="1493200" cy="1048600"/>
          </a:xfrm>
        </p:grpSpPr>
        <p:sp>
          <p:nvSpPr>
            <p:cNvPr id="105" name="Google Shape;105;p26"/>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26"/>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26"/>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26"/>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26"/>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10" name="Google Shape;110;p26"/>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11" name="Google Shape;111;p26"/>
          <p:cNvSpPr txBox="1">
            <a:spLocks noGrp="1"/>
          </p:cNvSpPr>
          <p:nvPr>
            <p:ph type="subTitle" idx="1"/>
          </p:nvPr>
        </p:nvSpPr>
        <p:spPr>
          <a:xfrm>
            <a:off x="807300" y="2978046"/>
            <a:ext cx="1825200" cy="898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2" name="Google Shape;112;p26"/>
          <p:cNvSpPr txBox="1">
            <a:spLocks noGrp="1"/>
          </p:cNvSpPr>
          <p:nvPr>
            <p:ph type="subTitle" idx="2"/>
          </p:nvPr>
        </p:nvSpPr>
        <p:spPr>
          <a:xfrm>
            <a:off x="2708699" y="2978045"/>
            <a:ext cx="1825200" cy="898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3" name="Google Shape;113;p26"/>
          <p:cNvSpPr txBox="1">
            <a:spLocks noGrp="1"/>
          </p:cNvSpPr>
          <p:nvPr>
            <p:ph type="subTitle" idx="3"/>
          </p:nvPr>
        </p:nvSpPr>
        <p:spPr>
          <a:xfrm>
            <a:off x="4610100" y="2978973"/>
            <a:ext cx="1825200" cy="898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4" name="Google Shape;114;p26"/>
          <p:cNvSpPr txBox="1">
            <a:spLocks noGrp="1"/>
          </p:cNvSpPr>
          <p:nvPr>
            <p:ph type="subTitle" idx="4"/>
          </p:nvPr>
        </p:nvSpPr>
        <p:spPr>
          <a:xfrm>
            <a:off x="6511500" y="2978970"/>
            <a:ext cx="1825200" cy="8985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5" name="Google Shape;115;p26"/>
          <p:cNvSpPr txBox="1">
            <a:spLocks noGrp="1"/>
          </p:cNvSpPr>
          <p:nvPr>
            <p:ph type="title" idx="5"/>
          </p:nvPr>
        </p:nvSpPr>
        <p:spPr>
          <a:xfrm>
            <a:off x="1262700" y="1817043"/>
            <a:ext cx="914400" cy="630900"/>
          </a:xfrm>
          <a:prstGeom prst="rect">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16" name="Google Shape;116;p26"/>
          <p:cNvSpPr txBox="1">
            <a:spLocks noGrp="1"/>
          </p:cNvSpPr>
          <p:nvPr>
            <p:ph type="title" idx="6"/>
          </p:nvPr>
        </p:nvSpPr>
        <p:spPr>
          <a:xfrm>
            <a:off x="3164100" y="1817043"/>
            <a:ext cx="914400" cy="630900"/>
          </a:xfrm>
          <a:prstGeom prst="rect">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17" name="Google Shape;117;p26"/>
          <p:cNvSpPr txBox="1">
            <a:spLocks noGrp="1"/>
          </p:cNvSpPr>
          <p:nvPr>
            <p:ph type="title" idx="7"/>
          </p:nvPr>
        </p:nvSpPr>
        <p:spPr>
          <a:xfrm>
            <a:off x="5065496" y="1817043"/>
            <a:ext cx="914400" cy="630900"/>
          </a:xfrm>
          <a:prstGeom prst="rect">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18" name="Google Shape;118;p26"/>
          <p:cNvSpPr txBox="1">
            <a:spLocks noGrp="1"/>
          </p:cNvSpPr>
          <p:nvPr>
            <p:ph type="title" idx="8"/>
          </p:nvPr>
        </p:nvSpPr>
        <p:spPr>
          <a:xfrm>
            <a:off x="6966896" y="1817043"/>
            <a:ext cx="914400" cy="630900"/>
          </a:xfrm>
          <a:prstGeom prst="rect">
            <a:avLst/>
          </a:prstGeom>
          <a:noFill/>
          <a:ln w="19050" cap="flat" cmpd="sng">
            <a:solidFill>
              <a:schemeClr val="lt1"/>
            </a:solidFill>
            <a:prstDash val="dot"/>
            <a:round/>
            <a:headEnd type="none" w="sm" len="sm"/>
            <a:tailEnd type="none" w="sm" len="sm"/>
          </a:ln>
        </p:spPr>
        <p:txBody>
          <a:bodyPr spcFirstLastPara="1" wrap="square" lIns="91425" tIns="91425" rIns="91425" bIns="91425" anchor="ctr" anchorCtr="0">
            <a:noAutofit/>
          </a:bodyPr>
          <a:lstStyle>
            <a:lvl1pPr lvl="0" algn="ctr">
              <a:lnSpc>
                <a:spcPct val="100000"/>
              </a:lnSpc>
              <a:spcBef>
                <a:spcPts val="0"/>
              </a:spcBef>
              <a:spcAft>
                <a:spcPts val="0"/>
              </a:spcAft>
              <a:buSzPts val="3000"/>
              <a:buNone/>
              <a:defRPr/>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119" name="Google Shape;119;p26"/>
          <p:cNvSpPr txBox="1">
            <a:spLocks noGrp="1"/>
          </p:cNvSpPr>
          <p:nvPr>
            <p:ph type="subTitle" idx="9"/>
          </p:nvPr>
        </p:nvSpPr>
        <p:spPr>
          <a:xfrm>
            <a:off x="807300" y="2569975"/>
            <a:ext cx="1825200" cy="4848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400">
                <a:solidFill>
                  <a:schemeClr val="dk2"/>
                </a:solidFill>
                <a:latin typeface="Concert One"/>
                <a:ea typeface="Concert One"/>
                <a:cs typeface="Concert One"/>
                <a:sym typeface="Concert One"/>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20" name="Google Shape;120;p26"/>
          <p:cNvSpPr txBox="1">
            <a:spLocks noGrp="1"/>
          </p:cNvSpPr>
          <p:nvPr>
            <p:ph type="subTitle" idx="13"/>
          </p:nvPr>
        </p:nvSpPr>
        <p:spPr>
          <a:xfrm>
            <a:off x="2708699" y="2569975"/>
            <a:ext cx="1825200" cy="4848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400">
                <a:solidFill>
                  <a:schemeClr val="dk2"/>
                </a:solidFill>
                <a:latin typeface="Concert One"/>
                <a:ea typeface="Concert One"/>
                <a:cs typeface="Concert One"/>
                <a:sym typeface="Concert One"/>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21" name="Google Shape;121;p26"/>
          <p:cNvSpPr txBox="1">
            <a:spLocks noGrp="1"/>
          </p:cNvSpPr>
          <p:nvPr>
            <p:ph type="subTitle" idx="14"/>
          </p:nvPr>
        </p:nvSpPr>
        <p:spPr>
          <a:xfrm>
            <a:off x="4610100" y="2570047"/>
            <a:ext cx="1825200" cy="4848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400">
                <a:solidFill>
                  <a:schemeClr val="dk2"/>
                </a:solidFill>
                <a:latin typeface="Concert One"/>
                <a:ea typeface="Concert One"/>
                <a:cs typeface="Concert One"/>
                <a:sym typeface="Concert One"/>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22" name="Google Shape;122;p26"/>
          <p:cNvSpPr txBox="1">
            <a:spLocks noGrp="1"/>
          </p:cNvSpPr>
          <p:nvPr>
            <p:ph type="subTitle" idx="15"/>
          </p:nvPr>
        </p:nvSpPr>
        <p:spPr>
          <a:xfrm>
            <a:off x="6511499" y="2570046"/>
            <a:ext cx="1825200" cy="4848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400">
                <a:solidFill>
                  <a:schemeClr val="dk2"/>
                </a:solidFill>
                <a:latin typeface="Concert One"/>
                <a:ea typeface="Concert One"/>
                <a:cs typeface="Concert One"/>
                <a:sym typeface="Concert One"/>
              </a:defRPr>
            </a:lvl1pPr>
            <a:lvl2pPr lvl="1" algn="l">
              <a:lnSpc>
                <a:spcPct val="100000"/>
              </a:lnSpc>
              <a:spcBef>
                <a:spcPts val="0"/>
              </a:spcBef>
              <a:spcAft>
                <a:spcPts val="0"/>
              </a:spcAft>
              <a:buSzPts val="2400"/>
              <a:buFont typeface="DM Sans"/>
              <a:buNone/>
              <a:defRPr sz="2400" b="1">
                <a:latin typeface="DM Sans"/>
                <a:ea typeface="DM Sans"/>
                <a:cs typeface="DM Sans"/>
                <a:sym typeface="DM Sans"/>
              </a:defRPr>
            </a:lvl2pPr>
            <a:lvl3pPr lvl="2" algn="l">
              <a:lnSpc>
                <a:spcPct val="100000"/>
              </a:lnSpc>
              <a:spcBef>
                <a:spcPts val="0"/>
              </a:spcBef>
              <a:spcAft>
                <a:spcPts val="0"/>
              </a:spcAft>
              <a:buSzPts val="2400"/>
              <a:buFont typeface="DM Sans"/>
              <a:buNone/>
              <a:defRPr sz="2400" b="1">
                <a:latin typeface="DM Sans"/>
                <a:ea typeface="DM Sans"/>
                <a:cs typeface="DM Sans"/>
                <a:sym typeface="DM Sans"/>
              </a:defRPr>
            </a:lvl3pPr>
            <a:lvl4pPr lvl="3" algn="l">
              <a:lnSpc>
                <a:spcPct val="100000"/>
              </a:lnSpc>
              <a:spcBef>
                <a:spcPts val="0"/>
              </a:spcBef>
              <a:spcAft>
                <a:spcPts val="0"/>
              </a:spcAft>
              <a:buSzPts val="2400"/>
              <a:buFont typeface="DM Sans"/>
              <a:buNone/>
              <a:defRPr sz="2400" b="1">
                <a:latin typeface="DM Sans"/>
                <a:ea typeface="DM Sans"/>
                <a:cs typeface="DM Sans"/>
                <a:sym typeface="DM Sans"/>
              </a:defRPr>
            </a:lvl4pPr>
            <a:lvl5pPr lvl="4" algn="l">
              <a:lnSpc>
                <a:spcPct val="100000"/>
              </a:lnSpc>
              <a:spcBef>
                <a:spcPts val="0"/>
              </a:spcBef>
              <a:spcAft>
                <a:spcPts val="0"/>
              </a:spcAft>
              <a:buSzPts val="2400"/>
              <a:buFont typeface="DM Sans"/>
              <a:buNone/>
              <a:defRPr sz="2400" b="1">
                <a:latin typeface="DM Sans"/>
                <a:ea typeface="DM Sans"/>
                <a:cs typeface="DM Sans"/>
                <a:sym typeface="DM Sans"/>
              </a:defRPr>
            </a:lvl5pPr>
            <a:lvl6pPr lvl="5" algn="l">
              <a:lnSpc>
                <a:spcPct val="100000"/>
              </a:lnSpc>
              <a:spcBef>
                <a:spcPts val="0"/>
              </a:spcBef>
              <a:spcAft>
                <a:spcPts val="0"/>
              </a:spcAft>
              <a:buSzPts val="2400"/>
              <a:buFont typeface="DM Sans"/>
              <a:buNone/>
              <a:defRPr sz="2400" b="1">
                <a:latin typeface="DM Sans"/>
                <a:ea typeface="DM Sans"/>
                <a:cs typeface="DM Sans"/>
                <a:sym typeface="DM Sans"/>
              </a:defRPr>
            </a:lvl6pPr>
            <a:lvl7pPr lvl="6" algn="l">
              <a:lnSpc>
                <a:spcPct val="100000"/>
              </a:lnSpc>
              <a:spcBef>
                <a:spcPts val="0"/>
              </a:spcBef>
              <a:spcAft>
                <a:spcPts val="0"/>
              </a:spcAft>
              <a:buSzPts val="2400"/>
              <a:buFont typeface="DM Sans"/>
              <a:buNone/>
              <a:defRPr sz="2400" b="1">
                <a:latin typeface="DM Sans"/>
                <a:ea typeface="DM Sans"/>
                <a:cs typeface="DM Sans"/>
                <a:sym typeface="DM Sans"/>
              </a:defRPr>
            </a:lvl7pPr>
            <a:lvl8pPr lvl="7" algn="l">
              <a:lnSpc>
                <a:spcPct val="100000"/>
              </a:lnSpc>
              <a:spcBef>
                <a:spcPts val="0"/>
              </a:spcBef>
              <a:spcAft>
                <a:spcPts val="0"/>
              </a:spcAft>
              <a:buSzPts val="2400"/>
              <a:buFont typeface="DM Sans"/>
              <a:buNone/>
              <a:defRPr sz="2400" b="1">
                <a:latin typeface="DM Sans"/>
                <a:ea typeface="DM Sans"/>
                <a:cs typeface="DM Sans"/>
                <a:sym typeface="DM Sans"/>
              </a:defRPr>
            </a:lvl8pPr>
            <a:lvl9pPr lvl="8" algn="l">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23"/>
        <p:cNvGrpSpPr/>
        <p:nvPr/>
      </p:nvGrpSpPr>
      <p:grpSpPr>
        <a:xfrm>
          <a:off x="0" y="0"/>
          <a:ext cx="0" cy="0"/>
          <a:chOff x="0" y="0"/>
          <a:chExt cx="0" cy="0"/>
        </a:xfrm>
      </p:grpSpPr>
      <p:sp>
        <p:nvSpPr>
          <p:cNvPr id="124" name="Google Shape;124;p27"/>
          <p:cNvSpPr/>
          <p:nvPr/>
        </p:nvSpPr>
        <p:spPr>
          <a:xfrm rot="10800000" flipH="1">
            <a:off x="-233944" y="4133850"/>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27"/>
          <p:cNvSpPr/>
          <p:nvPr/>
        </p:nvSpPr>
        <p:spPr>
          <a:xfrm rot="10800000">
            <a:off x="6" y="-1072080"/>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27"/>
          <p:cNvSpPr/>
          <p:nvPr/>
        </p:nvSpPr>
        <p:spPr>
          <a:xfrm rot="2270960">
            <a:off x="8538289" y="6015"/>
            <a:ext cx="868062" cy="1703288"/>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7" name="Google Shape;127;p27"/>
          <p:cNvGrpSpPr/>
          <p:nvPr/>
        </p:nvGrpSpPr>
        <p:grpSpPr>
          <a:xfrm rot="9878764" flipH="1">
            <a:off x="204481" y="3889604"/>
            <a:ext cx="488437" cy="1034798"/>
            <a:chOff x="4749876" y="4671790"/>
            <a:chExt cx="294599" cy="624160"/>
          </a:xfrm>
        </p:grpSpPr>
        <p:sp>
          <p:nvSpPr>
            <p:cNvPr id="128" name="Google Shape;128;p27"/>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129" name="Google Shape;129;p27"/>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27"/>
          <p:cNvGrpSpPr/>
          <p:nvPr/>
        </p:nvGrpSpPr>
        <p:grpSpPr>
          <a:xfrm rot="10800000" flipH="1">
            <a:off x="-106244" y="252586"/>
            <a:ext cx="1202675" cy="1210163"/>
            <a:chOff x="-233950" y="3442400"/>
            <a:chExt cx="1690575" cy="1701100"/>
          </a:xfrm>
        </p:grpSpPr>
        <p:sp>
          <p:nvSpPr>
            <p:cNvPr id="131" name="Google Shape;131;p27"/>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27"/>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27"/>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27"/>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27"/>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27"/>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27"/>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27"/>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39" name="Google Shape;139;p27"/>
          <p:cNvGrpSpPr/>
          <p:nvPr/>
        </p:nvGrpSpPr>
        <p:grpSpPr>
          <a:xfrm rot="945626">
            <a:off x="8336909" y="3571462"/>
            <a:ext cx="1108083" cy="1572088"/>
            <a:chOff x="8364275" y="178263"/>
            <a:chExt cx="779722" cy="1106227"/>
          </a:xfrm>
        </p:grpSpPr>
        <p:sp>
          <p:nvSpPr>
            <p:cNvPr id="140" name="Google Shape;140;p27"/>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27"/>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27"/>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27"/>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27"/>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27"/>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27"/>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27"/>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48" name="Google Shape;148;p27"/>
          <p:cNvGrpSpPr/>
          <p:nvPr/>
        </p:nvGrpSpPr>
        <p:grpSpPr>
          <a:xfrm rot="1442099">
            <a:off x="3703230" y="4397429"/>
            <a:ext cx="1521817" cy="1068696"/>
            <a:chOff x="1253075" y="1966725"/>
            <a:chExt cx="1493200" cy="1048600"/>
          </a:xfrm>
        </p:grpSpPr>
        <p:sp>
          <p:nvSpPr>
            <p:cNvPr id="149" name="Google Shape;149;p27"/>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27"/>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27"/>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27"/>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27"/>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54" name="Google Shape;154;p27"/>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155" name="Google Shape;155;p27"/>
          <p:cNvSpPr txBox="1">
            <a:spLocks noGrp="1"/>
          </p:cNvSpPr>
          <p:nvPr>
            <p:ph type="subTitle" idx="1"/>
          </p:nvPr>
        </p:nvSpPr>
        <p:spPr>
          <a:xfrm>
            <a:off x="4832078" y="1991475"/>
            <a:ext cx="3254100" cy="1932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6" name="Google Shape;156;p27"/>
          <p:cNvSpPr txBox="1">
            <a:spLocks noGrp="1"/>
          </p:cNvSpPr>
          <p:nvPr>
            <p:ph type="subTitle" idx="2"/>
          </p:nvPr>
        </p:nvSpPr>
        <p:spPr>
          <a:xfrm>
            <a:off x="1057900" y="1991475"/>
            <a:ext cx="3254100" cy="19329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7"/>
        <p:cNvGrpSpPr/>
        <p:nvPr/>
      </p:nvGrpSpPr>
      <p:grpSpPr>
        <a:xfrm>
          <a:off x="0" y="0"/>
          <a:ext cx="0" cy="0"/>
          <a:chOff x="0" y="0"/>
          <a:chExt cx="0" cy="0"/>
        </a:xfrm>
      </p:grpSpPr>
      <p:sp>
        <p:nvSpPr>
          <p:cNvPr id="158" name="Google Shape;158;p28"/>
          <p:cNvSpPr/>
          <p:nvPr/>
        </p:nvSpPr>
        <p:spPr>
          <a:xfrm flipH="1">
            <a:off x="7" y="-647700"/>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28"/>
          <p:cNvSpPr/>
          <p:nvPr/>
        </p:nvSpPr>
        <p:spPr>
          <a:xfrm rot="1273451" flipH="1">
            <a:off x="-1102332" y="150822"/>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28"/>
          <p:cNvSpPr/>
          <p:nvPr/>
        </p:nvSpPr>
        <p:spPr>
          <a:xfrm flipH="1">
            <a:off x="7362155" y="1989262"/>
            <a:ext cx="3515308" cy="5540715"/>
          </a:xfrm>
          <a:custGeom>
            <a:avLst/>
            <a:gdLst/>
            <a:ahLst/>
            <a:cxnLst/>
            <a:rect l="l" t="t" r="r" b="b"/>
            <a:pathLst>
              <a:path w="25352" h="39959" fill="none" extrusionOk="0">
                <a:moveTo>
                  <a:pt x="4342" y="39959"/>
                </a:moveTo>
                <a:cubicBezTo>
                  <a:pt x="3603" y="38758"/>
                  <a:pt x="2502" y="37017"/>
                  <a:pt x="2513" y="35574"/>
                </a:cubicBezTo>
                <a:cubicBezTo>
                  <a:pt x="2535" y="33999"/>
                  <a:pt x="3548" y="32390"/>
                  <a:pt x="4364" y="31112"/>
                </a:cubicBezTo>
                <a:cubicBezTo>
                  <a:pt x="6314" y="28072"/>
                  <a:pt x="8616" y="25240"/>
                  <a:pt x="11392" y="22927"/>
                </a:cubicBezTo>
                <a:cubicBezTo>
                  <a:pt x="14169" y="20613"/>
                  <a:pt x="17419" y="18828"/>
                  <a:pt x="20922" y="17991"/>
                </a:cubicBezTo>
                <a:cubicBezTo>
                  <a:pt x="21837" y="17771"/>
                  <a:pt x="22817" y="17627"/>
                  <a:pt x="23710" y="17925"/>
                </a:cubicBezTo>
                <a:cubicBezTo>
                  <a:pt x="24602" y="18222"/>
                  <a:pt x="25351" y="19115"/>
                  <a:pt x="25219" y="20040"/>
                </a:cubicBezTo>
                <a:cubicBezTo>
                  <a:pt x="25098" y="20800"/>
                  <a:pt x="24437" y="21373"/>
                  <a:pt x="23765" y="21737"/>
                </a:cubicBezTo>
                <a:cubicBezTo>
                  <a:pt x="21649" y="22872"/>
                  <a:pt x="19071" y="22728"/>
                  <a:pt x="16758" y="22133"/>
                </a:cubicBezTo>
                <a:cubicBezTo>
                  <a:pt x="14863" y="21649"/>
                  <a:pt x="12990" y="20966"/>
                  <a:pt x="11161" y="20283"/>
                </a:cubicBezTo>
                <a:cubicBezTo>
                  <a:pt x="9806" y="19787"/>
                  <a:pt x="8275" y="19644"/>
                  <a:pt x="7404" y="18355"/>
                </a:cubicBezTo>
                <a:cubicBezTo>
                  <a:pt x="6710" y="17341"/>
                  <a:pt x="6600" y="15986"/>
                  <a:pt x="6997" y="14829"/>
                </a:cubicBezTo>
                <a:cubicBezTo>
                  <a:pt x="7393" y="13661"/>
                  <a:pt x="8275" y="12692"/>
                  <a:pt x="9332" y="12075"/>
                </a:cubicBezTo>
                <a:cubicBezTo>
                  <a:pt x="10809" y="11216"/>
                  <a:pt x="12648" y="10984"/>
                  <a:pt x="13926" y="9849"/>
                </a:cubicBezTo>
                <a:cubicBezTo>
                  <a:pt x="15050" y="8869"/>
                  <a:pt x="15568" y="7271"/>
                  <a:pt x="15392" y="5784"/>
                </a:cubicBezTo>
                <a:cubicBezTo>
                  <a:pt x="15204" y="4297"/>
                  <a:pt x="14367" y="2931"/>
                  <a:pt x="13210" y="1972"/>
                </a:cubicBezTo>
                <a:cubicBezTo>
                  <a:pt x="11492" y="540"/>
                  <a:pt x="9046" y="0"/>
                  <a:pt x="6886" y="595"/>
                </a:cubicBezTo>
                <a:cubicBezTo>
                  <a:pt x="4716" y="1190"/>
                  <a:pt x="2887" y="2887"/>
                  <a:pt x="2138" y="5002"/>
                </a:cubicBezTo>
                <a:cubicBezTo>
                  <a:pt x="1510" y="6776"/>
                  <a:pt x="1620" y="8737"/>
                  <a:pt x="1929" y="10599"/>
                </a:cubicBezTo>
                <a:cubicBezTo>
                  <a:pt x="2237" y="12460"/>
                  <a:pt x="2744" y="14289"/>
                  <a:pt x="2865" y="16173"/>
                </a:cubicBezTo>
                <a:cubicBezTo>
                  <a:pt x="2986" y="17947"/>
                  <a:pt x="2733" y="19820"/>
                  <a:pt x="1730" y="21329"/>
                </a:cubicBezTo>
                <a:cubicBezTo>
                  <a:pt x="739" y="22849"/>
                  <a:pt x="1" y="24227"/>
                  <a:pt x="243" y="26122"/>
                </a:cubicBezTo>
                <a:cubicBezTo>
                  <a:pt x="508" y="28171"/>
                  <a:pt x="1741" y="30011"/>
                  <a:pt x="3295" y="31388"/>
                </a:cubicBezTo>
                <a:cubicBezTo>
                  <a:pt x="4848" y="32765"/>
                  <a:pt x="6710" y="33723"/>
                  <a:pt x="8572" y="34627"/>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28"/>
          <p:cNvSpPr/>
          <p:nvPr/>
        </p:nvSpPr>
        <p:spPr>
          <a:xfrm flipH="1">
            <a:off x="-415946" y="4214695"/>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2" name="Google Shape;162;p28"/>
          <p:cNvGrpSpPr/>
          <p:nvPr/>
        </p:nvGrpSpPr>
        <p:grpSpPr>
          <a:xfrm rot="10800000">
            <a:off x="7526146" y="54545"/>
            <a:ext cx="1870959" cy="1882607"/>
            <a:chOff x="-233950" y="3442400"/>
            <a:chExt cx="1690575" cy="1701100"/>
          </a:xfrm>
        </p:grpSpPr>
        <p:sp>
          <p:nvSpPr>
            <p:cNvPr id="163" name="Google Shape;163;p28"/>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4" name="Google Shape;164;p28"/>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p28"/>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28"/>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28"/>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8" name="Google Shape;168;p28"/>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28"/>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p28"/>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71" name="Google Shape;171;p28"/>
          <p:cNvGrpSpPr/>
          <p:nvPr/>
        </p:nvGrpSpPr>
        <p:grpSpPr>
          <a:xfrm>
            <a:off x="-10" y="3659686"/>
            <a:ext cx="1108063" cy="1572059"/>
            <a:chOff x="8364275" y="178263"/>
            <a:chExt cx="779722" cy="1106227"/>
          </a:xfrm>
        </p:grpSpPr>
        <p:sp>
          <p:nvSpPr>
            <p:cNvPr id="172" name="Google Shape;172;p28"/>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28"/>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28"/>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28"/>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28"/>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28"/>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28"/>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28"/>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0" name="Google Shape;180;p28"/>
          <p:cNvGrpSpPr/>
          <p:nvPr/>
        </p:nvGrpSpPr>
        <p:grpSpPr>
          <a:xfrm>
            <a:off x="994425" y="184931"/>
            <a:ext cx="1359857" cy="954855"/>
            <a:chOff x="1253075" y="1966725"/>
            <a:chExt cx="1493200" cy="1048600"/>
          </a:xfrm>
        </p:grpSpPr>
        <p:sp>
          <p:nvSpPr>
            <p:cNvPr id="181" name="Google Shape;181;p28"/>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28"/>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28"/>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28"/>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28"/>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86" name="Google Shape;186;p28"/>
          <p:cNvGrpSpPr/>
          <p:nvPr/>
        </p:nvGrpSpPr>
        <p:grpSpPr>
          <a:xfrm rot="921165">
            <a:off x="252080" y="1967252"/>
            <a:ext cx="318454" cy="674718"/>
            <a:chOff x="4749876" y="4671790"/>
            <a:chExt cx="294599" cy="624160"/>
          </a:xfrm>
        </p:grpSpPr>
        <p:sp>
          <p:nvSpPr>
            <p:cNvPr id="187" name="Google Shape;187;p28"/>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188" name="Google Shape;188;p28"/>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9" name="Google Shape;189;p28"/>
          <p:cNvSpPr/>
          <p:nvPr/>
        </p:nvSpPr>
        <p:spPr>
          <a:xfrm rot="2333643">
            <a:off x="8325836" y="3339691"/>
            <a:ext cx="711725" cy="1396528"/>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0" name="Google Shape;190;p28"/>
          <p:cNvGrpSpPr/>
          <p:nvPr/>
        </p:nvGrpSpPr>
        <p:grpSpPr>
          <a:xfrm rot="5647629">
            <a:off x="4412687" y="4422335"/>
            <a:ext cx="318462" cy="674723"/>
            <a:chOff x="4749876" y="4671790"/>
            <a:chExt cx="294599" cy="624160"/>
          </a:xfrm>
        </p:grpSpPr>
        <p:sp>
          <p:nvSpPr>
            <p:cNvPr id="191" name="Google Shape;191;p28"/>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192" name="Google Shape;192;p28"/>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193;p28"/>
          <p:cNvGrpSpPr/>
          <p:nvPr/>
        </p:nvGrpSpPr>
        <p:grpSpPr>
          <a:xfrm rot="4205198">
            <a:off x="4781039" y="19164"/>
            <a:ext cx="318472" cy="674718"/>
            <a:chOff x="4749876" y="4671790"/>
            <a:chExt cx="294599" cy="624160"/>
          </a:xfrm>
        </p:grpSpPr>
        <p:sp>
          <p:nvSpPr>
            <p:cNvPr id="194" name="Google Shape;194;p28"/>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195" name="Google Shape;195;p28"/>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 name="Google Shape;196;p28"/>
          <p:cNvSpPr txBox="1">
            <a:spLocks noGrp="1"/>
          </p:cNvSpPr>
          <p:nvPr>
            <p:ph type="title"/>
          </p:nvPr>
        </p:nvSpPr>
        <p:spPr>
          <a:xfrm>
            <a:off x="2135550" y="1525428"/>
            <a:ext cx="4872900" cy="14757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500"/>
              <a:buNone/>
              <a:defRPr sz="10000">
                <a:solidFill>
                  <a:schemeClr val="dk2"/>
                </a:solidFill>
              </a:defRPr>
            </a:lvl1pPr>
            <a:lvl2pPr lvl="1" algn="ctr">
              <a:lnSpc>
                <a:spcPct val="100000"/>
              </a:lnSpc>
              <a:spcBef>
                <a:spcPts val="0"/>
              </a:spcBef>
              <a:spcAft>
                <a:spcPts val="0"/>
              </a:spcAft>
              <a:buSzPts val="3500"/>
              <a:buNone/>
              <a:defRPr/>
            </a:lvl2pPr>
            <a:lvl3pPr lvl="2" algn="ctr">
              <a:lnSpc>
                <a:spcPct val="100000"/>
              </a:lnSpc>
              <a:spcBef>
                <a:spcPts val="0"/>
              </a:spcBef>
              <a:spcAft>
                <a:spcPts val="0"/>
              </a:spcAft>
              <a:buSzPts val="3500"/>
              <a:buNone/>
              <a:defRPr/>
            </a:lvl3pPr>
            <a:lvl4pPr lvl="3" algn="ctr">
              <a:lnSpc>
                <a:spcPct val="100000"/>
              </a:lnSpc>
              <a:spcBef>
                <a:spcPts val="0"/>
              </a:spcBef>
              <a:spcAft>
                <a:spcPts val="0"/>
              </a:spcAft>
              <a:buSzPts val="3500"/>
              <a:buNone/>
              <a:defRPr/>
            </a:lvl4pPr>
            <a:lvl5pPr lvl="4" algn="ctr">
              <a:lnSpc>
                <a:spcPct val="100000"/>
              </a:lnSpc>
              <a:spcBef>
                <a:spcPts val="0"/>
              </a:spcBef>
              <a:spcAft>
                <a:spcPts val="0"/>
              </a:spcAft>
              <a:buSzPts val="3500"/>
              <a:buNone/>
              <a:defRPr/>
            </a:lvl5pPr>
            <a:lvl6pPr lvl="5" algn="ctr">
              <a:lnSpc>
                <a:spcPct val="100000"/>
              </a:lnSpc>
              <a:spcBef>
                <a:spcPts val="0"/>
              </a:spcBef>
              <a:spcAft>
                <a:spcPts val="0"/>
              </a:spcAft>
              <a:buSzPts val="3500"/>
              <a:buNone/>
              <a:defRPr/>
            </a:lvl6pPr>
            <a:lvl7pPr lvl="6" algn="ctr">
              <a:lnSpc>
                <a:spcPct val="100000"/>
              </a:lnSpc>
              <a:spcBef>
                <a:spcPts val="0"/>
              </a:spcBef>
              <a:spcAft>
                <a:spcPts val="0"/>
              </a:spcAft>
              <a:buSzPts val="3500"/>
              <a:buNone/>
              <a:defRPr/>
            </a:lvl7pPr>
            <a:lvl8pPr lvl="7" algn="ctr">
              <a:lnSpc>
                <a:spcPct val="100000"/>
              </a:lnSpc>
              <a:spcBef>
                <a:spcPts val="0"/>
              </a:spcBef>
              <a:spcAft>
                <a:spcPts val="0"/>
              </a:spcAft>
              <a:buSzPts val="3500"/>
              <a:buNone/>
              <a:defRPr/>
            </a:lvl8pPr>
            <a:lvl9pPr lvl="8" algn="ctr">
              <a:lnSpc>
                <a:spcPct val="100000"/>
              </a:lnSpc>
              <a:spcBef>
                <a:spcPts val="0"/>
              </a:spcBef>
              <a:spcAft>
                <a:spcPts val="0"/>
              </a:spcAft>
              <a:buSzPts val="3500"/>
              <a:buNone/>
              <a:defRPr/>
            </a:lvl9pPr>
          </a:lstStyle>
          <a:p>
            <a:endParaRPr/>
          </a:p>
        </p:txBody>
      </p:sp>
      <p:sp>
        <p:nvSpPr>
          <p:cNvPr id="197" name="Google Shape;197;p28"/>
          <p:cNvSpPr txBox="1">
            <a:spLocks noGrp="1"/>
          </p:cNvSpPr>
          <p:nvPr>
            <p:ph type="subTitle" idx="1"/>
          </p:nvPr>
        </p:nvSpPr>
        <p:spPr>
          <a:xfrm>
            <a:off x="2135550" y="3001163"/>
            <a:ext cx="4872900" cy="671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8"/>
        <p:cNvGrpSpPr/>
        <p:nvPr/>
      </p:nvGrpSpPr>
      <p:grpSpPr>
        <a:xfrm>
          <a:off x="0" y="0"/>
          <a:ext cx="0" cy="0"/>
          <a:chOff x="0" y="0"/>
          <a:chExt cx="0" cy="0"/>
        </a:xfrm>
      </p:grpSpPr>
      <p:grpSp>
        <p:nvGrpSpPr>
          <p:cNvPr id="199" name="Google Shape;199;p29"/>
          <p:cNvGrpSpPr/>
          <p:nvPr/>
        </p:nvGrpSpPr>
        <p:grpSpPr>
          <a:xfrm rot="8890183">
            <a:off x="8186563" y="3877460"/>
            <a:ext cx="488424" cy="1034780"/>
            <a:chOff x="4749876" y="4671790"/>
            <a:chExt cx="294599" cy="624160"/>
          </a:xfrm>
        </p:grpSpPr>
        <p:sp>
          <p:nvSpPr>
            <p:cNvPr id="200" name="Google Shape;200;p29"/>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201" name="Google Shape;201;p29"/>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2" name="Google Shape;202;p29"/>
          <p:cNvSpPr/>
          <p:nvPr/>
        </p:nvSpPr>
        <p:spPr>
          <a:xfrm rot="10800000" flipH="1">
            <a:off x="-233944" y="4218511"/>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3" name="Google Shape;203;p29"/>
          <p:cNvSpPr/>
          <p:nvPr/>
        </p:nvSpPr>
        <p:spPr>
          <a:xfrm rot="10800000" flipH="1">
            <a:off x="-1728775" y="-2171700"/>
            <a:ext cx="3515308" cy="5540715"/>
          </a:xfrm>
          <a:custGeom>
            <a:avLst/>
            <a:gdLst/>
            <a:ahLst/>
            <a:cxnLst/>
            <a:rect l="l" t="t" r="r" b="b"/>
            <a:pathLst>
              <a:path w="25352" h="39959" fill="none" extrusionOk="0">
                <a:moveTo>
                  <a:pt x="4342" y="39959"/>
                </a:moveTo>
                <a:cubicBezTo>
                  <a:pt x="3603" y="38758"/>
                  <a:pt x="2502" y="37017"/>
                  <a:pt x="2513" y="35574"/>
                </a:cubicBezTo>
                <a:cubicBezTo>
                  <a:pt x="2535" y="33999"/>
                  <a:pt x="3548" y="32390"/>
                  <a:pt x="4364" y="31112"/>
                </a:cubicBezTo>
                <a:cubicBezTo>
                  <a:pt x="6314" y="28072"/>
                  <a:pt x="8616" y="25240"/>
                  <a:pt x="11392" y="22927"/>
                </a:cubicBezTo>
                <a:cubicBezTo>
                  <a:pt x="14169" y="20613"/>
                  <a:pt x="17419" y="18828"/>
                  <a:pt x="20922" y="17991"/>
                </a:cubicBezTo>
                <a:cubicBezTo>
                  <a:pt x="21837" y="17771"/>
                  <a:pt x="22817" y="17627"/>
                  <a:pt x="23710" y="17925"/>
                </a:cubicBezTo>
                <a:cubicBezTo>
                  <a:pt x="24602" y="18222"/>
                  <a:pt x="25351" y="19115"/>
                  <a:pt x="25219" y="20040"/>
                </a:cubicBezTo>
                <a:cubicBezTo>
                  <a:pt x="25098" y="20800"/>
                  <a:pt x="24437" y="21373"/>
                  <a:pt x="23765" y="21737"/>
                </a:cubicBezTo>
                <a:cubicBezTo>
                  <a:pt x="21649" y="22872"/>
                  <a:pt x="19071" y="22728"/>
                  <a:pt x="16758" y="22133"/>
                </a:cubicBezTo>
                <a:cubicBezTo>
                  <a:pt x="14863" y="21649"/>
                  <a:pt x="12990" y="20966"/>
                  <a:pt x="11161" y="20283"/>
                </a:cubicBezTo>
                <a:cubicBezTo>
                  <a:pt x="9806" y="19787"/>
                  <a:pt x="8275" y="19644"/>
                  <a:pt x="7404" y="18355"/>
                </a:cubicBezTo>
                <a:cubicBezTo>
                  <a:pt x="6710" y="17341"/>
                  <a:pt x="6600" y="15986"/>
                  <a:pt x="6997" y="14829"/>
                </a:cubicBezTo>
                <a:cubicBezTo>
                  <a:pt x="7393" y="13661"/>
                  <a:pt x="8275" y="12692"/>
                  <a:pt x="9332" y="12075"/>
                </a:cubicBezTo>
                <a:cubicBezTo>
                  <a:pt x="10809" y="11216"/>
                  <a:pt x="12648" y="10984"/>
                  <a:pt x="13926" y="9849"/>
                </a:cubicBezTo>
                <a:cubicBezTo>
                  <a:pt x="15050" y="8869"/>
                  <a:pt x="15568" y="7271"/>
                  <a:pt x="15392" y="5784"/>
                </a:cubicBezTo>
                <a:cubicBezTo>
                  <a:pt x="15204" y="4297"/>
                  <a:pt x="14367" y="2931"/>
                  <a:pt x="13210" y="1972"/>
                </a:cubicBezTo>
                <a:cubicBezTo>
                  <a:pt x="11492" y="540"/>
                  <a:pt x="9046" y="0"/>
                  <a:pt x="6886" y="595"/>
                </a:cubicBezTo>
                <a:cubicBezTo>
                  <a:pt x="4716" y="1190"/>
                  <a:pt x="2887" y="2887"/>
                  <a:pt x="2138" y="5002"/>
                </a:cubicBezTo>
                <a:cubicBezTo>
                  <a:pt x="1510" y="6776"/>
                  <a:pt x="1620" y="8737"/>
                  <a:pt x="1929" y="10599"/>
                </a:cubicBezTo>
                <a:cubicBezTo>
                  <a:pt x="2237" y="12460"/>
                  <a:pt x="2744" y="14289"/>
                  <a:pt x="2865" y="16173"/>
                </a:cubicBezTo>
                <a:cubicBezTo>
                  <a:pt x="2986" y="17947"/>
                  <a:pt x="2733" y="19820"/>
                  <a:pt x="1730" y="21329"/>
                </a:cubicBezTo>
                <a:cubicBezTo>
                  <a:pt x="739" y="22849"/>
                  <a:pt x="1" y="24227"/>
                  <a:pt x="243" y="26122"/>
                </a:cubicBezTo>
                <a:cubicBezTo>
                  <a:pt x="508" y="28171"/>
                  <a:pt x="1741" y="30011"/>
                  <a:pt x="3295" y="31388"/>
                </a:cubicBezTo>
                <a:cubicBezTo>
                  <a:pt x="4848" y="32765"/>
                  <a:pt x="6710" y="33723"/>
                  <a:pt x="8572" y="34627"/>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p29"/>
          <p:cNvSpPr/>
          <p:nvPr/>
        </p:nvSpPr>
        <p:spPr>
          <a:xfrm rot="10800000" flipH="1">
            <a:off x="6" y="-799738"/>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5" name="Google Shape;205;p29"/>
          <p:cNvGrpSpPr/>
          <p:nvPr/>
        </p:nvGrpSpPr>
        <p:grpSpPr>
          <a:xfrm rot="1442099">
            <a:off x="-305583" y="3711629"/>
            <a:ext cx="1521817" cy="1068696"/>
            <a:chOff x="1253075" y="1966725"/>
            <a:chExt cx="1493200" cy="1048600"/>
          </a:xfrm>
        </p:grpSpPr>
        <p:sp>
          <p:nvSpPr>
            <p:cNvPr id="206" name="Google Shape;206;p29"/>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29"/>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p29"/>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9" name="Google Shape;209;p29"/>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29"/>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11" name="Google Shape;211;p29"/>
          <p:cNvGrpSpPr/>
          <p:nvPr/>
        </p:nvGrpSpPr>
        <p:grpSpPr>
          <a:xfrm>
            <a:off x="-233960" y="11"/>
            <a:ext cx="1108063" cy="1572059"/>
            <a:chOff x="8364275" y="178263"/>
            <a:chExt cx="779722" cy="1106227"/>
          </a:xfrm>
        </p:grpSpPr>
        <p:sp>
          <p:nvSpPr>
            <p:cNvPr id="212" name="Google Shape;212;p29"/>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29"/>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4" name="Google Shape;214;p29"/>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5" name="Google Shape;215;p29"/>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29"/>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29"/>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8" name="Google Shape;218;p29"/>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29"/>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20" name="Google Shape;220;p29"/>
          <p:cNvSpPr/>
          <p:nvPr/>
        </p:nvSpPr>
        <p:spPr>
          <a:xfrm rot="-9526549" flipH="1">
            <a:off x="8449825" y="40976"/>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1" name="Google Shape;221;p29"/>
          <p:cNvGrpSpPr/>
          <p:nvPr/>
        </p:nvGrpSpPr>
        <p:grpSpPr>
          <a:xfrm rot="10800000">
            <a:off x="7633302" y="-525400"/>
            <a:ext cx="1931313" cy="1943337"/>
            <a:chOff x="-233950" y="3442400"/>
            <a:chExt cx="1690575" cy="1701100"/>
          </a:xfrm>
        </p:grpSpPr>
        <p:sp>
          <p:nvSpPr>
            <p:cNvPr id="222" name="Google Shape;222;p29"/>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29"/>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29"/>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29"/>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29"/>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29"/>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29"/>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29"/>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30" name="Google Shape;230;p29"/>
          <p:cNvSpPr txBox="1">
            <a:spLocks noGrp="1"/>
          </p:cNvSpPr>
          <p:nvPr>
            <p:ph type="title"/>
          </p:nvPr>
        </p:nvSpPr>
        <p:spPr>
          <a:xfrm>
            <a:off x="1760400" y="1069563"/>
            <a:ext cx="5623200" cy="7062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31" name="Google Shape;231;p29"/>
          <p:cNvSpPr txBox="1">
            <a:spLocks noGrp="1"/>
          </p:cNvSpPr>
          <p:nvPr>
            <p:ph type="subTitle" idx="1"/>
          </p:nvPr>
        </p:nvSpPr>
        <p:spPr>
          <a:xfrm>
            <a:off x="1760400" y="1775638"/>
            <a:ext cx="5623200" cy="22983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232"/>
        <p:cNvGrpSpPr/>
        <p:nvPr/>
      </p:nvGrpSpPr>
      <p:grpSpPr>
        <a:xfrm>
          <a:off x="0" y="0"/>
          <a:ext cx="0" cy="0"/>
          <a:chOff x="0" y="0"/>
          <a:chExt cx="0" cy="0"/>
        </a:xfrm>
      </p:grpSpPr>
      <p:sp>
        <p:nvSpPr>
          <p:cNvPr id="233" name="Google Shape;233;p30"/>
          <p:cNvSpPr txBox="1">
            <a:spLocks noGrp="1"/>
          </p:cNvSpPr>
          <p:nvPr>
            <p:ph type="title"/>
          </p:nvPr>
        </p:nvSpPr>
        <p:spPr>
          <a:xfrm>
            <a:off x="720000" y="445025"/>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sp>
        <p:nvSpPr>
          <p:cNvPr id="234" name="Google Shape;234;p30"/>
          <p:cNvSpPr txBox="1">
            <a:spLocks noGrp="1"/>
          </p:cNvSpPr>
          <p:nvPr>
            <p:ph type="subTitle" idx="1"/>
          </p:nvPr>
        </p:nvSpPr>
        <p:spPr>
          <a:xfrm>
            <a:off x="4943170" y="2676075"/>
            <a:ext cx="2790600" cy="1208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5" name="Google Shape;235;p30"/>
          <p:cNvSpPr txBox="1">
            <a:spLocks noGrp="1"/>
          </p:cNvSpPr>
          <p:nvPr>
            <p:ph type="subTitle" idx="2"/>
          </p:nvPr>
        </p:nvSpPr>
        <p:spPr>
          <a:xfrm>
            <a:off x="1410225" y="2676075"/>
            <a:ext cx="2790600" cy="1208100"/>
          </a:xfrm>
          <a:prstGeom prst="rect">
            <a:avLst/>
          </a:prstGeom>
          <a:noFill/>
          <a:ln>
            <a:noFill/>
          </a:ln>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36" name="Google Shape;236;p30"/>
          <p:cNvSpPr txBox="1">
            <a:spLocks noGrp="1"/>
          </p:cNvSpPr>
          <p:nvPr>
            <p:ph type="subTitle" idx="3"/>
          </p:nvPr>
        </p:nvSpPr>
        <p:spPr>
          <a:xfrm>
            <a:off x="1410226" y="2193375"/>
            <a:ext cx="27906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400">
                <a:solidFill>
                  <a:schemeClr val="dk2"/>
                </a:solidFill>
                <a:latin typeface="Concert One"/>
                <a:ea typeface="Concert One"/>
                <a:cs typeface="Concert One"/>
                <a:sym typeface="Concert One"/>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37" name="Google Shape;237;p30"/>
          <p:cNvSpPr txBox="1">
            <a:spLocks noGrp="1"/>
          </p:cNvSpPr>
          <p:nvPr>
            <p:ph type="subTitle" idx="4"/>
          </p:nvPr>
        </p:nvSpPr>
        <p:spPr>
          <a:xfrm>
            <a:off x="4943166" y="2193375"/>
            <a:ext cx="2790600" cy="558900"/>
          </a:xfrm>
          <a:prstGeom prst="rect">
            <a:avLst/>
          </a:prstGeom>
          <a:noFill/>
          <a:ln>
            <a:noFill/>
          </a:ln>
        </p:spPr>
        <p:txBody>
          <a:bodyPr spcFirstLastPara="1" wrap="square" lIns="91425" tIns="91425" rIns="91425" bIns="91425" anchor="b" anchorCtr="0">
            <a:noAutofit/>
          </a:bodyPr>
          <a:lstStyle>
            <a:lvl1pPr lvl="0" algn="ctr">
              <a:lnSpc>
                <a:spcPct val="115000"/>
              </a:lnSpc>
              <a:spcBef>
                <a:spcPts val="0"/>
              </a:spcBef>
              <a:spcAft>
                <a:spcPts val="0"/>
              </a:spcAft>
              <a:buSzPts val="2400"/>
              <a:buFont typeface="DM Sans"/>
              <a:buNone/>
              <a:defRPr sz="2400">
                <a:solidFill>
                  <a:schemeClr val="dk2"/>
                </a:solidFill>
                <a:latin typeface="Concert One"/>
                <a:ea typeface="Concert One"/>
                <a:cs typeface="Concert One"/>
                <a:sym typeface="Concert One"/>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38" name="Google Shape;238;p30"/>
          <p:cNvSpPr/>
          <p:nvPr/>
        </p:nvSpPr>
        <p:spPr>
          <a:xfrm rot="-7796143">
            <a:off x="7897970" y="895222"/>
            <a:ext cx="3515320" cy="5540733"/>
          </a:xfrm>
          <a:custGeom>
            <a:avLst/>
            <a:gdLst/>
            <a:ahLst/>
            <a:cxnLst/>
            <a:rect l="l" t="t" r="r" b="b"/>
            <a:pathLst>
              <a:path w="25352" h="39959" fill="none" extrusionOk="0">
                <a:moveTo>
                  <a:pt x="4342" y="39959"/>
                </a:moveTo>
                <a:cubicBezTo>
                  <a:pt x="3603" y="38758"/>
                  <a:pt x="2502" y="37017"/>
                  <a:pt x="2513" y="35574"/>
                </a:cubicBezTo>
                <a:cubicBezTo>
                  <a:pt x="2535" y="33999"/>
                  <a:pt x="3548" y="32390"/>
                  <a:pt x="4364" y="31112"/>
                </a:cubicBezTo>
                <a:cubicBezTo>
                  <a:pt x="6314" y="28072"/>
                  <a:pt x="8616" y="25240"/>
                  <a:pt x="11392" y="22927"/>
                </a:cubicBezTo>
                <a:cubicBezTo>
                  <a:pt x="14169" y="20613"/>
                  <a:pt x="17419" y="18828"/>
                  <a:pt x="20922" y="17991"/>
                </a:cubicBezTo>
                <a:cubicBezTo>
                  <a:pt x="21837" y="17771"/>
                  <a:pt x="22817" y="17627"/>
                  <a:pt x="23710" y="17925"/>
                </a:cubicBezTo>
                <a:cubicBezTo>
                  <a:pt x="24602" y="18222"/>
                  <a:pt x="25351" y="19115"/>
                  <a:pt x="25219" y="20040"/>
                </a:cubicBezTo>
                <a:cubicBezTo>
                  <a:pt x="25098" y="20800"/>
                  <a:pt x="24437" y="21373"/>
                  <a:pt x="23765" y="21737"/>
                </a:cubicBezTo>
                <a:cubicBezTo>
                  <a:pt x="21649" y="22872"/>
                  <a:pt x="19071" y="22728"/>
                  <a:pt x="16758" y="22133"/>
                </a:cubicBezTo>
                <a:cubicBezTo>
                  <a:pt x="14863" y="21649"/>
                  <a:pt x="12990" y="20966"/>
                  <a:pt x="11161" y="20283"/>
                </a:cubicBezTo>
                <a:cubicBezTo>
                  <a:pt x="9806" y="19787"/>
                  <a:pt x="8275" y="19644"/>
                  <a:pt x="7404" y="18355"/>
                </a:cubicBezTo>
                <a:cubicBezTo>
                  <a:pt x="6710" y="17341"/>
                  <a:pt x="6600" y="15986"/>
                  <a:pt x="6997" y="14829"/>
                </a:cubicBezTo>
                <a:cubicBezTo>
                  <a:pt x="7393" y="13661"/>
                  <a:pt x="8275" y="12692"/>
                  <a:pt x="9332" y="12075"/>
                </a:cubicBezTo>
                <a:cubicBezTo>
                  <a:pt x="10809" y="11216"/>
                  <a:pt x="12648" y="10984"/>
                  <a:pt x="13926" y="9849"/>
                </a:cubicBezTo>
                <a:cubicBezTo>
                  <a:pt x="15050" y="8869"/>
                  <a:pt x="15568" y="7271"/>
                  <a:pt x="15392" y="5784"/>
                </a:cubicBezTo>
                <a:cubicBezTo>
                  <a:pt x="15204" y="4297"/>
                  <a:pt x="14367" y="2931"/>
                  <a:pt x="13210" y="1972"/>
                </a:cubicBezTo>
                <a:cubicBezTo>
                  <a:pt x="11492" y="540"/>
                  <a:pt x="9046" y="0"/>
                  <a:pt x="6886" y="595"/>
                </a:cubicBezTo>
                <a:cubicBezTo>
                  <a:pt x="4716" y="1190"/>
                  <a:pt x="2887" y="2887"/>
                  <a:pt x="2138" y="5002"/>
                </a:cubicBezTo>
                <a:cubicBezTo>
                  <a:pt x="1510" y="6776"/>
                  <a:pt x="1620" y="8737"/>
                  <a:pt x="1929" y="10599"/>
                </a:cubicBezTo>
                <a:cubicBezTo>
                  <a:pt x="2237" y="12460"/>
                  <a:pt x="2744" y="14289"/>
                  <a:pt x="2865" y="16173"/>
                </a:cubicBezTo>
                <a:cubicBezTo>
                  <a:pt x="2986" y="17947"/>
                  <a:pt x="2733" y="19820"/>
                  <a:pt x="1730" y="21329"/>
                </a:cubicBezTo>
                <a:cubicBezTo>
                  <a:pt x="739" y="22849"/>
                  <a:pt x="1" y="24227"/>
                  <a:pt x="243" y="26122"/>
                </a:cubicBezTo>
                <a:cubicBezTo>
                  <a:pt x="508" y="28171"/>
                  <a:pt x="1741" y="30011"/>
                  <a:pt x="3295" y="31388"/>
                </a:cubicBezTo>
                <a:cubicBezTo>
                  <a:pt x="4848" y="32765"/>
                  <a:pt x="6710" y="33723"/>
                  <a:pt x="8572" y="34627"/>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9" name="Google Shape;239;p30"/>
          <p:cNvSpPr/>
          <p:nvPr/>
        </p:nvSpPr>
        <p:spPr>
          <a:xfrm rot="-9198419">
            <a:off x="-541767" y="-2445589"/>
            <a:ext cx="1801194" cy="5166473"/>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0" name="Google Shape;240;p30"/>
          <p:cNvSpPr/>
          <p:nvPr/>
        </p:nvSpPr>
        <p:spPr>
          <a:xfrm rot="-9391433" flipH="1">
            <a:off x="-5891800" y="2858302"/>
            <a:ext cx="9612043" cy="1787465"/>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1" name="Google Shape;241;p30"/>
          <p:cNvSpPr/>
          <p:nvPr/>
        </p:nvSpPr>
        <p:spPr>
          <a:xfrm rot="-10065012" flipH="1">
            <a:off x="817281" y="-1491203"/>
            <a:ext cx="9564595" cy="1943313"/>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42" name="Google Shape;242;p30"/>
          <p:cNvGrpSpPr/>
          <p:nvPr/>
        </p:nvGrpSpPr>
        <p:grpSpPr>
          <a:xfrm>
            <a:off x="8573825" y="178250"/>
            <a:ext cx="779722" cy="1106227"/>
            <a:chOff x="8364275" y="178263"/>
            <a:chExt cx="779722" cy="1106227"/>
          </a:xfrm>
        </p:grpSpPr>
        <p:sp>
          <p:nvSpPr>
            <p:cNvPr id="243" name="Google Shape;243;p30"/>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4" name="Google Shape;244;p30"/>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5" name="Google Shape;245;p30"/>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6" name="Google Shape;246;p30"/>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30"/>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30"/>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30"/>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30"/>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51" name="Google Shape;251;p30"/>
          <p:cNvSpPr/>
          <p:nvPr/>
        </p:nvSpPr>
        <p:spPr>
          <a:xfrm rot="1777178">
            <a:off x="135419" y="271531"/>
            <a:ext cx="784469" cy="1539211"/>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52" name="Google Shape;252;p30"/>
          <p:cNvGrpSpPr/>
          <p:nvPr/>
        </p:nvGrpSpPr>
        <p:grpSpPr>
          <a:xfrm rot="-936087">
            <a:off x="-112872" y="3691765"/>
            <a:ext cx="1280452" cy="1288423"/>
            <a:chOff x="-233950" y="3442400"/>
            <a:chExt cx="1690575" cy="1701100"/>
          </a:xfrm>
        </p:grpSpPr>
        <p:sp>
          <p:nvSpPr>
            <p:cNvPr id="253" name="Google Shape;253;p30"/>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30"/>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30"/>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30"/>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30"/>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30"/>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30"/>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30"/>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1" name="Google Shape;261;p30"/>
          <p:cNvGrpSpPr/>
          <p:nvPr/>
        </p:nvGrpSpPr>
        <p:grpSpPr>
          <a:xfrm rot="1584254">
            <a:off x="7931138" y="4069751"/>
            <a:ext cx="999269" cy="701643"/>
            <a:chOff x="1253075" y="1966725"/>
            <a:chExt cx="1493200" cy="1048600"/>
          </a:xfrm>
        </p:grpSpPr>
        <p:sp>
          <p:nvSpPr>
            <p:cNvPr id="262" name="Google Shape;262;p30"/>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30"/>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30"/>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30"/>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30"/>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267" name="Google Shape;267;p30"/>
          <p:cNvGrpSpPr/>
          <p:nvPr/>
        </p:nvGrpSpPr>
        <p:grpSpPr>
          <a:xfrm rot="921165">
            <a:off x="4169880" y="4634102"/>
            <a:ext cx="318454" cy="674718"/>
            <a:chOff x="4749876" y="4671790"/>
            <a:chExt cx="294599" cy="624160"/>
          </a:xfrm>
        </p:grpSpPr>
        <p:sp>
          <p:nvSpPr>
            <p:cNvPr id="268" name="Google Shape;268;p30"/>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269" name="Google Shape;269;p30"/>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30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06"/>
        <p:cNvGrpSpPr/>
        <p:nvPr/>
      </p:nvGrpSpPr>
      <p:grpSpPr>
        <a:xfrm>
          <a:off x="0" y="0"/>
          <a:ext cx="0" cy="0"/>
          <a:chOff x="0" y="0"/>
          <a:chExt cx="0" cy="0"/>
        </a:xfrm>
      </p:grpSpPr>
      <p:grpSp>
        <p:nvGrpSpPr>
          <p:cNvPr id="307" name="Google Shape;307;p33"/>
          <p:cNvGrpSpPr/>
          <p:nvPr/>
        </p:nvGrpSpPr>
        <p:grpSpPr>
          <a:xfrm rot="9685641" flipH="1">
            <a:off x="3412803" y="-298338"/>
            <a:ext cx="294592" cy="624146"/>
            <a:chOff x="4749876" y="4671790"/>
            <a:chExt cx="294599" cy="624160"/>
          </a:xfrm>
        </p:grpSpPr>
        <p:sp>
          <p:nvSpPr>
            <p:cNvPr id="308" name="Google Shape;308;p33"/>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309" name="Google Shape;309;p33"/>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0" name="Google Shape;310;p33"/>
          <p:cNvSpPr/>
          <p:nvPr/>
        </p:nvSpPr>
        <p:spPr>
          <a:xfrm flipH="1">
            <a:off x="-818" y="-647700"/>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1" name="Google Shape;311;p33"/>
          <p:cNvSpPr/>
          <p:nvPr/>
        </p:nvSpPr>
        <p:spPr>
          <a:xfrm rot="1273451" flipH="1">
            <a:off x="-873732" y="150822"/>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33"/>
          <p:cNvSpPr/>
          <p:nvPr/>
        </p:nvSpPr>
        <p:spPr>
          <a:xfrm flipH="1">
            <a:off x="7590755" y="1989262"/>
            <a:ext cx="3515308" cy="5540715"/>
          </a:xfrm>
          <a:custGeom>
            <a:avLst/>
            <a:gdLst/>
            <a:ahLst/>
            <a:cxnLst/>
            <a:rect l="l" t="t" r="r" b="b"/>
            <a:pathLst>
              <a:path w="25352" h="39959" fill="none" extrusionOk="0">
                <a:moveTo>
                  <a:pt x="4342" y="39959"/>
                </a:moveTo>
                <a:cubicBezTo>
                  <a:pt x="3603" y="38758"/>
                  <a:pt x="2502" y="37017"/>
                  <a:pt x="2513" y="35574"/>
                </a:cubicBezTo>
                <a:cubicBezTo>
                  <a:pt x="2535" y="33999"/>
                  <a:pt x="3548" y="32390"/>
                  <a:pt x="4364" y="31112"/>
                </a:cubicBezTo>
                <a:cubicBezTo>
                  <a:pt x="6314" y="28072"/>
                  <a:pt x="8616" y="25240"/>
                  <a:pt x="11392" y="22927"/>
                </a:cubicBezTo>
                <a:cubicBezTo>
                  <a:pt x="14169" y="20613"/>
                  <a:pt x="17419" y="18828"/>
                  <a:pt x="20922" y="17991"/>
                </a:cubicBezTo>
                <a:cubicBezTo>
                  <a:pt x="21837" y="17771"/>
                  <a:pt x="22817" y="17627"/>
                  <a:pt x="23710" y="17925"/>
                </a:cubicBezTo>
                <a:cubicBezTo>
                  <a:pt x="24602" y="18222"/>
                  <a:pt x="25351" y="19115"/>
                  <a:pt x="25219" y="20040"/>
                </a:cubicBezTo>
                <a:cubicBezTo>
                  <a:pt x="25098" y="20800"/>
                  <a:pt x="24437" y="21373"/>
                  <a:pt x="23765" y="21737"/>
                </a:cubicBezTo>
                <a:cubicBezTo>
                  <a:pt x="21649" y="22872"/>
                  <a:pt x="19071" y="22728"/>
                  <a:pt x="16758" y="22133"/>
                </a:cubicBezTo>
                <a:cubicBezTo>
                  <a:pt x="14863" y="21649"/>
                  <a:pt x="12990" y="20966"/>
                  <a:pt x="11161" y="20283"/>
                </a:cubicBezTo>
                <a:cubicBezTo>
                  <a:pt x="9806" y="19787"/>
                  <a:pt x="8275" y="19644"/>
                  <a:pt x="7404" y="18355"/>
                </a:cubicBezTo>
                <a:cubicBezTo>
                  <a:pt x="6710" y="17341"/>
                  <a:pt x="6600" y="15986"/>
                  <a:pt x="6997" y="14829"/>
                </a:cubicBezTo>
                <a:cubicBezTo>
                  <a:pt x="7393" y="13661"/>
                  <a:pt x="8275" y="12692"/>
                  <a:pt x="9332" y="12075"/>
                </a:cubicBezTo>
                <a:cubicBezTo>
                  <a:pt x="10809" y="11216"/>
                  <a:pt x="12648" y="10984"/>
                  <a:pt x="13926" y="9849"/>
                </a:cubicBezTo>
                <a:cubicBezTo>
                  <a:pt x="15050" y="8869"/>
                  <a:pt x="15568" y="7271"/>
                  <a:pt x="15392" y="5784"/>
                </a:cubicBezTo>
                <a:cubicBezTo>
                  <a:pt x="15204" y="4297"/>
                  <a:pt x="14367" y="2931"/>
                  <a:pt x="13210" y="1972"/>
                </a:cubicBezTo>
                <a:cubicBezTo>
                  <a:pt x="11492" y="540"/>
                  <a:pt x="9046" y="0"/>
                  <a:pt x="6886" y="595"/>
                </a:cubicBezTo>
                <a:cubicBezTo>
                  <a:pt x="4716" y="1190"/>
                  <a:pt x="2887" y="2887"/>
                  <a:pt x="2138" y="5002"/>
                </a:cubicBezTo>
                <a:cubicBezTo>
                  <a:pt x="1510" y="6776"/>
                  <a:pt x="1620" y="8737"/>
                  <a:pt x="1929" y="10599"/>
                </a:cubicBezTo>
                <a:cubicBezTo>
                  <a:pt x="2237" y="12460"/>
                  <a:pt x="2744" y="14289"/>
                  <a:pt x="2865" y="16173"/>
                </a:cubicBezTo>
                <a:cubicBezTo>
                  <a:pt x="2986" y="17947"/>
                  <a:pt x="2733" y="19820"/>
                  <a:pt x="1730" y="21329"/>
                </a:cubicBezTo>
                <a:cubicBezTo>
                  <a:pt x="739" y="22849"/>
                  <a:pt x="1" y="24227"/>
                  <a:pt x="243" y="26122"/>
                </a:cubicBezTo>
                <a:cubicBezTo>
                  <a:pt x="508" y="28171"/>
                  <a:pt x="1741" y="30011"/>
                  <a:pt x="3295" y="31388"/>
                </a:cubicBezTo>
                <a:cubicBezTo>
                  <a:pt x="4848" y="32765"/>
                  <a:pt x="6710" y="33723"/>
                  <a:pt x="8572" y="34627"/>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33"/>
          <p:cNvSpPr/>
          <p:nvPr/>
        </p:nvSpPr>
        <p:spPr>
          <a:xfrm flipH="1">
            <a:off x="-187346" y="4214695"/>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14" name="Google Shape;314;p33"/>
          <p:cNvGrpSpPr/>
          <p:nvPr/>
        </p:nvGrpSpPr>
        <p:grpSpPr>
          <a:xfrm flipH="1">
            <a:off x="6982571" y="3162262"/>
            <a:ext cx="2404167" cy="2419134"/>
            <a:chOff x="-233950" y="3442400"/>
            <a:chExt cx="1690575" cy="1701100"/>
          </a:xfrm>
        </p:grpSpPr>
        <p:sp>
          <p:nvSpPr>
            <p:cNvPr id="315" name="Google Shape;315;p33"/>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33"/>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33"/>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33"/>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33"/>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33"/>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33"/>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33"/>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23" name="Google Shape;323;p33"/>
          <p:cNvGrpSpPr/>
          <p:nvPr/>
        </p:nvGrpSpPr>
        <p:grpSpPr>
          <a:xfrm rot="-423265" flipH="1">
            <a:off x="6927367" y="83007"/>
            <a:ext cx="1412810" cy="992146"/>
            <a:chOff x="1253075" y="1966725"/>
            <a:chExt cx="1493200" cy="1048600"/>
          </a:xfrm>
        </p:grpSpPr>
        <p:sp>
          <p:nvSpPr>
            <p:cNvPr id="324" name="Google Shape;324;p33"/>
            <p:cNvSpPr/>
            <p:nvPr/>
          </p:nvSpPr>
          <p:spPr>
            <a:xfrm>
              <a:off x="1256750" y="1966725"/>
              <a:ext cx="1489525" cy="679950"/>
            </a:xfrm>
            <a:custGeom>
              <a:avLst/>
              <a:gdLst/>
              <a:ahLst/>
              <a:cxnLst/>
              <a:rect l="l" t="t" r="r" b="b"/>
              <a:pathLst>
                <a:path w="59581" h="27198" extrusionOk="0">
                  <a:moveTo>
                    <a:pt x="58878" y="308"/>
                  </a:moveTo>
                  <a:lnTo>
                    <a:pt x="58878" y="308"/>
                  </a:lnTo>
                  <a:cubicBezTo>
                    <a:pt x="52328" y="4423"/>
                    <a:pt x="47685" y="8203"/>
                    <a:pt x="43865" y="12532"/>
                  </a:cubicBezTo>
                  <a:cubicBezTo>
                    <a:pt x="31909" y="14920"/>
                    <a:pt x="7080" y="24106"/>
                    <a:pt x="851" y="26729"/>
                  </a:cubicBezTo>
                  <a:lnTo>
                    <a:pt x="1533" y="26334"/>
                  </a:lnTo>
                  <a:cubicBezTo>
                    <a:pt x="17992" y="16767"/>
                    <a:pt x="35006" y="6871"/>
                    <a:pt x="58878" y="308"/>
                  </a:cubicBezTo>
                  <a:close/>
                  <a:moveTo>
                    <a:pt x="59581" y="0"/>
                  </a:moveTo>
                  <a:lnTo>
                    <a:pt x="59213" y="101"/>
                  </a:lnTo>
                  <a:cubicBezTo>
                    <a:pt x="35133" y="6664"/>
                    <a:pt x="18025" y="16620"/>
                    <a:pt x="1473" y="26241"/>
                  </a:cubicBezTo>
                  <a:lnTo>
                    <a:pt x="1" y="27097"/>
                  </a:lnTo>
                  <a:lnTo>
                    <a:pt x="54" y="27197"/>
                  </a:lnTo>
                  <a:cubicBezTo>
                    <a:pt x="54" y="27197"/>
                    <a:pt x="81" y="27177"/>
                    <a:pt x="155" y="27151"/>
                  </a:cubicBezTo>
                  <a:cubicBezTo>
                    <a:pt x="4832" y="25063"/>
                    <a:pt x="31413" y="15128"/>
                    <a:pt x="43905" y="12639"/>
                  </a:cubicBezTo>
                  <a:lnTo>
                    <a:pt x="43918" y="12639"/>
                  </a:lnTo>
                  <a:lnTo>
                    <a:pt x="43932" y="12619"/>
                  </a:lnTo>
                  <a:cubicBezTo>
                    <a:pt x="47812" y="8223"/>
                    <a:pt x="52536" y="4389"/>
                    <a:pt x="59260" y="201"/>
                  </a:cubicBezTo>
                  <a:lnTo>
                    <a:pt x="5958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33"/>
            <p:cNvSpPr/>
            <p:nvPr/>
          </p:nvSpPr>
          <p:spPr>
            <a:xfrm>
              <a:off x="1254925" y="2279675"/>
              <a:ext cx="1187600" cy="482925"/>
            </a:xfrm>
            <a:custGeom>
              <a:avLst/>
              <a:gdLst/>
              <a:ahLst/>
              <a:cxnLst/>
              <a:rect l="l" t="t" r="r" b="b"/>
              <a:pathLst>
                <a:path w="47504" h="19317" extrusionOk="0">
                  <a:moveTo>
                    <a:pt x="43918" y="134"/>
                  </a:moveTo>
                  <a:lnTo>
                    <a:pt x="47296" y="18781"/>
                  </a:lnTo>
                  <a:lnTo>
                    <a:pt x="39074" y="5942"/>
                  </a:lnTo>
                  <a:lnTo>
                    <a:pt x="39054" y="5915"/>
                  </a:lnTo>
                  <a:lnTo>
                    <a:pt x="39020" y="5915"/>
                  </a:lnTo>
                  <a:cubicBezTo>
                    <a:pt x="26274" y="7059"/>
                    <a:pt x="6644" y="12632"/>
                    <a:pt x="1071" y="14271"/>
                  </a:cubicBezTo>
                  <a:cubicBezTo>
                    <a:pt x="7460" y="11595"/>
                    <a:pt x="32022" y="2516"/>
                    <a:pt x="43918" y="134"/>
                  </a:cubicBezTo>
                  <a:close/>
                  <a:moveTo>
                    <a:pt x="44011" y="0"/>
                  </a:moveTo>
                  <a:lnTo>
                    <a:pt x="43951" y="14"/>
                  </a:lnTo>
                  <a:cubicBezTo>
                    <a:pt x="31460" y="2503"/>
                    <a:pt x="4864" y="12438"/>
                    <a:pt x="188" y="14532"/>
                  </a:cubicBezTo>
                  <a:lnTo>
                    <a:pt x="0" y="14619"/>
                  </a:lnTo>
                  <a:lnTo>
                    <a:pt x="221" y="14639"/>
                  </a:lnTo>
                  <a:lnTo>
                    <a:pt x="281" y="14619"/>
                  </a:lnTo>
                  <a:cubicBezTo>
                    <a:pt x="4383" y="13402"/>
                    <a:pt x="25525" y="7246"/>
                    <a:pt x="38993" y="6029"/>
                  </a:cubicBezTo>
                  <a:lnTo>
                    <a:pt x="47504" y="19316"/>
                  </a:lnTo>
                  <a:lnTo>
                    <a:pt x="44018" y="60"/>
                  </a:lnTo>
                  <a:lnTo>
                    <a:pt x="4401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33"/>
            <p:cNvSpPr/>
            <p:nvPr/>
          </p:nvSpPr>
          <p:spPr>
            <a:xfrm>
              <a:off x="2229075" y="2424025"/>
              <a:ext cx="212450" cy="333550"/>
            </a:xfrm>
            <a:custGeom>
              <a:avLst/>
              <a:gdLst/>
              <a:ahLst/>
              <a:cxnLst/>
              <a:rect l="l" t="t" r="r" b="b"/>
              <a:pathLst>
                <a:path w="8498" h="13342" extrusionOk="0">
                  <a:moveTo>
                    <a:pt x="114" y="395"/>
                  </a:moveTo>
                  <a:lnTo>
                    <a:pt x="8324" y="13214"/>
                  </a:lnTo>
                  <a:lnTo>
                    <a:pt x="676" y="12492"/>
                  </a:lnTo>
                  <a:cubicBezTo>
                    <a:pt x="369" y="8571"/>
                    <a:pt x="181" y="4503"/>
                    <a:pt x="114" y="395"/>
                  </a:cubicBezTo>
                  <a:close/>
                  <a:moveTo>
                    <a:pt x="1" y="0"/>
                  </a:moveTo>
                  <a:lnTo>
                    <a:pt x="1" y="201"/>
                  </a:lnTo>
                  <a:cubicBezTo>
                    <a:pt x="67" y="4389"/>
                    <a:pt x="255" y="8544"/>
                    <a:pt x="569" y="12545"/>
                  </a:cubicBezTo>
                  <a:lnTo>
                    <a:pt x="569" y="12592"/>
                  </a:lnTo>
                  <a:lnTo>
                    <a:pt x="8424" y="13335"/>
                  </a:lnTo>
                  <a:lnTo>
                    <a:pt x="8498" y="13341"/>
                  </a:lnTo>
                  <a:lnTo>
                    <a:pt x="8484" y="13268"/>
                  </a:lnTo>
                  <a:lnTo>
                    <a:pt x="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33"/>
            <p:cNvSpPr/>
            <p:nvPr/>
          </p:nvSpPr>
          <p:spPr>
            <a:xfrm>
              <a:off x="1260100" y="2644300"/>
              <a:ext cx="200" cy="25"/>
            </a:xfrm>
            <a:custGeom>
              <a:avLst/>
              <a:gdLst/>
              <a:ahLst/>
              <a:cxnLst/>
              <a:rect l="l" t="t" r="r" b="b"/>
              <a:pathLst>
                <a:path w="8" h="1" extrusionOk="0">
                  <a:moveTo>
                    <a:pt x="7" y="1"/>
                  </a:moveTo>
                  <a:cubicBezTo>
                    <a:pt x="7" y="1"/>
                    <a:pt x="7" y="1"/>
                    <a:pt x="1" y="1"/>
                  </a:cubicBezTo>
                  <a:lnTo>
                    <a:pt x="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33"/>
            <p:cNvSpPr/>
            <p:nvPr/>
          </p:nvSpPr>
          <p:spPr>
            <a:xfrm>
              <a:off x="1253075" y="2427375"/>
              <a:ext cx="1023525" cy="587950"/>
            </a:xfrm>
            <a:custGeom>
              <a:avLst/>
              <a:gdLst/>
              <a:ahLst/>
              <a:cxnLst/>
              <a:rect l="l" t="t" r="r" b="b"/>
              <a:pathLst>
                <a:path w="40941" h="23518" extrusionOk="0">
                  <a:moveTo>
                    <a:pt x="39041" y="127"/>
                  </a:moveTo>
                  <a:cubicBezTo>
                    <a:pt x="39107" y="4295"/>
                    <a:pt x="39295" y="8424"/>
                    <a:pt x="39609" y="12404"/>
                  </a:cubicBezTo>
                  <a:lnTo>
                    <a:pt x="39609" y="12411"/>
                  </a:lnTo>
                  <a:cubicBezTo>
                    <a:pt x="39897" y="16151"/>
                    <a:pt x="40298" y="19831"/>
                    <a:pt x="40807" y="23344"/>
                  </a:cubicBezTo>
                  <a:cubicBezTo>
                    <a:pt x="28041" y="18299"/>
                    <a:pt x="14439" y="13375"/>
                    <a:pt x="355" y="8718"/>
                  </a:cubicBezTo>
                  <a:lnTo>
                    <a:pt x="636" y="8658"/>
                  </a:lnTo>
                  <a:lnTo>
                    <a:pt x="576" y="8651"/>
                  </a:lnTo>
                  <a:cubicBezTo>
                    <a:pt x="5159" y="7286"/>
                    <a:pt x="25800" y="1325"/>
                    <a:pt x="39041" y="127"/>
                  </a:cubicBezTo>
                  <a:close/>
                  <a:moveTo>
                    <a:pt x="39154" y="0"/>
                  </a:moveTo>
                  <a:lnTo>
                    <a:pt x="39094" y="7"/>
                  </a:lnTo>
                  <a:cubicBezTo>
                    <a:pt x="25612" y="1218"/>
                    <a:pt x="4437" y="7387"/>
                    <a:pt x="322" y="8604"/>
                  </a:cubicBezTo>
                  <a:lnTo>
                    <a:pt x="1" y="8705"/>
                  </a:lnTo>
                  <a:lnTo>
                    <a:pt x="81" y="8711"/>
                  </a:lnTo>
                  <a:lnTo>
                    <a:pt x="48" y="8731"/>
                  </a:lnTo>
                  <a:lnTo>
                    <a:pt x="161" y="8771"/>
                  </a:lnTo>
                  <a:cubicBezTo>
                    <a:pt x="14332" y="13455"/>
                    <a:pt x="28021" y="18406"/>
                    <a:pt x="40854" y="23484"/>
                  </a:cubicBezTo>
                  <a:lnTo>
                    <a:pt x="40941" y="23518"/>
                  </a:lnTo>
                  <a:lnTo>
                    <a:pt x="40941" y="23518"/>
                  </a:lnTo>
                  <a:lnTo>
                    <a:pt x="40927" y="23424"/>
                  </a:lnTo>
                  <a:cubicBezTo>
                    <a:pt x="40419" y="19885"/>
                    <a:pt x="40011" y="16178"/>
                    <a:pt x="39716" y="12404"/>
                  </a:cubicBezTo>
                  <a:cubicBezTo>
                    <a:pt x="39409" y="8404"/>
                    <a:pt x="39214" y="4255"/>
                    <a:pt x="39154" y="60"/>
                  </a:cubicBezTo>
                  <a:lnTo>
                    <a:pt x="3915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29" name="Google Shape;329;p33"/>
          <p:cNvSpPr/>
          <p:nvPr/>
        </p:nvSpPr>
        <p:spPr>
          <a:xfrm rot="-1711396" flipH="1">
            <a:off x="72577" y="3047699"/>
            <a:ext cx="921242" cy="1807637"/>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grpSp>
        <p:nvGrpSpPr>
          <p:cNvPr id="330" name="Google Shape;330;p33"/>
          <p:cNvGrpSpPr/>
          <p:nvPr/>
        </p:nvGrpSpPr>
        <p:grpSpPr>
          <a:xfrm flipH="1">
            <a:off x="-187345" y="-647692"/>
            <a:ext cx="1605448" cy="2277721"/>
            <a:chOff x="8364275" y="178263"/>
            <a:chExt cx="779722" cy="1106227"/>
          </a:xfrm>
        </p:grpSpPr>
        <p:sp>
          <p:nvSpPr>
            <p:cNvPr id="331" name="Google Shape;331;p33"/>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33"/>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33"/>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33"/>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33"/>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33"/>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33"/>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33"/>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39" name="Google Shape;339;p33"/>
          <p:cNvGrpSpPr/>
          <p:nvPr/>
        </p:nvGrpSpPr>
        <p:grpSpPr>
          <a:xfrm rot="-1494972" flipH="1">
            <a:off x="8621877" y="1871119"/>
            <a:ext cx="478023" cy="1012778"/>
            <a:chOff x="4749876" y="4671790"/>
            <a:chExt cx="294599" cy="624160"/>
          </a:xfrm>
        </p:grpSpPr>
        <p:sp>
          <p:nvSpPr>
            <p:cNvPr id="340" name="Google Shape;340;p33"/>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341" name="Google Shape;341;p33"/>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2" name="Google Shape;342;p33"/>
          <p:cNvGrpSpPr/>
          <p:nvPr/>
        </p:nvGrpSpPr>
        <p:grpSpPr>
          <a:xfrm flipH="1">
            <a:off x="4332814" y="4671790"/>
            <a:ext cx="294599" cy="624160"/>
            <a:chOff x="4749876" y="4671790"/>
            <a:chExt cx="294599" cy="624160"/>
          </a:xfrm>
        </p:grpSpPr>
        <p:sp>
          <p:nvSpPr>
            <p:cNvPr id="343" name="Google Shape;343;p33"/>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txBody>
            <a:bodyPr/>
            <a:lstStyle/>
            <a:p>
              <a:endParaRPr lang="en-VN"/>
            </a:p>
          </p:txBody>
        </p:sp>
        <p:sp>
          <p:nvSpPr>
            <p:cNvPr id="344" name="Google Shape;344;p33"/>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5"/>
        <p:cNvGrpSpPr/>
        <p:nvPr/>
      </p:nvGrpSpPr>
      <p:grpSpPr>
        <a:xfrm>
          <a:off x="0" y="0"/>
          <a:ext cx="0" cy="0"/>
          <a:chOff x="0" y="0"/>
          <a:chExt cx="0" cy="0"/>
        </a:xfrm>
      </p:grpSpPr>
      <p:sp>
        <p:nvSpPr>
          <p:cNvPr id="346" name="Google Shape;346;p34"/>
          <p:cNvSpPr/>
          <p:nvPr/>
        </p:nvSpPr>
        <p:spPr>
          <a:xfrm rot="10800000" flipH="1">
            <a:off x="394706" y="-1072075"/>
            <a:ext cx="9612050" cy="1787466"/>
          </a:xfrm>
          <a:custGeom>
            <a:avLst/>
            <a:gdLst/>
            <a:ahLst/>
            <a:cxnLst/>
            <a:rect l="l" t="t" r="r" b="b"/>
            <a:pathLst>
              <a:path w="69321" h="12891" fill="none" extrusionOk="0">
                <a:moveTo>
                  <a:pt x="69320" y="10863"/>
                </a:moveTo>
                <a:cubicBezTo>
                  <a:pt x="69166" y="9177"/>
                  <a:pt x="68946" y="7459"/>
                  <a:pt x="68185" y="5938"/>
                </a:cubicBezTo>
                <a:cubicBezTo>
                  <a:pt x="67106" y="3790"/>
                  <a:pt x="64979" y="2248"/>
                  <a:pt x="62655" y="1642"/>
                </a:cubicBezTo>
                <a:cubicBezTo>
                  <a:pt x="60330" y="1036"/>
                  <a:pt x="57829" y="1300"/>
                  <a:pt x="55560" y="2116"/>
                </a:cubicBezTo>
                <a:cubicBezTo>
                  <a:pt x="54315" y="2578"/>
                  <a:pt x="52938" y="3504"/>
                  <a:pt x="53026" y="4837"/>
                </a:cubicBezTo>
                <a:cubicBezTo>
                  <a:pt x="53070" y="5520"/>
                  <a:pt x="53544" y="6137"/>
                  <a:pt x="54150" y="6467"/>
                </a:cubicBezTo>
                <a:cubicBezTo>
                  <a:pt x="54756" y="6798"/>
                  <a:pt x="55483" y="6864"/>
                  <a:pt x="56166" y="6776"/>
                </a:cubicBezTo>
                <a:cubicBezTo>
                  <a:pt x="57113" y="6644"/>
                  <a:pt x="58072" y="6159"/>
                  <a:pt x="58479" y="5288"/>
                </a:cubicBezTo>
                <a:cubicBezTo>
                  <a:pt x="58920" y="4363"/>
                  <a:pt x="58600" y="3217"/>
                  <a:pt x="57917" y="2446"/>
                </a:cubicBezTo>
                <a:cubicBezTo>
                  <a:pt x="57234" y="1686"/>
                  <a:pt x="56254" y="1256"/>
                  <a:pt x="55273" y="981"/>
                </a:cubicBezTo>
                <a:cubicBezTo>
                  <a:pt x="52155" y="121"/>
                  <a:pt x="48211" y="970"/>
                  <a:pt x="45699" y="3019"/>
                </a:cubicBezTo>
                <a:cubicBezTo>
                  <a:pt x="43937" y="4462"/>
                  <a:pt x="42703" y="6566"/>
                  <a:pt x="42306" y="8814"/>
                </a:cubicBezTo>
                <a:cubicBezTo>
                  <a:pt x="42163" y="9640"/>
                  <a:pt x="42119" y="10522"/>
                  <a:pt x="42427" y="11293"/>
                </a:cubicBezTo>
                <a:cubicBezTo>
                  <a:pt x="42736" y="12075"/>
                  <a:pt x="43452" y="12747"/>
                  <a:pt x="44289" y="12802"/>
                </a:cubicBezTo>
                <a:cubicBezTo>
                  <a:pt x="45644" y="12890"/>
                  <a:pt x="46647" y="11337"/>
                  <a:pt x="46526" y="9982"/>
                </a:cubicBezTo>
                <a:cubicBezTo>
                  <a:pt x="46394" y="8627"/>
                  <a:pt x="45512" y="7470"/>
                  <a:pt x="44664" y="6412"/>
                </a:cubicBezTo>
                <a:cubicBezTo>
                  <a:pt x="43518" y="4969"/>
                  <a:pt x="42317" y="3493"/>
                  <a:pt x="40687" y="2622"/>
                </a:cubicBezTo>
                <a:cubicBezTo>
                  <a:pt x="39034" y="1730"/>
                  <a:pt x="37106" y="1565"/>
                  <a:pt x="35233" y="1410"/>
                </a:cubicBezTo>
                <a:cubicBezTo>
                  <a:pt x="32049" y="1168"/>
                  <a:pt x="28557" y="1014"/>
                  <a:pt x="25979" y="2898"/>
                </a:cubicBezTo>
                <a:cubicBezTo>
                  <a:pt x="24756" y="3790"/>
                  <a:pt x="23842" y="5090"/>
                  <a:pt x="22542" y="5861"/>
                </a:cubicBezTo>
                <a:cubicBezTo>
                  <a:pt x="21175" y="6677"/>
                  <a:pt x="19435" y="6820"/>
                  <a:pt x="17947" y="6258"/>
                </a:cubicBezTo>
                <a:cubicBezTo>
                  <a:pt x="16758" y="5795"/>
                  <a:pt x="15788" y="4903"/>
                  <a:pt x="15171" y="3801"/>
                </a:cubicBezTo>
                <a:cubicBezTo>
                  <a:pt x="14653" y="2865"/>
                  <a:pt x="14345" y="1554"/>
                  <a:pt x="13541" y="827"/>
                </a:cubicBezTo>
                <a:cubicBezTo>
                  <a:pt x="12604" y="0"/>
                  <a:pt x="11073" y="188"/>
                  <a:pt x="10081" y="948"/>
                </a:cubicBezTo>
                <a:cubicBezTo>
                  <a:pt x="9079" y="1708"/>
                  <a:pt x="8517" y="2898"/>
                  <a:pt x="8098" y="4066"/>
                </a:cubicBezTo>
                <a:cubicBezTo>
                  <a:pt x="7669" y="5244"/>
                  <a:pt x="7327" y="6478"/>
                  <a:pt x="6633" y="7514"/>
                </a:cubicBezTo>
                <a:cubicBezTo>
                  <a:pt x="5068" y="9839"/>
                  <a:pt x="2568" y="10169"/>
                  <a:pt x="1" y="10015"/>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34"/>
          <p:cNvSpPr/>
          <p:nvPr/>
        </p:nvSpPr>
        <p:spPr>
          <a:xfrm rot="10800000" flipH="1">
            <a:off x="-420619" y="4335070"/>
            <a:ext cx="9564628" cy="1943320"/>
          </a:xfrm>
          <a:custGeom>
            <a:avLst/>
            <a:gdLst/>
            <a:ahLst/>
            <a:cxnLst/>
            <a:rect l="l" t="t" r="r" b="b"/>
            <a:pathLst>
              <a:path w="68979" h="14015" fill="none" extrusionOk="0">
                <a:moveTo>
                  <a:pt x="68978" y="1179"/>
                </a:moveTo>
                <a:cubicBezTo>
                  <a:pt x="67700" y="2303"/>
                  <a:pt x="66621" y="3835"/>
                  <a:pt x="65067" y="4595"/>
                </a:cubicBezTo>
                <a:cubicBezTo>
                  <a:pt x="63977" y="5124"/>
                  <a:pt x="62567" y="5179"/>
                  <a:pt x="61641" y="4396"/>
                </a:cubicBezTo>
                <a:cubicBezTo>
                  <a:pt x="60694" y="3592"/>
                  <a:pt x="60572" y="1995"/>
                  <a:pt x="61377" y="1058"/>
                </a:cubicBezTo>
                <a:cubicBezTo>
                  <a:pt x="62192" y="111"/>
                  <a:pt x="63789" y="1"/>
                  <a:pt x="64726" y="827"/>
                </a:cubicBezTo>
                <a:cubicBezTo>
                  <a:pt x="65189" y="1246"/>
                  <a:pt x="65486" y="1840"/>
                  <a:pt x="65629" y="2457"/>
                </a:cubicBezTo>
                <a:cubicBezTo>
                  <a:pt x="66158" y="4672"/>
                  <a:pt x="64814" y="7074"/>
                  <a:pt x="62820" y="8197"/>
                </a:cubicBezTo>
                <a:cubicBezTo>
                  <a:pt x="60826" y="9321"/>
                  <a:pt x="58358" y="9354"/>
                  <a:pt x="56155" y="8759"/>
                </a:cubicBezTo>
                <a:cubicBezTo>
                  <a:pt x="54271" y="8252"/>
                  <a:pt x="52541" y="7327"/>
                  <a:pt x="50855" y="6368"/>
                </a:cubicBezTo>
                <a:cubicBezTo>
                  <a:pt x="50150" y="5972"/>
                  <a:pt x="49643" y="5763"/>
                  <a:pt x="49093" y="5168"/>
                </a:cubicBezTo>
                <a:cubicBezTo>
                  <a:pt x="48597" y="4639"/>
                  <a:pt x="48101" y="4209"/>
                  <a:pt x="47385" y="4022"/>
                </a:cubicBezTo>
                <a:cubicBezTo>
                  <a:pt x="46305" y="3746"/>
                  <a:pt x="45115" y="3890"/>
                  <a:pt x="44091" y="4330"/>
                </a:cubicBezTo>
                <a:cubicBezTo>
                  <a:pt x="42372" y="5068"/>
                  <a:pt x="41072" y="6490"/>
                  <a:pt x="39794" y="7856"/>
                </a:cubicBezTo>
                <a:cubicBezTo>
                  <a:pt x="38516" y="9222"/>
                  <a:pt x="37161" y="10621"/>
                  <a:pt x="35409" y="11271"/>
                </a:cubicBezTo>
                <a:cubicBezTo>
                  <a:pt x="33658" y="11921"/>
                  <a:pt x="31410" y="11602"/>
                  <a:pt x="30364" y="10059"/>
                </a:cubicBezTo>
                <a:cubicBezTo>
                  <a:pt x="29053" y="8109"/>
                  <a:pt x="30143" y="5190"/>
                  <a:pt x="28744" y="3306"/>
                </a:cubicBezTo>
                <a:cubicBezTo>
                  <a:pt x="27929" y="2204"/>
                  <a:pt x="26419" y="1774"/>
                  <a:pt x="25064" y="1973"/>
                </a:cubicBezTo>
                <a:cubicBezTo>
                  <a:pt x="23533" y="2204"/>
                  <a:pt x="22046" y="3196"/>
                  <a:pt x="20790" y="4055"/>
                </a:cubicBezTo>
                <a:cubicBezTo>
                  <a:pt x="18994" y="5278"/>
                  <a:pt x="17363" y="6710"/>
                  <a:pt x="15821" y="8230"/>
                </a:cubicBezTo>
                <a:cubicBezTo>
                  <a:pt x="14157" y="9861"/>
                  <a:pt x="12472" y="11513"/>
                  <a:pt x="10401" y="12571"/>
                </a:cubicBezTo>
                <a:cubicBezTo>
                  <a:pt x="8340" y="13629"/>
                  <a:pt x="5796" y="14014"/>
                  <a:pt x="3691" y="13023"/>
                </a:cubicBezTo>
                <a:cubicBezTo>
                  <a:pt x="2083" y="12252"/>
                  <a:pt x="926" y="10786"/>
                  <a:pt x="1" y="9266"/>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34"/>
          <p:cNvSpPr/>
          <p:nvPr/>
        </p:nvSpPr>
        <p:spPr>
          <a:xfrm rot="-1273451">
            <a:off x="8570850" y="-270490"/>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49" name="Google Shape;349;p34"/>
          <p:cNvGrpSpPr/>
          <p:nvPr/>
        </p:nvGrpSpPr>
        <p:grpSpPr>
          <a:xfrm rot="9901903" flipH="1">
            <a:off x="8548808" y="2572972"/>
            <a:ext cx="318455" cy="674719"/>
            <a:chOff x="4749876" y="4671790"/>
            <a:chExt cx="294599" cy="624160"/>
          </a:xfrm>
        </p:grpSpPr>
        <p:sp>
          <p:nvSpPr>
            <p:cNvPr id="350" name="Google Shape;350;p34"/>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sp>
        <p:sp>
          <p:nvSpPr>
            <p:cNvPr id="351" name="Google Shape;351;p34"/>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2" name="Google Shape;352;p34"/>
          <p:cNvSpPr/>
          <p:nvPr/>
        </p:nvSpPr>
        <p:spPr>
          <a:xfrm rot="1530411">
            <a:off x="8516350" y="26722"/>
            <a:ext cx="718246" cy="1409323"/>
          </a:xfrm>
          <a:custGeom>
            <a:avLst/>
            <a:gdLst/>
            <a:ahLst/>
            <a:cxnLst/>
            <a:rect l="l" t="t" r="r" b="b"/>
            <a:pathLst>
              <a:path w="7878" h="15458" extrusionOk="0">
                <a:moveTo>
                  <a:pt x="1344" y="882"/>
                </a:moveTo>
                <a:lnTo>
                  <a:pt x="5839" y="6479"/>
                </a:lnTo>
                <a:lnTo>
                  <a:pt x="5839" y="6479"/>
                </a:lnTo>
                <a:lnTo>
                  <a:pt x="3404" y="5994"/>
                </a:lnTo>
                <a:lnTo>
                  <a:pt x="3404" y="5994"/>
                </a:lnTo>
                <a:lnTo>
                  <a:pt x="7271" y="9971"/>
                </a:lnTo>
                <a:lnTo>
                  <a:pt x="7271" y="9971"/>
                </a:lnTo>
                <a:lnTo>
                  <a:pt x="3977" y="9046"/>
                </a:lnTo>
                <a:lnTo>
                  <a:pt x="6842" y="14036"/>
                </a:lnTo>
                <a:lnTo>
                  <a:pt x="463" y="6908"/>
                </a:lnTo>
                <a:lnTo>
                  <a:pt x="463" y="6908"/>
                </a:lnTo>
                <a:lnTo>
                  <a:pt x="3063" y="7239"/>
                </a:lnTo>
                <a:lnTo>
                  <a:pt x="474" y="3548"/>
                </a:lnTo>
                <a:lnTo>
                  <a:pt x="3272" y="4485"/>
                </a:lnTo>
                <a:lnTo>
                  <a:pt x="3272" y="4485"/>
                </a:lnTo>
                <a:lnTo>
                  <a:pt x="1344" y="882"/>
                </a:lnTo>
                <a:close/>
                <a:moveTo>
                  <a:pt x="870" y="1"/>
                </a:moveTo>
                <a:lnTo>
                  <a:pt x="716" y="100"/>
                </a:lnTo>
                <a:lnTo>
                  <a:pt x="2887" y="4165"/>
                </a:lnTo>
                <a:lnTo>
                  <a:pt x="0" y="3185"/>
                </a:lnTo>
                <a:lnTo>
                  <a:pt x="2677" y="7008"/>
                </a:lnTo>
                <a:lnTo>
                  <a:pt x="0" y="6666"/>
                </a:lnTo>
                <a:lnTo>
                  <a:pt x="7866" y="15458"/>
                </a:lnTo>
                <a:lnTo>
                  <a:pt x="4363" y="9343"/>
                </a:lnTo>
                <a:lnTo>
                  <a:pt x="4363" y="9343"/>
                </a:lnTo>
                <a:lnTo>
                  <a:pt x="7877" y="10335"/>
                </a:lnTo>
                <a:lnTo>
                  <a:pt x="3944" y="6291"/>
                </a:lnTo>
                <a:lnTo>
                  <a:pt x="6291" y="6754"/>
                </a:lnTo>
                <a:lnTo>
                  <a:pt x="6291" y="6754"/>
                </a:lnTo>
                <a:lnTo>
                  <a:pt x="870"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3" name="Google Shape;353;p34"/>
          <p:cNvSpPr/>
          <p:nvPr/>
        </p:nvSpPr>
        <p:spPr>
          <a:xfrm rot="1273451" flipH="1">
            <a:off x="-605275" y="-173790"/>
            <a:ext cx="1801196" cy="5166478"/>
          </a:xfrm>
          <a:custGeom>
            <a:avLst/>
            <a:gdLst/>
            <a:ahLst/>
            <a:cxnLst/>
            <a:rect l="l" t="t" r="r" b="b"/>
            <a:pathLst>
              <a:path w="12990" h="37260" fill="none" extrusionOk="0">
                <a:moveTo>
                  <a:pt x="1" y="37260"/>
                </a:moveTo>
                <a:cubicBezTo>
                  <a:pt x="2843" y="34285"/>
                  <a:pt x="4507" y="29922"/>
                  <a:pt x="3372" y="25978"/>
                </a:cubicBezTo>
                <a:cubicBezTo>
                  <a:pt x="2535" y="23037"/>
                  <a:pt x="232" y="20404"/>
                  <a:pt x="563" y="17374"/>
                </a:cubicBezTo>
                <a:cubicBezTo>
                  <a:pt x="739" y="15732"/>
                  <a:pt x="1796" y="14311"/>
                  <a:pt x="3174" y="13463"/>
                </a:cubicBezTo>
                <a:cubicBezTo>
                  <a:pt x="4650" y="12537"/>
                  <a:pt x="6192" y="12747"/>
                  <a:pt x="7614" y="11711"/>
                </a:cubicBezTo>
                <a:cubicBezTo>
                  <a:pt x="11657" y="8726"/>
                  <a:pt x="12990" y="4925"/>
                  <a:pt x="12516" y="0"/>
                </a:cubicBezTo>
              </a:path>
            </a:pathLst>
          </a:custGeom>
          <a:noFill/>
          <a:ln w="9525" cap="rnd" cmpd="sng">
            <a:solidFill>
              <a:schemeClr val="lt1"/>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54" name="Google Shape;354;p34"/>
          <p:cNvGrpSpPr/>
          <p:nvPr/>
        </p:nvGrpSpPr>
        <p:grpSpPr>
          <a:xfrm rot="6258052" flipH="1">
            <a:off x="-486122" y="-246455"/>
            <a:ext cx="1562498" cy="1572225"/>
            <a:chOff x="-233950" y="3442400"/>
            <a:chExt cx="1690575" cy="1701100"/>
          </a:xfrm>
        </p:grpSpPr>
        <p:sp>
          <p:nvSpPr>
            <p:cNvPr id="355" name="Google Shape;355;p34"/>
            <p:cNvSpPr/>
            <p:nvPr/>
          </p:nvSpPr>
          <p:spPr>
            <a:xfrm>
              <a:off x="686525" y="4253125"/>
              <a:ext cx="413175" cy="411000"/>
            </a:xfrm>
            <a:custGeom>
              <a:avLst/>
              <a:gdLst/>
              <a:ahLst/>
              <a:cxnLst/>
              <a:rect l="l" t="t" r="r" b="b"/>
              <a:pathLst>
                <a:path w="16527" h="16440" extrusionOk="0">
                  <a:moveTo>
                    <a:pt x="5165" y="1"/>
                  </a:moveTo>
                  <a:cubicBezTo>
                    <a:pt x="4021" y="1319"/>
                    <a:pt x="2864" y="2623"/>
                    <a:pt x="1700" y="3915"/>
                  </a:cubicBezTo>
                  <a:cubicBezTo>
                    <a:pt x="1138" y="4544"/>
                    <a:pt x="576" y="5159"/>
                    <a:pt x="0" y="5788"/>
                  </a:cubicBezTo>
                  <a:cubicBezTo>
                    <a:pt x="1158" y="6772"/>
                    <a:pt x="3801" y="9200"/>
                    <a:pt x="5299" y="10518"/>
                  </a:cubicBezTo>
                  <a:cubicBezTo>
                    <a:pt x="7567" y="12485"/>
                    <a:pt x="9822" y="14446"/>
                    <a:pt x="12064" y="16439"/>
                  </a:cubicBezTo>
                  <a:cubicBezTo>
                    <a:pt x="13683" y="14051"/>
                    <a:pt x="15175" y="11602"/>
                    <a:pt x="16526" y="9281"/>
                  </a:cubicBezTo>
                  <a:cubicBezTo>
                    <a:pt x="13362" y="5955"/>
                    <a:pt x="8323" y="1626"/>
                    <a:pt x="5165"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6" name="Google Shape;356;p34"/>
            <p:cNvSpPr/>
            <p:nvPr/>
          </p:nvSpPr>
          <p:spPr>
            <a:xfrm>
              <a:off x="254150" y="3860550"/>
              <a:ext cx="427050" cy="396625"/>
            </a:xfrm>
            <a:custGeom>
              <a:avLst/>
              <a:gdLst/>
              <a:ahLst/>
              <a:cxnLst/>
              <a:rect l="l" t="t" r="r" b="b"/>
              <a:pathLst>
                <a:path w="17082" h="15865" extrusionOk="0">
                  <a:moveTo>
                    <a:pt x="6818" y="1"/>
                  </a:moveTo>
                  <a:cubicBezTo>
                    <a:pt x="4429" y="1687"/>
                    <a:pt x="2128" y="3319"/>
                    <a:pt x="0" y="4965"/>
                  </a:cubicBezTo>
                  <a:cubicBezTo>
                    <a:pt x="2121" y="6892"/>
                    <a:pt x="4249" y="8819"/>
                    <a:pt x="6410" y="10706"/>
                  </a:cubicBezTo>
                  <a:cubicBezTo>
                    <a:pt x="8042" y="12144"/>
                    <a:pt x="10919" y="14820"/>
                    <a:pt x="12190" y="15864"/>
                  </a:cubicBezTo>
                  <a:cubicBezTo>
                    <a:pt x="13836" y="14158"/>
                    <a:pt x="15536" y="12439"/>
                    <a:pt x="17081" y="10880"/>
                  </a:cubicBezTo>
                  <a:cubicBezTo>
                    <a:pt x="15061" y="7969"/>
                    <a:pt x="10243" y="2945"/>
                    <a:pt x="6818" y="1"/>
                  </a:cubicBezTo>
                  <a:close/>
                </a:path>
              </a:pathLst>
            </a:custGeom>
            <a:solidFill>
              <a:schemeClr val="dk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7" name="Google Shape;357;p34"/>
            <p:cNvSpPr/>
            <p:nvPr/>
          </p:nvSpPr>
          <p:spPr>
            <a:xfrm>
              <a:off x="-233950" y="3860550"/>
              <a:ext cx="1336325" cy="1282950"/>
            </a:xfrm>
            <a:custGeom>
              <a:avLst/>
              <a:gdLst/>
              <a:ahLst/>
              <a:cxnLst/>
              <a:rect l="l" t="t" r="r" b="b"/>
              <a:pathLst>
                <a:path w="53453" h="51318" extrusionOk="0">
                  <a:moveTo>
                    <a:pt x="26375" y="141"/>
                  </a:moveTo>
                  <a:cubicBezTo>
                    <a:pt x="29607" y="2925"/>
                    <a:pt x="34451" y="7902"/>
                    <a:pt x="36572" y="10947"/>
                  </a:cubicBezTo>
                  <a:cubicBezTo>
                    <a:pt x="34785" y="12746"/>
                    <a:pt x="33146" y="14406"/>
                    <a:pt x="31708" y="15898"/>
                  </a:cubicBezTo>
                  <a:cubicBezTo>
                    <a:pt x="30162" y="17483"/>
                    <a:pt x="28322" y="19310"/>
                    <a:pt x="26549" y="21070"/>
                  </a:cubicBezTo>
                  <a:cubicBezTo>
                    <a:pt x="23231" y="24375"/>
                    <a:pt x="20086" y="27493"/>
                    <a:pt x="18541" y="29292"/>
                  </a:cubicBezTo>
                  <a:cubicBezTo>
                    <a:pt x="17028" y="31052"/>
                    <a:pt x="16252" y="33634"/>
                    <a:pt x="17912" y="35448"/>
                  </a:cubicBezTo>
                  <a:cubicBezTo>
                    <a:pt x="18775" y="36391"/>
                    <a:pt x="20140" y="36953"/>
                    <a:pt x="21565" y="36953"/>
                  </a:cubicBezTo>
                  <a:lnTo>
                    <a:pt x="21578" y="36953"/>
                  </a:lnTo>
                  <a:cubicBezTo>
                    <a:pt x="22729" y="36940"/>
                    <a:pt x="23886" y="36438"/>
                    <a:pt x="25010" y="35468"/>
                  </a:cubicBezTo>
                  <a:cubicBezTo>
                    <a:pt x="26201" y="34444"/>
                    <a:pt x="30557" y="29192"/>
                    <a:pt x="33735" y="25365"/>
                  </a:cubicBezTo>
                  <a:cubicBezTo>
                    <a:pt x="35247" y="23538"/>
                    <a:pt x="36445" y="22100"/>
                    <a:pt x="36893" y="21598"/>
                  </a:cubicBezTo>
                  <a:cubicBezTo>
                    <a:pt x="37401" y="21049"/>
                    <a:pt x="37997" y="20394"/>
                    <a:pt x="38599" y="19731"/>
                  </a:cubicBezTo>
                  <a:cubicBezTo>
                    <a:pt x="39616" y="18594"/>
                    <a:pt x="40820" y="17249"/>
                    <a:pt x="42031" y="15851"/>
                  </a:cubicBezTo>
                  <a:cubicBezTo>
                    <a:pt x="45256" y="17517"/>
                    <a:pt x="50234" y="21832"/>
                    <a:pt x="53312" y="25064"/>
                  </a:cubicBezTo>
                  <a:cubicBezTo>
                    <a:pt x="51659" y="27901"/>
                    <a:pt x="50247" y="30162"/>
                    <a:pt x="48869" y="32183"/>
                  </a:cubicBezTo>
                  <a:cubicBezTo>
                    <a:pt x="44828" y="38164"/>
                    <a:pt x="35669" y="48394"/>
                    <a:pt x="28309" y="50394"/>
                  </a:cubicBezTo>
                  <a:cubicBezTo>
                    <a:pt x="26409" y="50916"/>
                    <a:pt x="24294" y="51211"/>
                    <a:pt x="22107" y="51211"/>
                  </a:cubicBezTo>
                  <a:cubicBezTo>
                    <a:pt x="16814" y="51211"/>
                    <a:pt x="11127" y="49498"/>
                    <a:pt x="7220" y="45203"/>
                  </a:cubicBezTo>
                  <a:cubicBezTo>
                    <a:pt x="121" y="37435"/>
                    <a:pt x="2316" y="26221"/>
                    <a:pt x="6350" y="18982"/>
                  </a:cubicBezTo>
                  <a:cubicBezTo>
                    <a:pt x="8364" y="15383"/>
                    <a:pt x="15771" y="8070"/>
                    <a:pt x="19598" y="5079"/>
                  </a:cubicBezTo>
                  <a:cubicBezTo>
                    <a:pt x="21692" y="3460"/>
                    <a:pt x="23906" y="1888"/>
                    <a:pt x="26375" y="141"/>
                  </a:cubicBezTo>
                  <a:close/>
                  <a:moveTo>
                    <a:pt x="26382" y="1"/>
                  </a:moveTo>
                  <a:lnTo>
                    <a:pt x="26348" y="28"/>
                  </a:lnTo>
                  <a:cubicBezTo>
                    <a:pt x="23860" y="1780"/>
                    <a:pt x="21632" y="3359"/>
                    <a:pt x="19531" y="4992"/>
                  </a:cubicBezTo>
                  <a:cubicBezTo>
                    <a:pt x="15697" y="7989"/>
                    <a:pt x="8270" y="15322"/>
                    <a:pt x="6250" y="18929"/>
                  </a:cubicBezTo>
                  <a:cubicBezTo>
                    <a:pt x="2202" y="26201"/>
                    <a:pt x="1" y="37462"/>
                    <a:pt x="7133" y="45283"/>
                  </a:cubicBezTo>
                  <a:cubicBezTo>
                    <a:pt x="11074" y="49598"/>
                    <a:pt x="16788" y="51318"/>
                    <a:pt x="22113" y="51318"/>
                  </a:cubicBezTo>
                  <a:cubicBezTo>
                    <a:pt x="24301" y="51318"/>
                    <a:pt x="26429" y="51030"/>
                    <a:pt x="28342" y="50502"/>
                  </a:cubicBezTo>
                  <a:cubicBezTo>
                    <a:pt x="35722" y="48494"/>
                    <a:pt x="44908" y="38238"/>
                    <a:pt x="48963" y="32243"/>
                  </a:cubicBezTo>
                  <a:cubicBezTo>
                    <a:pt x="50341" y="30216"/>
                    <a:pt x="51766" y="27941"/>
                    <a:pt x="53425" y="25084"/>
                  </a:cubicBezTo>
                  <a:lnTo>
                    <a:pt x="53452" y="25050"/>
                  </a:lnTo>
                  <a:lnTo>
                    <a:pt x="53419" y="25024"/>
                  </a:lnTo>
                  <a:cubicBezTo>
                    <a:pt x="50321" y="21759"/>
                    <a:pt x="45283" y="17396"/>
                    <a:pt x="42045" y="15730"/>
                  </a:cubicBezTo>
                  <a:lnTo>
                    <a:pt x="42005" y="15710"/>
                  </a:lnTo>
                  <a:lnTo>
                    <a:pt x="41978" y="15744"/>
                  </a:lnTo>
                  <a:cubicBezTo>
                    <a:pt x="40753" y="17156"/>
                    <a:pt x="39542" y="18514"/>
                    <a:pt x="38512" y="19658"/>
                  </a:cubicBezTo>
                  <a:cubicBezTo>
                    <a:pt x="37917" y="20320"/>
                    <a:pt x="37321" y="20976"/>
                    <a:pt x="36813" y="21524"/>
                  </a:cubicBezTo>
                  <a:cubicBezTo>
                    <a:pt x="36358" y="22026"/>
                    <a:pt x="35160" y="23465"/>
                    <a:pt x="33648" y="25291"/>
                  </a:cubicBezTo>
                  <a:cubicBezTo>
                    <a:pt x="30470" y="29118"/>
                    <a:pt x="26121" y="34364"/>
                    <a:pt x="24937" y="35387"/>
                  </a:cubicBezTo>
                  <a:cubicBezTo>
                    <a:pt x="23833" y="36338"/>
                    <a:pt x="22702" y="36826"/>
                    <a:pt x="21578" y="36839"/>
                  </a:cubicBezTo>
                  <a:lnTo>
                    <a:pt x="21565" y="36839"/>
                  </a:lnTo>
                  <a:cubicBezTo>
                    <a:pt x="20166" y="36839"/>
                    <a:pt x="18835" y="36291"/>
                    <a:pt x="17999" y="35374"/>
                  </a:cubicBezTo>
                  <a:cubicBezTo>
                    <a:pt x="16379" y="33608"/>
                    <a:pt x="17149" y="31085"/>
                    <a:pt x="18621" y="29366"/>
                  </a:cubicBezTo>
                  <a:cubicBezTo>
                    <a:pt x="20173" y="27566"/>
                    <a:pt x="23304" y="24448"/>
                    <a:pt x="26629" y="21150"/>
                  </a:cubicBezTo>
                  <a:cubicBezTo>
                    <a:pt x="28403" y="19383"/>
                    <a:pt x="30236" y="17564"/>
                    <a:pt x="31788" y="15978"/>
                  </a:cubicBezTo>
                  <a:cubicBezTo>
                    <a:pt x="33240" y="14479"/>
                    <a:pt x="34886" y="12800"/>
                    <a:pt x="36679" y="10993"/>
                  </a:cubicBezTo>
                  <a:lnTo>
                    <a:pt x="36712" y="10960"/>
                  </a:lnTo>
                  <a:lnTo>
                    <a:pt x="36686" y="10927"/>
                  </a:lnTo>
                  <a:cubicBezTo>
                    <a:pt x="34571" y="7869"/>
                    <a:pt x="29667" y="2824"/>
                    <a:pt x="26415" y="34"/>
                  </a:cubicBezTo>
                  <a:lnTo>
                    <a:pt x="2638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8" name="Google Shape;358;p34"/>
            <p:cNvSpPr/>
            <p:nvPr/>
          </p:nvSpPr>
          <p:spPr>
            <a:xfrm>
              <a:off x="685350" y="4253300"/>
              <a:ext cx="417025" cy="414675"/>
            </a:xfrm>
            <a:custGeom>
              <a:avLst/>
              <a:gdLst/>
              <a:ahLst/>
              <a:cxnLst/>
              <a:rect l="l" t="t" r="r" b="b"/>
              <a:pathLst>
                <a:path w="16681" h="16587" extrusionOk="0">
                  <a:moveTo>
                    <a:pt x="5259" y="141"/>
                  </a:moveTo>
                  <a:cubicBezTo>
                    <a:pt x="8484" y="1807"/>
                    <a:pt x="13462" y="6122"/>
                    <a:pt x="16540" y="9354"/>
                  </a:cubicBezTo>
                  <a:cubicBezTo>
                    <a:pt x="14901" y="12164"/>
                    <a:pt x="13495" y="14412"/>
                    <a:pt x="12137" y="16419"/>
                  </a:cubicBezTo>
                  <a:cubicBezTo>
                    <a:pt x="9742" y="14298"/>
                    <a:pt x="7400" y="12258"/>
                    <a:pt x="5420" y="10545"/>
                  </a:cubicBezTo>
                  <a:cubicBezTo>
                    <a:pt x="4798" y="9996"/>
                    <a:pt x="3955" y="9233"/>
                    <a:pt x="3138" y="8497"/>
                  </a:cubicBezTo>
                  <a:cubicBezTo>
                    <a:pt x="2008" y="7480"/>
                    <a:pt x="844" y="6430"/>
                    <a:pt x="161" y="5848"/>
                  </a:cubicBezTo>
                  <a:cubicBezTo>
                    <a:pt x="663" y="5306"/>
                    <a:pt x="1245" y="4670"/>
                    <a:pt x="1827" y="4021"/>
                  </a:cubicBezTo>
                  <a:cubicBezTo>
                    <a:pt x="2844" y="2884"/>
                    <a:pt x="4048" y="1539"/>
                    <a:pt x="5259" y="141"/>
                  </a:cubicBezTo>
                  <a:close/>
                  <a:moveTo>
                    <a:pt x="5233" y="0"/>
                  </a:moveTo>
                  <a:lnTo>
                    <a:pt x="5206" y="34"/>
                  </a:lnTo>
                  <a:cubicBezTo>
                    <a:pt x="3981" y="1446"/>
                    <a:pt x="2770" y="2804"/>
                    <a:pt x="1740" y="3948"/>
                  </a:cubicBezTo>
                  <a:cubicBezTo>
                    <a:pt x="1145" y="4610"/>
                    <a:pt x="549" y="5266"/>
                    <a:pt x="41" y="5814"/>
                  </a:cubicBezTo>
                  <a:lnTo>
                    <a:pt x="0" y="5855"/>
                  </a:lnTo>
                  <a:lnTo>
                    <a:pt x="47" y="5895"/>
                  </a:lnTo>
                  <a:cubicBezTo>
                    <a:pt x="723" y="6463"/>
                    <a:pt x="1914" y="7541"/>
                    <a:pt x="3058" y="8578"/>
                  </a:cubicBezTo>
                  <a:cubicBezTo>
                    <a:pt x="3874" y="9314"/>
                    <a:pt x="4717" y="10076"/>
                    <a:pt x="5346" y="10625"/>
                  </a:cubicBezTo>
                  <a:cubicBezTo>
                    <a:pt x="7340" y="12351"/>
                    <a:pt x="9702" y="14405"/>
                    <a:pt x="12111" y="16546"/>
                  </a:cubicBezTo>
                  <a:lnTo>
                    <a:pt x="12157" y="16586"/>
                  </a:lnTo>
                  <a:lnTo>
                    <a:pt x="12191" y="16540"/>
                  </a:lnTo>
                  <a:cubicBezTo>
                    <a:pt x="13569" y="14506"/>
                    <a:pt x="14994" y="12231"/>
                    <a:pt x="16653" y="9374"/>
                  </a:cubicBezTo>
                  <a:lnTo>
                    <a:pt x="16680" y="9340"/>
                  </a:lnTo>
                  <a:lnTo>
                    <a:pt x="16647" y="9314"/>
                  </a:lnTo>
                  <a:cubicBezTo>
                    <a:pt x="13549" y="6049"/>
                    <a:pt x="8511" y="1686"/>
                    <a:pt x="5273" y="20"/>
                  </a:cubicBezTo>
                  <a:lnTo>
                    <a:pt x="523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9" name="Google Shape;359;p34"/>
            <p:cNvSpPr/>
            <p:nvPr/>
          </p:nvSpPr>
          <p:spPr>
            <a:xfrm>
              <a:off x="252975" y="3860550"/>
              <a:ext cx="430900" cy="400300"/>
            </a:xfrm>
            <a:custGeom>
              <a:avLst/>
              <a:gdLst/>
              <a:ahLst/>
              <a:cxnLst/>
              <a:rect l="l" t="t" r="r" b="b"/>
              <a:pathLst>
                <a:path w="17236" h="16012" extrusionOk="0">
                  <a:moveTo>
                    <a:pt x="6898" y="141"/>
                  </a:moveTo>
                  <a:cubicBezTo>
                    <a:pt x="10130" y="2925"/>
                    <a:pt x="14974" y="7902"/>
                    <a:pt x="17095" y="10947"/>
                  </a:cubicBezTo>
                  <a:cubicBezTo>
                    <a:pt x="15322" y="12726"/>
                    <a:pt x="13703" y="14379"/>
                    <a:pt x="12271" y="15864"/>
                  </a:cubicBezTo>
                  <a:cubicBezTo>
                    <a:pt x="11481" y="15209"/>
                    <a:pt x="10110" y="13964"/>
                    <a:pt x="8785" y="12766"/>
                  </a:cubicBezTo>
                  <a:cubicBezTo>
                    <a:pt x="7942" y="12004"/>
                    <a:pt x="7152" y="11288"/>
                    <a:pt x="6530" y="10739"/>
                  </a:cubicBezTo>
                  <a:cubicBezTo>
                    <a:pt x="4369" y="8846"/>
                    <a:pt x="2195" y="6885"/>
                    <a:pt x="174" y="5039"/>
                  </a:cubicBezTo>
                  <a:cubicBezTo>
                    <a:pt x="2248" y="3433"/>
                    <a:pt x="4449" y="1867"/>
                    <a:pt x="6898" y="141"/>
                  </a:cubicBezTo>
                  <a:close/>
                  <a:moveTo>
                    <a:pt x="6905" y="1"/>
                  </a:moveTo>
                  <a:lnTo>
                    <a:pt x="6871" y="28"/>
                  </a:lnTo>
                  <a:cubicBezTo>
                    <a:pt x="4383" y="1780"/>
                    <a:pt x="2155" y="3359"/>
                    <a:pt x="54" y="4992"/>
                  </a:cubicBezTo>
                  <a:lnTo>
                    <a:pt x="0" y="5032"/>
                  </a:lnTo>
                  <a:lnTo>
                    <a:pt x="47" y="5079"/>
                  </a:lnTo>
                  <a:cubicBezTo>
                    <a:pt x="2088" y="6932"/>
                    <a:pt x="4276" y="8913"/>
                    <a:pt x="6457" y="10820"/>
                  </a:cubicBezTo>
                  <a:cubicBezTo>
                    <a:pt x="7079" y="11368"/>
                    <a:pt x="7868" y="12091"/>
                    <a:pt x="8711" y="12847"/>
                  </a:cubicBezTo>
                  <a:cubicBezTo>
                    <a:pt x="10056" y="14071"/>
                    <a:pt x="11455" y="15329"/>
                    <a:pt x="12237" y="15978"/>
                  </a:cubicBezTo>
                  <a:lnTo>
                    <a:pt x="12278" y="16011"/>
                  </a:lnTo>
                  <a:lnTo>
                    <a:pt x="12311" y="15978"/>
                  </a:lnTo>
                  <a:cubicBezTo>
                    <a:pt x="13763" y="14479"/>
                    <a:pt x="15409" y="12800"/>
                    <a:pt x="17202" y="10993"/>
                  </a:cubicBezTo>
                  <a:lnTo>
                    <a:pt x="17235" y="10960"/>
                  </a:lnTo>
                  <a:lnTo>
                    <a:pt x="17209" y="10927"/>
                  </a:lnTo>
                  <a:cubicBezTo>
                    <a:pt x="15094" y="7869"/>
                    <a:pt x="10190" y="2824"/>
                    <a:pt x="6938" y="34"/>
                  </a:cubicBezTo>
                  <a:lnTo>
                    <a:pt x="6905"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34"/>
            <p:cNvSpPr/>
            <p:nvPr/>
          </p:nvSpPr>
          <p:spPr>
            <a:xfrm>
              <a:off x="1012350" y="3780100"/>
              <a:ext cx="217650" cy="427550"/>
            </a:xfrm>
            <a:custGeom>
              <a:avLst/>
              <a:gdLst/>
              <a:ahLst/>
              <a:cxnLst/>
              <a:rect l="l" t="t" r="r" b="b"/>
              <a:pathLst>
                <a:path w="8706" h="17102" extrusionOk="0">
                  <a:moveTo>
                    <a:pt x="8357" y="549"/>
                  </a:moveTo>
                  <a:lnTo>
                    <a:pt x="8357" y="549"/>
                  </a:lnTo>
                  <a:cubicBezTo>
                    <a:pt x="8270" y="750"/>
                    <a:pt x="8183" y="951"/>
                    <a:pt x="8103" y="1138"/>
                  </a:cubicBezTo>
                  <a:cubicBezTo>
                    <a:pt x="7146" y="3406"/>
                    <a:pt x="6564" y="4778"/>
                    <a:pt x="4711" y="7996"/>
                  </a:cubicBezTo>
                  <a:lnTo>
                    <a:pt x="4671" y="8076"/>
                  </a:lnTo>
                  <a:lnTo>
                    <a:pt x="4758" y="8083"/>
                  </a:lnTo>
                  <a:cubicBezTo>
                    <a:pt x="5862" y="8170"/>
                    <a:pt x="7133" y="8270"/>
                    <a:pt x="8357" y="8397"/>
                  </a:cubicBezTo>
                  <a:cubicBezTo>
                    <a:pt x="7682" y="9394"/>
                    <a:pt x="4416" y="12900"/>
                    <a:pt x="469" y="16526"/>
                  </a:cubicBezTo>
                  <a:cubicBezTo>
                    <a:pt x="1372" y="14994"/>
                    <a:pt x="2162" y="13797"/>
                    <a:pt x="2931" y="12639"/>
                  </a:cubicBezTo>
                  <a:cubicBezTo>
                    <a:pt x="3634" y="11575"/>
                    <a:pt x="4303" y="10572"/>
                    <a:pt x="4972" y="9421"/>
                  </a:cubicBezTo>
                  <a:lnTo>
                    <a:pt x="5019" y="9347"/>
                  </a:lnTo>
                  <a:lnTo>
                    <a:pt x="4932" y="9334"/>
                  </a:lnTo>
                  <a:cubicBezTo>
                    <a:pt x="4243" y="9267"/>
                    <a:pt x="3547" y="9234"/>
                    <a:pt x="2804" y="9194"/>
                  </a:cubicBezTo>
                  <a:cubicBezTo>
                    <a:pt x="2383" y="9173"/>
                    <a:pt x="1941" y="9153"/>
                    <a:pt x="1486" y="9127"/>
                  </a:cubicBezTo>
                  <a:cubicBezTo>
                    <a:pt x="3533" y="6089"/>
                    <a:pt x="5480" y="3654"/>
                    <a:pt x="8357" y="549"/>
                  </a:cubicBezTo>
                  <a:close/>
                  <a:moveTo>
                    <a:pt x="8705" y="1"/>
                  </a:moveTo>
                  <a:lnTo>
                    <a:pt x="8491" y="235"/>
                  </a:lnTo>
                  <a:cubicBezTo>
                    <a:pt x="5467" y="3493"/>
                    <a:pt x="3466" y="5989"/>
                    <a:pt x="1345" y="9140"/>
                  </a:cubicBezTo>
                  <a:lnTo>
                    <a:pt x="1292" y="9220"/>
                  </a:lnTo>
                  <a:lnTo>
                    <a:pt x="1386" y="9227"/>
                  </a:lnTo>
                  <a:cubicBezTo>
                    <a:pt x="1874" y="9260"/>
                    <a:pt x="2342" y="9287"/>
                    <a:pt x="2804" y="9307"/>
                  </a:cubicBezTo>
                  <a:cubicBezTo>
                    <a:pt x="3507" y="9341"/>
                    <a:pt x="4176" y="9374"/>
                    <a:pt x="4831" y="9441"/>
                  </a:cubicBezTo>
                  <a:cubicBezTo>
                    <a:pt x="4182" y="10558"/>
                    <a:pt x="3527" y="11542"/>
                    <a:pt x="2837" y="12579"/>
                  </a:cubicBezTo>
                  <a:cubicBezTo>
                    <a:pt x="2015" y="13817"/>
                    <a:pt x="1172" y="15095"/>
                    <a:pt x="181" y="16787"/>
                  </a:cubicBezTo>
                  <a:lnTo>
                    <a:pt x="1" y="17102"/>
                  </a:lnTo>
                  <a:lnTo>
                    <a:pt x="268" y="16861"/>
                  </a:lnTo>
                  <a:cubicBezTo>
                    <a:pt x="4457" y="13041"/>
                    <a:pt x="7942" y="9287"/>
                    <a:pt x="8498" y="8377"/>
                  </a:cubicBezTo>
                  <a:lnTo>
                    <a:pt x="8545" y="8304"/>
                  </a:lnTo>
                  <a:lnTo>
                    <a:pt x="8458" y="8297"/>
                  </a:lnTo>
                  <a:cubicBezTo>
                    <a:pt x="7240" y="8163"/>
                    <a:pt x="5962" y="8063"/>
                    <a:pt x="4851" y="7976"/>
                  </a:cubicBezTo>
                  <a:cubicBezTo>
                    <a:pt x="6678" y="4804"/>
                    <a:pt x="7253" y="3440"/>
                    <a:pt x="8210" y="1185"/>
                  </a:cubicBezTo>
                  <a:cubicBezTo>
                    <a:pt x="8324" y="904"/>
                    <a:pt x="8451" y="609"/>
                    <a:pt x="8585" y="295"/>
                  </a:cubicBezTo>
                  <a:lnTo>
                    <a:pt x="870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1" name="Google Shape;361;p34"/>
            <p:cNvSpPr/>
            <p:nvPr/>
          </p:nvSpPr>
          <p:spPr>
            <a:xfrm>
              <a:off x="1092300" y="3982000"/>
              <a:ext cx="364325" cy="312125"/>
            </a:xfrm>
            <a:custGeom>
              <a:avLst/>
              <a:gdLst/>
              <a:ahLst/>
              <a:cxnLst/>
              <a:rect l="l" t="t" r="r" b="b"/>
              <a:pathLst>
                <a:path w="14573" h="12485" extrusionOk="0">
                  <a:moveTo>
                    <a:pt x="14044" y="368"/>
                  </a:moveTo>
                  <a:lnTo>
                    <a:pt x="14044" y="368"/>
                  </a:lnTo>
                  <a:cubicBezTo>
                    <a:pt x="13884" y="522"/>
                    <a:pt x="13730" y="676"/>
                    <a:pt x="13583" y="823"/>
                  </a:cubicBezTo>
                  <a:cubicBezTo>
                    <a:pt x="11830" y="2556"/>
                    <a:pt x="10773" y="3600"/>
                    <a:pt x="7829" y="5868"/>
                  </a:cubicBezTo>
                  <a:lnTo>
                    <a:pt x="7762" y="5921"/>
                  </a:lnTo>
                  <a:lnTo>
                    <a:pt x="7836" y="5962"/>
                  </a:lnTo>
                  <a:cubicBezTo>
                    <a:pt x="8826" y="6457"/>
                    <a:pt x="9963" y="7039"/>
                    <a:pt x="11047" y="7621"/>
                  </a:cubicBezTo>
                  <a:cubicBezTo>
                    <a:pt x="10043" y="8290"/>
                    <a:pt x="5681" y="10284"/>
                    <a:pt x="650" y="12130"/>
                  </a:cubicBezTo>
                  <a:cubicBezTo>
                    <a:pt x="2075" y="11053"/>
                    <a:pt x="3259" y="10250"/>
                    <a:pt x="4410" y="9481"/>
                  </a:cubicBezTo>
                  <a:cubicBezTo>
                    <a:pt x="5467" y="8765"/>
                    <a:pt x="6471" y="8089"/>
                    <a:pt x="7528" y="7280"/>
                  </a:cubicBezTo>
                  <a:lnTo>
                    <a:pt x="7595" y="7226"/>
                  </a:lnTo>
                  <a:lnTo>
                    <a:pt x="7521" y="7186"/>
                  </a:lnTo>
                  <a:cubicBezTo>
                    <a:pt x="6906" y="6858"/>
                    <a:pt x="6277" y="6564"/>
                    <a:pt x="5614" y="6243"/>
                  </a:cubicBezTo>
                  <a:cubicBezTo>
                    <a:pt x="5226" y="6062"/>
                    <a:pt x="4831" y="5875"/>
                    <a:pt x="4423" y="5674"/>
                  </a:cubicBezTo>
                  <a:cubicBezTo>
                    <a:pt x="7468" y="3653"/>
                    <a:pt x="10197" y="2148"/>
                    <a:pt x="14044" y="368"/>
                  </a:cubicBezTo>
                  <a:close/>
                  <a:moveTo>
                    <a:pt x="14573" y="0"/>
                  </a:moveTo>
                  <a:lnTo>
                    <a:pt x="14285" y="134"/>
                  </a:lnTo>
                  <a:cubicBezTo>
                    <a:pt x="10251" y="1987"/>
                    <a:pt x="7441" y="3533"/>
                    <a:pt x="4276" y="5634"/>
                  </a:cubicBezTo>
                  <a:lnTo>
                    <a:pt x="4196" y="5687"/>
                  </a:lnTo>
                  <a:lnTo>
                    <a:pt x="4283" y="5734"/>
                  </a:lnTo>
                  <a:cubicBezTo>
                    <a:pt x="4724" y="5948"/>
                    <a:pt x="5153" y="6149"/>
                    <a:pt x="5561" y="6343"/>
                  </a:cubicBezTo>
                  <a:cubicBezTo>
                    <a:pt x="6203" y="6651"/>
                    <a:pt x="6805" y="6932"/>
                    <a:pt x="7394" y="7246"/>
                  </a:cubicBezTo>
                  <a:cubicBezTo>
                    <a:pt x="6357" y="8029"/>
                    <a:pt x="5380" y="8685"/>
                    <a:pt x="4350" y="9387"/>
                  </a:cubicBezTo>
                  <a:cubicBezTo>
                    <a:pt x="3119" y="10217"/>
                    <a:pt x="1847" y="11073"/>
                    <a:pt x="288" y="12264"/>
                  </a:cubicBezTo>
                  <a:lnTo>
                    <a:pt x="1" y="12485"/>
                  </a:lnTo>
                  <a:lnTo>
                    <a:pt x="342" y="12358"/>
                  </a:lnTo>
                  <a:cubicBezTo>
                    <a:pt x="5668" y="10424"/>
                    <a:pt x="10318" y="8290"/>
                    <a:pt x="11181" y="7661"/>
                  </a:cubicBezTo>
                  <a:lnTo>
                    <a:pt x="11254" y="7614"/>
                  </a:lnTo>
                  <a:lnTo>
                    <a:pt x="11181" y="7567"/>
                  </a:lnTo>
                  <a:cubicBezTo>
                    <a:pt x="10097" y="6985"/>
                    <a:pt x="8960" y="6403"/>
                    <a:pt x="7969" y="5901"/>
                  </a:cubicBezTo>
                  <a:cubicBezTo>
                    <a:pt x="10860" y="3667"/>
                    <a:pt x="11917" y="2623"/>
                    <a:pt x="13663" y="903"/>
                  </a:cubicBezTo>
                  <a:cubicBezTo>
                    <a:pt x="13877" y="689"/>
                    <a:pt x="14105" y="462"/>
                    <a:pt x="14345" y="221"/>
                  </a:cubicBezTo>
                  <a:lnTo>
                    <a:pt x="1457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2" name="Google Shape;362;p34"/>
            <p:cNvSpPr/>
            <p:nvPr/>
          </p:nvSpPr>
          <p:spPr>
            <a:xfrm>
              <a:off x="638850" y="3442400"/>
              <a:ext cx="199750" cy="440250"/>
            </a:xfrm>
            <a:custGeom>
              <a:avLst/>
              <a:gdLst/>
              <a:ahLst/>
              <a:cxnLst/>
              <a:rect l="l" t="t" r="r" b="b"/>
              <a:pathLst>
                <a:path w="7990" h="17610" extrusionOk="0">
                  <a:moveTo>
                    <a:pt x="7320" y="562"/>
                  </a:moveTo>
                  <a:cubicBezTo>
                    <a:pt x="7240" y="776"/>
                    <a:pt x="7173" y="977"/>
                    <a:pt x="7106" y="1171"/>
                  </a:cubicBezTo>
                  <a:cubicBezTo>
                    <a:pt x="6290" y="3493"/>
                    <a:pt x="5795" y="4898"/>
                    <a:pt x="4142" y="8223"/>
                  </a:cubicBezTo>
                  <a:lnTo>
                    <a:pt x="4102" y="8303"/>
                  </a:lnTo>
                  <a:lnTo>
                    <a:pt x="4189" y="8303"/>
                  </a:lnTo>
                  <a:cubicBezTo>
                    <a:pt x="5293" y="8323"/>
                    <a:pt x="6571" y="8343"/>
                    <a:pt x="7802" y="8397"/>
                  </a:cubicBezTo>
                  <a:cubicBezTo>
                    <a:pt x="7193" y="9434"/>
                    <a:pt x="4149" y="13141"/>
                    <a:pt x="435" y="17001"/>
                  </a:cubicBezTo>
                  <a:cubicBezTo>
                    <a:pt x="1238" y="15415"/>
                    <a:pt x="1954" y="14171"/>
                    <a:pt x="2650" y="12973"/>
                  </a:cubicBezTo>
                  <a:cubicBezTo>
                    <a:pt x="3292" y="11869"/>
                    <a:pt x="3894" y="10819"/>
                    <a:pt x="4490" y="9628"/>
                  </a:cubicBezTo>
                  <a:lnTo>
                    <a:pt x="4530" y="9554"/>
                  </a:lnTo>
                  <a:lnTo>
                    <a:pt x="4443" y="9548"/>
                  </a:lnTo>
                  <a:cubicBezTo>
                    <a:pt x="4095" y="9534"/>
                    <a:pt x="3747" y="9528"/>
                    <a:pt x="3393" y="9528"/>
                  </a:cubicBezTo>
                  <a:cubicBezTo>
                    <a:pt x="3045" y="9528"/>
                    <a:pt x="2683" y="9534"/>
                    <a:pt x="2315" y="9541"/>
                  </a:cubicBezTo>
                  <a:cubicBezTo>
                    <a:pt x="1887" y="9548"/>
                    <a:pt x="1452" y="9548"/>
                    <a:pt x="997" y="9548"/>
                  </a:cubicBezTo>
                  <a:cubicBezTo>
                    <a:pt x="2851" y="6396"/>
                    <a:pt x="4644" y="3847"/>
                    <a:pt x="7320" y="562"/>
                  </a:cubicBezTo>
                  <a:close/>
                  <a:moveTo>
                    <a:pt x="7635" y="0"/>
                  </a:moveTo>
                  <a:lnTo>
                    <a:pt x="7434" y="248"/>
                  </a:lnTo>
                  <a:cubicBezTo>
                    <a:pt x="4617" y="3680"/>
                    <a:pt x="2770" y="6296"/>
                    <a:pt x="850" y="9575"/>
                  </a:cubicBezTo>
                  <a:lnTo>
                    <a:pt x="803" y="9662"/>
                  </a:lnTo>
                  <a:lnTo>
                    <a:pt x="897" y="9662"/>
                  </a:lnTo>
                  <a:cubicBezTo>
                    <a:pt x="1385" y="9662"/>
                    <a:pt x="1860" y="9655"/>
                    <a:pt x="2315" y="9648"/>
                  </a:cubicBezTo>
                  <a:cubicBezTo>
                    <a:pt x="2670" y="9645"/>
                    <a:pt x="3013" y="9641"/>
                    <a:pt x="3351" y="9641"/>
                  </a:cubicBezTo>
                  <a:cubicBezTo>
                    <a:pt x="3689" y="9641"/>
                    <a:pt x="4022" y="9645"/>
                    <a:pt x="4356" y="9655"/>
                  </a:cubicBezTo>
                  <a:cubicBezTo>
                    <a:pt x="3767" y="10812"/>
                    <a:pt x="3179" y="11836"/>
                    <a:pt x="2556" y="12913"/>
                  </a:cubicBezTo>
                  <a:cubicBezTo>
                    <a:pt x="1814" y="14198"/>
                    <a:pt x="1044" y="15529"/>
                    <a:pt x="168" y="17282"/>
                  </a:cubicBezTo>
                  <a:lnTo>
                    <a:pt x="0" y="17610"/>
                  </a:lnTo>
                  <a:lnTo>
                    <a:pt x="255" y="17349"/>
                  </a:lnTo>
                  <a:cubicBezTo>
                    <a:pt x="4196" y="13274"/>
                    <a:pt x="7440" y="9314"/>
                    <a:pt x="7942" y="8370"/>
                  </a:cubicBezTo>
                  <a:lnTo>
                    <a:pt x="7989" y="8297"/>
                  </a:lnTo>
                  <a:lnTo>
                    <a:pt x="7895" y="8290"/>
                  </a:lnTo>
                  <a:cubicBezTo>
                    <a:pt x="6671" y="8236"/>
                    <a:pt x="5393" y="8216"/>
                    <a:pt x="4282" y="8196"/>
                  </a:cubicBezTo>
                  <a:cubicBezTo>
                    <a:pt x="5908" y="4918"/>
                    <a:pt x="6397" y="3520"/>
                    <a:pt x="7206" y="1211"/>
                  </a:cubicBezTo>
                  <a:cubicBezTo>
                    <a:pt x="7307" y="924"/>
                    <a:pt x="7414" y="622"/>
                    <a:pt x="7527" y="301"/>
                  </a:cubicBezTo>
                  <a:lnTo>
                    <a:pt x="763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363" name="Google Shape;363;p34"/>
          <p:cNvGrpSpPr/>
          <p:nvPr/>
        </p:nvGrpSpPr>
        <p:grpSpPr>
          <a:xfrm rot="649780" flipH="1">
            <a:off x="319795" y="3865653"/>
            <a:ext cx="318447" cy="674736"/>
            <a:chOff x="4749876" y="4671790"/>
            <a:chExt cx="294599" cy="624160"/>
          </a:xfrm>
        </p:grpSpPr>
        <p:sp>
          <p:nvSpPr>
            <p:cNvPr id="364" name="Google Shape;364;p34"/>
            <p:cNvSpPr/>
            <p:nvPr/>
          </p:nvSpPr>
          <p:spPr>
            <a:xfrm rot="9903960">
              <a:off x="4784503" y="4695789"/>
              <a:ext cx="225345" cy="298268"/>
            </a:xfrm>
            <a:custGeom>
              <a:avLst/>
              <a:gdLst/>
              <a:ahLst/>
              <a:cxnLst/>
              <a:rect l="l" t="t" r="r" b="b"/>
              <a:pathLst>
                <a:path w="9014" h="11931" extrusionOk="0">
                  <a:moveTo>
                    <a:pt x="0" y="0"/>
                  </a:moveTo>
                  <a:lnTo>
                    <a:pt x="1326" y="11931"/>
                  </a:lnTo>
                  <a:lnTo>
                    <a:pt x="9014" y="3182"/>
                  </a:lnTo>
                </a:path>
              </a:pathLst>
            </a:custGeom>
            <a:noFill/>
            <a:ln w="19050" cap="flat" cmpd="sng">
              <a:solidFill>
                <a:schemeClr val="dk1"/>
              </a:solidFill>
              <a:prstDash val="solid"/>
              <a:round/>
              <a:headEnd type="none" w="sm" len="sm"/>
              <a:tailEnd type="none" w="sm" len="sm"/>
            </a:ln>
          </p:spPr>
        </p:sp>
        <p:sp>
          <p:nvSpPr>
            <p:cNvPr id="365" name="Google Shape;365;p34"/>
            <p:cNvSpPr/>
            <p:nvPr/>
          </p:nvSpPr>
          <p:spPr>
            <a:xfrm>
              <a:off x="4905975" y="4692775"/>
              <a:ext cx="26500" cy="603175"/>
            </a:xfrm>
            <a:custGeom>
              <a:avLst/>
              <a:gdLst/>
              <a:ahLst/>
              <a:cxnLst/>
              <a:rect l="l" t="t" r="r" b="b"/>
              <a:pathLst>
                <a:path w="1060" h="24127" extrusionOk="0">
                  <a:moveTo>
                    <a:pt x="1060" y="0"/>
                  </a:moveTo>
                  <a:cubicBezTo>
                    <a:pt x="1060" y="8050"/>
                    <a:pt x="0" y="16077"/>
                    <a:pt x="0" y="24127"/>
                  </a:cubicBezTo>
                </a:path>
              </a:pathLst>
            </a:cu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6" name="Google Shape;366;p34"/>
          <p:cNvGrpSpPr/>
          <p:nvPr/>
        </p:nvGrpSpPr>
        <p:grpSpPr>
          <a:xfrm flipH="1">
            <a:off x="8467046" y="4335086"/>
            <a:ext cx="816837" cy="1158883"/>
            <a:chOff x="8364275" y="178263"/>
            <a:chExt cx="779722" cy="1106227"/>
          </a:xfrm>
        </p:grpSpPr>
        <p:sp>
          <p:nvSpPr>
            <p:cNvPr id="367" name="Google Shape;367;p34"/>
            <p:cNvSpPr/>
            <p:nvPr/>
          </p:nvSpPr>
          <p:spPr>
            <a:xfrm>
              <a:off x="8446487" y="269667"/>
              <a:ext cx="607665" cy="564910"/>
            </a:xfrm>
            <a:custGeom>
              <a:avLst/>
              <a:gdLst/>
              <a:ahLst/>
              <a:cxnLst/>
              <a:rect l="l" t="t" r="r" b="b"/>
              <a:pathLst>
                <a:path w="7007" h="6514" extrusionOk="0">
                  <a:moveTo>
                    <a:pt x="3516" y="0"/>
                  </a:moveTo>
                  <a:cubicBezTo>
                    <a:pt x="3337" y="0"/>
                    <a:pt x="3157" y="15"/>
                    <a:pt x="2975" y="46"/>
                  </a:cubicBezTo>
                  <a:cubicBezTo>
                    <a:pt x="1201" y="343"/>
                    <a:pt x="0" y="2018"/>
                    <a:pt x="298" y="3791"/>
                  </a:cubicBezTo>
                  <a:cubicBezTo>
                    <a:pt x="555" y="5383"/>
                    <a:pt x="1930" y="6514"/>
                    <a:pt x="3491" y="6514"/>
                  </a:cubicBezTo>
                  <a:cubicBezTo>
                    <a:pt x="3670" y="6514"/>
                    <a:pt x="3851" y="6499"/>
                    <a:pt x="4032" y="6468"/>
                  </a:cubicBezTo>
                  <a:cubicBezTo>
                    <a:pt x="5806" y="6182"/>
                    <a:pt x="7007" y="4496"/>
                    <a:pt x="6720" y="2723"/>
                  </a:cubicBezTo>
                  <a:cubicBezTo>
                    <a:pt x="6454" y="1131"/>
                    <a:pt x="5077" y="0"/>
                    <a:pt x="3516" y="0"/>
                  </a:cubicBezTo>
                  <a:close/>
                </a:path>
              </a:pathLst>
            </a:cu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8" name="Google Shape;368;p34"/>
            <p:cNvSpPr/>
            <p:nvPr/>
          </p:nvSpPr>
          <p:spPr>
            <a:xfrm>
              <a:off x="8569719" y="391685"/>
              <a:ext cx="307691" cy="538373"/>
            </a:xfrm>
            <a:custGeom>
              <a:avLst/>
              <a:gdLst/>
              <a:ahLst/>
              <a:cxnLst/>
              <a:rect l="l" t="t" r="r" b="b"/>
              <a:pathLst>
                <a:path w="3548" h="6208" extrusionOk="0">
                  <a:moveTo>
                    <a:pt x="3074" y="170"/>
                  </a:moveTo>
                  <a:cubicBezTo>
                    <a:pt x="3096" y="181"/>
                    <a:pt x="3129" y="192"/>
                    <a:pt x="3151" y="203"/>
                  </a:cubicBezTo>
                  <a:cubicBezTo>
                    <a:pt x="3394" y="368"/>
                    <a:pt x="3261" y="721"/>
                    <a:pt x="3162" y="897"/>
                  </a:cubicBezTo>
                  <a:cubicBezTo>
                    <a:pt x="3041" y="1106"/>
                    <a:pt x="2865" y="1283"/>
                    <a:pt x="2633" y="1415"/>
                  </a:cubicBezTo>
                  <a:cubicBezTo>
                    <a:pt x="2633" y="1338"/>
                    <a:pt x="2633" y="1261"/>
                    <a:pt x="2622" y="1194"/>
                  </a:cubicBezTo>
                  <a:cubicBezTo>
                    <a:pt x="2622" y="1150"/>
                    <a:pt x="2622" y="1106"/>
                    <a:pt x="2622" y="1062"/>
                  </a:cubicBezTo>
                  <a:cubicBezTo>
                    <a:pt x="2600" y="699"/>
                    <a:pt x="2589" y="324"/>
                    <a:pt x="2942" y="192"/>
                  </a:cubicBezTo>
                  <a:cubicBezTo>
                    <a:pt x="2986" y="181"/>
                    <a:pt x="3019" y="170"/>
                    <a:pt x="3041" y="170"/>
                  </a:cubicBezTo>
                  <a:close/>
                  <a:moveTo>
                    <a:pt x="595" y="765"/>
                  </a:moveTo>
                  <a:cubicBezTo>
                    <a:pt x="694" y="776"/>
                    <a:pt x="782" y="809"/>
                    <a:pt x="871" y="842"/>
                  </a:cubicBezTo>
                  <a:cubicBezTo>
                    <a:pt x="1245" y="996"/>
                    <a:pt x="1488" y="1305"/>
                    <a:pt x="1653" y="1679"/>
                  </a:cubicBezTo>
                  <a:cubicBezTo>
                    <a:pt x="1614" y="1682"/>
                    <a:pt x="1575" y="1684"/>
                    <a:pt x="1536" y="1684"/>
                  </a:cubicBezTo>
                  <a:cubicBezTo>
                    <a:pt x="1442" y="1684"/>
                    <a:pt x="1346" y="1676"/>
                    <a:pt x="1245" y="1668"/>
                  </a:cubicBezTo>
                  <a:cubicBezTo>
                    <a:pt x="1201" y="1668"/>
                    <a:pt x="1146" y="1657"/>
                    <a:pt x="1091" y="1657"/>
                  </a:cubicBezTo>
                  <a:cubicBezTo>
                    <a:pt x="805" y="1635"/>
                    <a:pt x="507" y="1624"/>
                    <a:pt x="309" y="1415"/>
                  </a:cubicBezTo>
                  <a:cubicBezTo>
                    <a:pt x="210" y="1305"/>
                    <a:pt x="177" y="1139"/>
                    <a:pt x="243" y="996"/>
                  </a:cubicBezTo>
                  <a:cubicBezTo>
                    <a:pt x="298" y="864"/>
                    <a:pt x="441" y="765"/>
                    <a:pt x="595" y="765"/>
                  </a:cubicBezTo>
                  <a:close/>
                  <a:moveTo>
                    <a:pt x="3052" y="0"/>
                  </a:moveTo>
                  <a:cubicBezTo>
                    <a:pt x="3000" y="0"/>
                    <a:pt x="2943" y="11"/>
                    <a:pt x="2887" y="27"/>
                  </a:cubicBezTo>
                  <a:cubicBezTo>
                    <a:pt x="2402" y="203"/>
                    <a:pt x="2435" y="710"/>
                    <a:pt x="2446" y="1073"/>
                  </a:cubicBezTo>
                  <a:cubicBezTo>
                    <a:pt x="2446" y="1117"/>
                    <a:pt x="2457" y="1161"/>
                    <a:pt x="2457" y="1194"/>
                  </a:cubicBezTo>
                  <a:cubicBezTo>
                    <a:pt x="2457" y="1294"/>
                    <a:pt x="2457" y="1393"/>
                    <a:pt x="2468" y="1503"/>
                  </a:cubicBezTo>
                  <a:cubicBezTo>
                    <a:pt x="2424" y="1525"/>
                    <a:pt x="2369" y="1536"/>
                    <a:pt x="2325" y="1558"/>
                  </a:cubicBezTo>
                  <a:cubicBezTo>
                    <a:pt x="2171" y="1613"/>
                    <a:pt x="2005" y="1646"/>
                    <a:pt x="1829" y="1668"/>
                  </a:cubicBezTo>
                  <a:cubicBezTo>
                    <a:pt x="1653" y="1239"/>
                    <a:pt x="1366" y="864"/>
                    <a:pt x="937" y="688"/>
                  </a:cubicBezTo>
                  <a:cubicBezTo>
                    <a:pt x="838" y="644"/>
                    <a:pt x="716" y="600"/>
                    <a:pt x="595" y="600"/>
                  </a:cubicBezTo>
                  <a:cubicBezTo>
                    <a:pt x="375" y="600"/>
                    <a:pt x="177" y="732"/>
                    <a:pt x="88" y="930"/>
                  </a:cubicBezTo>
                  <a:cubicBezTo>
                    <a:pt x="0" y="1128"/>
                    <a:pt x="44" y="1371"/>
                    <a:pt x="188" y="1536"/>
                  </a:cubicBezTo>
                  <a:cubicBezTo>
                    <a:pt x="419" y="1789"/>
                    <a:pt x="771" y="1811"/>
                    <a:pt x="1080" y="1833"/>
                  </a:cubicBezTo>
                  <a:cubicBezTo>
                    <a:pt x="1135" y="1833"/>
                    <a:pt x="1179" y="1833"/>
                    <a:pt x="1234" y="1844"/>
                  </a:cubicBezTo>
                  <a:cubicBezTo>
                    <a:pt x="1317" y="1850"/>
                    <a:pt x="1399" y="1853"/>
                    <a:pt x="1482" y="1853"/>
                  </a:cubicBezTo>
                  <a:cubicBezTo>
                    <a:pt x="1565" y="1853"/>
                    <a:pt x="1647" y="1850"/>
                    <a:pt x="1730" y="1844"/>
                  </a:cubicBezTo>
                  <a:cubicBezTo>
                    <a:pt x="1939" y="2395"/>
                    <a:pt x="2005" y="3056"/>
                    <a:pt x="2060" y="3563"/>
                  </a:cubicBezTo>
                  <a:cubicBezTo>
                    <a:pt x="2171" y="4720"/>
                    <a:pt x="2215" y="5601"/>
                    <a:pt x="2182" y="6196"/>
                  </a:cubicBezTo>
                  <a:lnTo>
                    <a:pt x="2358" y="6207"/>
                  </a:lnTo>
                  <a:cubicBezTo>
                    <a:pt x="2391" y="5612"/>
                    <a:pt x="2347" y="4709"/>
                    <a:pt x="2226" y="3541"/>
                  </a:cubicBezTo>
                  <a:cubicBezTo>
                    <a:pt x="2171" y="3067"/>
                    <a:pt x="2105" y="2406"/>
                    <a:pt x="1895" y="1833"/>
                  </a:cubicBezTo>
                  <a:cubicBezTo>
                    <a:pt x="2071" y="1811"/>
                    <a:pt x="2226" y="1767"/>
                    <a:pt x="2380" y="1723"/>
                  </a:cubicBezTo>
                  <a:cubicBezTo>
                    <a:pt x="2413" y="1701"/>
                    <a:pt x="2446" y="1690"/>
                    <a:pt x="2479" y="1679"/>
                  </a:cubicBezTo>
                  <a:cubicBezTo>
                    <a:pt x="2501" y="1999"/>
                    <a:pt x="2534" y="2318"/>
                    <a:pt x="2578" y="2671"/>
                  </a:cubicBezTo>
                  <a:cubicBezTo>
                    <a:pt x="2710" y="3662"/>
                    <a:pt x="2920" y="4731"/>
                    <a:pt x="3250" y="6053"/>
                  </a:cubicBezTo>
                  <a:lnTo>
                    <a:pt x="3416" y="6020"/>
                  </a:lnTo>
                  <a:cubicBezTo>
                    <a:pt x="3085" y="4698"/>
                    <a:pt x="2876" y="3629"/>
                    <a:pt x="2755" y="2649"/>
                  </a:cubicBezTo>
                  <a:cubicBezTo>
                    <a:pt x="2699" y="2274"/>
                    <a:pt x="2666" y="1933"/>
                    <a:pt x="2644" y="1602"/>
                  </a:cubicBezTo>
                  <a:cubicBezTo>
                    <a:pt x="2931" y="1448"/>
                    <a:pt x="3162" y="1239"/>
                    <a:pt x="3316" y="974"/>
                  </a:cubicBezTo>
                  <a:cubicBezTo>
                    <a:pt x="3493" y="677"/>
                    <a:pt x="3548" y="258"/>
                    <a:pt x="3250" y="60"/>
                  </a:cubicBezTo>
                  <a:cubicBezTo>
                    <a:pt x="3206" y="38"/>
                    <a:pt x="3151" y="16"/>
                    <a:pt x="3107" y="5"/>
                  </a:cubicBezTo>
                  <a:cubicBezTo>
                    <a:pt x="3089" y="2"/>
                    <a:pt x="3071" y="0"/>
                    <a:pt x="3052" y="0"/>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34"/>
            <p:cNvSpPr/>
            <p:nvPr/>
          </p:nvSpPr>
          <p:spPr>
            <a:xfrm>
              <a:off x="8659476" y="888862"/>
              <a:ext cx="364148" cy="395628"/>
            </a:xfrm>
            <a:custGeom>
              <a:avLst/>
              <a:gdLst/>
              <a:ahLst/>
              <a:cxnLst/>
              <a:rect l="l" t="t" r="r" b="b"/>
              <a:pathLst>
                <a:path w="4199" h="4562" extrusionOk="0">
                  <a:moveTo>
                    <a:pt x="3559" y="199"/>
                  </a:moveTo>
                  <a:lnTo>
                    <a:pt x="3956" y="2578"/>
                  </a:lnTo>
                  <a:cubicBezTo>
                    <a:pt x="4022" y="2975"/>
                    <a:pt x="3923" y="3372"/>
                    <a:pt x="3692" y="3691"/>
                  </a:cubicBezTo>
                  <a:cubicBezTo>
                    <a:pt x="3460" y="4022"/>
                    <a:pt x="3119" y="4231"/>
                    <a:pt x="2722" y="4297"/>
                  </a:cubicBezTo>
                  <a:lnTo>
                    <a:pt x="2314" y="4363"/>
                  </a:lnTo>
                  <a:cubicBezTo>
                    <a:pt x="2229" y="4378"/>
                    <a:pt x="2144" y="4386"/>
                    <a:pt x="2060" y="4386"/>
                  </a:cubicBezTo>
                  <a:cubicBezTo>
                    <a:pt x="1344" y="4386"/>
                    <a:pt x="714" y="3859"/>
                    <a:pt x="596" y="3129"/>
                  </a:cubicBezTo>
                  <a:lnTo>
                    <a:pt x="199" y="761"/>
                  </a:lnTo>
                  <a:lnTo>
                    <a:pt x="3559" y="199"/>
                  </a:lnTo>
                  <a:close/>
                  <a:moveTo>
                    <a:pt x="3703" y="0"/>
                  </a:moveTo>
                  <a:lnTo>
                    <a:pt x="1" y="617"/>
                  </a:lnTo>
                  <a:lnTo>
                    <a:pt x="420" y="3162"/>
                  </a:lnTo>
                  <a:cubicBezTo>
                    <a:pt x="563" y="3978"/>
                    <a:pt x="1268" y="4562"/>
                    <a:pt x="2072" y="4562"/>
                  </a:cubicBezTo>
                  <a:cubicBezTo>
                    <a:pt x="2160" y="4562"/>
                    <a:pt x="2248" y="4551"/>
                    <a:pt x="2348" y="4540"/>
                  </a:cubicBezTo>
                  <a:lnTo>
                    <a:pt x="2744" y="4473"/>
                  </a:lnTo>
                  <a:cubicBezTo>
                    <a:pt x="3185" y="4396"/>
                    <a:pt x="3570" y="4154"/>
                    <a:pt x="3835" y="3790"/>
                  </a:cubicBezTo>
                  <a:cubicBezTo>
                    <a:pt x="4088" y="3427"/>
                    <a:pt x="4198" y="2986"/>
                    <a:pt x="4121" y="2545"/>
                  </a:cubicBezTo>
                  <a:lnTo>
                    <a:pt x="3703"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0" name="Google Shape;370;p34"/>
            <p:cNvSpPr/>
            <p:nvPr/>
          </p:nvSpPr>
          <p:spPr>
            <a:xfrm>
              <a:off x="8701537" y="1103846"/>
              <a:ext cx="303962" cy="64088"/>
            </a:xfrm>
            <a:custGeom>
              <a:avLst/>
              <a:gdLst/>
              <a:ahLst/>
              <a:cxnLst/>
              <a:rect l="l" t="t" r="r" b="b"/>
              <a:pathLst>
                <a:path w="3505" h="739" extrusionOk="0">
                  <a:moveTo>
                    <a:pt x="3471" y="0"/>
                  </a:moveTo>
                  <a:lnTo>
                    <a:pt x="1" y="573"/>
                  </a:lnTo>
                  <a:lnTo>
                    <a:pt x="34" y="738"/>
                  </a:lnTo>
                  <a:lnTo>
                    <a:pt x="3504" y="166"/>
                  </a:lnTo>
                  <a:lnTo>
                    <a:pt x="3471"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1" name="Google Shape;371;p34"/>
            <p:cNvSpPr/>
            <p:nvPr/>
          </p:nvSpPr>
          <p:spPr>
            <a:xfrm>
              <a:off x="8696767" y="1038891"/>
              <a:ext cx="301014" cy="64088"/>
            </a:xfrm>
            <a:custGeom>
              <a:avLst/>
              <a:gdLst/>
              <a:ahLst/>
              <a:cxnLst/>
              <a:rect l="l" t="t" r="r" b="b"/>
              <a:pathLst>
                <a:path w="3471" h="739" extrusionOk="0">
                  <a:moveTo>
                    <a:pt x="3449" y="0"/>
                  </a:moveTo>
                  <a:lnTo>
                    <a:pt x="1" y="573"/>
                  </a:lnTo>
                  <a:lnTo>
                    <a:pt x="23" y="738"/>
                  </a:lnTo>
                  <a:lnTo>
                    <a:pt x="3471" y="165"/>
                  </a:lnTo>
                  <a:lnTo>
                    <a:pt x="3449" y="0"/>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2" name="Google Shape;372;p34"/>
            <p:cNvSpPr/>
            <p:nvPr/>
          </p:nvSpPr>
          <p:spPr>
            <a:xfrm>
              <a:off x="8683412" y="960494"/>
              <a:ext cx="301968" cy="64088"/>
            </a:xfrm>
            <a:custGeom>
              <a:avLst/>
              <a:gdLst/>
              <a:ahLst/>
              <a:cxnLst/>
              <a:rect l="l" t="t" r="r" b="b"/>
              <a:pathLst>
                <a:path w="3482" h="739" extrusionOk="0">
                  <a:moveTo>
                    <a:pt x="3449" y="1"/>
                  </a:moveTo>
                  <a:lnTo>
                    <a:pt x="0" y="574"/>
                  </a:lnTo>
                  <a:lnTo>
                    <a:pt x="22" y="739"/>
                  </a:lnTo>
                  <a:lnTo>
                    <a:pt x="3482" y="166"/>
                  </a:lnTo>
                  <a:lnTo>
                    <a:pt x="3449" y="1"/>
                  </a:ln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3" name="Google Shape;373;p34"/>
            <p:cNvSpPr/>
            <p:nvPr/>
          </p:nvSpPr>
          <p:spPr>
            <a:xfrm>
              <a:off x="8747413" y="1179814"/>
              <a:ext cx="250368" cy="70245"/>
            </a:xfrm>
            <a:custGeom>
              <a:avLst/>
              <a:gdLst/>
              <a:ahLst/>
              <a:cxnLst/>
              <a:rect l="l" t="t" r="r" b="b"/>
              <a:pathLst>
                <a:path w="2887" h="810" extrusionOk="0">
                  <a:moveTo>
                    <a:pt x="2047" y="1"/>
                  </a:moveTo>
                  <a:cubicBezTo>
                    <a:pt x="1565" y="1"/>
                    <a:pt x="1082" y="94"/>
                    <a:pt x="628" y="281"/>
                  </a:cubicBezTo>
                  <a:cubicBezTo>
                    <a:pt x="441" y="358"/>
                    <a:pt x="177" y="479"/>
                    <a:pt x="0" y="711"/>
                  </a:cubicBezTo>
                  <a:lnTo>
                    <a:pt x="144" y="810"/>
                  </a:lnTo>
                  <a:cubicBezTo>
                    <a:pt x="254" y="667"/>
                    <a:pt x="430" y="546"/>
                    <a:pt x="695" y="435"/>
                  </a:cubicBezTo>
                  <a:cubicBezTo>
                    <a:pt x="1120" y="267"/>
                    <a:pt x="1581" y="177"/>
                    <a:pt x="2044" y="177"/>
                  </a:cubicBezTo>
                  <a:cubicBezTo>
                    <a:pt x="2156" y="177"/>
                    <a:pt x="2268" y="182"/>
                    <a:pt x="2380" y="193"/>
                  </a:cubicBezTo>
                  <a:cubicBezTo>
                    <a:pt x="2512" y="204"/>
                    <a:pt x="2667" y="226"/>
                    <a:pt x="2810" y="292"/>
                  </a:cubicBezTo>
                  <a:lnTo>
                    <a:pt x="2887" y="138"/>
                  </a:lnTo>
                  <a:cubicBezTo>
                    <a:pt x="2722" y="61"/>
                    <a:pt x="2545" y="28"/>
                    <a:pt x="2391" y="17"/>
                  </a:cubicBezTo>
                  <a:cubicBezTo>
                    <a:pt x="2277" y="6"/>
                    <a:pt x="2162" y="1"/>
                    <a:pt x="2047"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4" name="Google Shape;374;p34"/>
            <p:cNvSpPr/>
            <p:nvPr/>
          </p:nvSpPr>
          <p:spPr>
            <a:xfrm>
              <a:off x="8364275" y="178263"/>
              <a:ext cx="779722" cy="778508"/>
            </a:xfrm>
            <a:custGeom>
              <a:avLst/>
              <a:gdLst/>
              <a:ahLst/>
              <a:cxnLst/>
              <a:rect l="l" t="t" r="r" b="b"/>
              <a:pathLst>
                <a:path w="8991" h="8977" extrusionOk="0">
                  <a:moveTo>
                    <a:pt x="4485" y="174"/>
                  </a:moveTo>
                  <a:cubicBezTo>
                    <a:pt x="5344" y="174"/>
                    <a:pt x="6181" y="438"/>
                    <a:pt x="6897" y="956"/>
                  </a:cubicBezTo>
                  <a:cubicBezTo>
                    <a:pt x="7801" y="1595"/>
                    <a:pt x="8407" y="2565"/>
                    <a:pt x="8583" y="3655"/>
                  </a:cubicBezTo>
                  <a:cubicBezTo>
                    <a:pt x="8814" y="5066"/>
                    <a:pt x="8319" y="6476"/>
                    <a:pt x="7250" y="7445"/>
                  </a:cubicBezTo>
                  <a:cubicBezTo>
                    <a:pt x="7074" y="7699"/>
                    <a:pt x="6985" y="8084"/>
                    <a:pt x="6963" y="8228"/>
                  </a:cubicBezTo>
                  <a:lnTo>
                    <a:pt x="3559" y="8789"/>
                  </a:lnTo>
                  <a:cubicBezTo>
                    <a:pt x="3515" y="8701"/>
                    <a:pt x="3394" y="8503"/>
                    <a:pt x="3240" y="8338"/>
                  </a:cubicBezTo>
                  <a:lnTo>
                    <a:pt x="3229" y="8316"/>
                  </a:lnTo>
                  <a:lnTo>
                    <a:pt x="3207" y="8316"/>
                  </a:lnTo>
                  <a:cubicBezTo>
                    <a:pt x="1708" y="7831"/>
                    <a:pt x="618" y="6575"/>
                    <a:pt x="353" y="5022"/>
                  </a:cubicBezTo>
                  <a:cubicBezTo>
                    <a:pt x="177" y="3920"/>
                    <a:pt x="430" y="2818"/>
                    <a:pt x="1080" y="1915"/>
                  </a:cubicBezTo>
                  <a:cubicBezTo>
                    <a:pt x="1730" y="1011"/>
                    <a:pt x="2689" y="416"/>
                    <a:pt x="3790" y="229"/>
                  </a:cubicBezTo>
                  <a:cubicBezTo>
                    <a:pt x="4022" y="196"/>
                    <a:pt x="4253" y="174"/>
                    <a:pt x="4485" y="174"/>
                  </a:cubicBezTo>
                  <a:close/>
                  <a:moveTo>
                    <a:pt x="4488" y="1"/>
                  </a:moveTo>
                  <a:cubicBezTo>
                    <a:pt x="4246" y="1"/>
                    <a:pt x="4001" y="22"/>
                    <a:pt x="3757" y="64"/>
                  </a:cubicBezTo>
                  <a:cubicBezTo>
                    <a:pt x="2623" y="251"/>
                    <a:pt x="1620" y="868"/>
                    <a:pt x="937" y="1816"/>
                  </a:cubicBezTo>
                  <a:cubicBezTo>
                    <a:pt x="265" y="2763"/>
                    <a:pt x="1" y="3909"/>
                    <a:pt x="188" y="5055"/>
                  </a:cubicBezTo>
                  <a:cubicBezTo>
                    <a:pt x="452" y="6652"/>
                    <a:pt x="1587" y="7963"/>
                    <a:pt x="3129" y="8470"/>
                  </a:cubicBezTo>
                  <a:cubicBezTo>
                    <a:pt x="3317" y="8679"/>
                    <a:pt x="3438" y="8922"/>
                    <a:pt x="3438" y="8922"/>
                  </a:cubicBezTo>
                  <a:lnTo>
                    <a:pt x="3471" y="8977"/>
                  </a:lnTo>
                  <a:lnTo>
                    <a:pt x="7107" y="8382"/>
                  </a:lnTo>
                  <a:lnTo>
                    <a:pt x="7118" y="8316"/>
                  </a:lnTo>
                  <a:cubicBezTo>
                    <a:pt x="7118" y="8316"/>
                    <a:pt x="7195" y="7820"/>
                    <a:pt x="7382" y="7555"/>
                  </a:cubicBezTo>
                  <a:cubicBezTo>
                    <a:pt x="8484" y="6564"/>
                    <a:pt x="8991" y="5099"/>
                    <a:pt x="8748" y="3633"/>
                  </a:cubicBezTo>
                  <a:cubicBezTo>
                    <a:pt x="8561" y="2488"/>
                    <a:pt x="7944" y="1485"/>
                    <a:pt x="6996" y="813"/>
                  </a:cubicBezTo>
                  <a:cubicBezTo>
                    <a:pt x="6251" y="284"/>
                    <a:pt x="5382" y="1"/>
                    <a:pt x="4488" y="1"/>
                  </a:cubicBezTo>
                  <a:close/>
                </a:path>
              </a:pathLst>
            </a:cu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2"/>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1"/>
              </a:buClr>
              <a:buSzPts val="3500"/>
              <a:buFont typeface="Concert One"/>
              <a:buNone/>
              <a:defRPr sz="3500" b="0" i="0" u="none" strike="noStrike" cap="none">
                <a:solidFill>
                  <a:schemeClr val="dk1"/>
                </a:solidFill>
                <a:latin typeface="Concert One"/>
                <a:ea typeface="Concert One"/>
                <a:cs typeface="Concert One"/>
                <a:sym typeface="Concert One"/>
              </a:defRPr>
            </a:lvl1pPr>
            <a:lvl2pPr marR="0" lvl="1"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500"/>
              <a:buFont typeface="DM Sans"/>
              <a:buNone/>
              <a:defRPr sz="3500" b="1" i="0" u="none" strike="noStrike" cap="none">
                <a:solidFill>
                  <a:schemeClr val="dk1"/>
                </a:solidFill>
                <a:latin typeface="DM Sans"/>
                <a:ea typeface="DM Sans"/>
                <a:cs typeface="DM Sans"/>
                <a:sym typeface="DM Sans"/>
              </a:defRPr>
            </a:lvl9pPr>
          </a:lstStyle>
          <a:p>
            <a:endParaRPr/>
          </a:p>
        </p:txBody>
      </p:sp>
      <p:sp>
        <p:nvSpPr>
          <p:cNvPr id="7" name="Google Shape;7;p23"/>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1pPr>
            <a:lvl2pPr marL="914400" marR="0" lvl="1"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2pPr>
            <a:lvl3pPr marL="1371600" marR="0" lvl="2"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3pPr>
            <a:lvl4pPr marL="1828800" marR="0" lvl="3"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4pPr>
            <a:lvl5pPr marL="2286000" marR="0" lvl="4"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5pPr>
            <a:lvl6pPr marL="2743200" marR="0" lvl="5"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6pPr>
            <a:lvl7pPr marL="3200400" marR="0" lvl="6"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7pPr>
            <a:lvl8pPr marL="3657600" marR="0" lvl="7"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8pPr>
            <a:lvl9pPr marL="4114800" marR="0" lvl="8" indent="-317500" algn="l" rtl="0">
              <a:lnSpc>
                <a:spcPct val="115000"/>
              </a:lnSpc>
              <a:spcBef>
                <a:spcPts val="0"/>
              </a:spcBef>
              <a:spcAft>
                <a:spcPts val="0"/>
              </a:spcAft>
              <a:buClr>
                <a:schemeClr val="dk1"/>
              </a:buClr>
              <a:buSzPts val="1400"/>
              <a:buFont typeface="Albert Sans"/>
              <a:buChar char="■"/>
              <a:defRPr sz="1400" b="0" i="0" u="none" strike="noStrike" cap="none">
                <a:solidFill>
                  <a:schemeClr val="dk1"/>
                </a:solidFill>
                <a:latin typeface="Albert Sans"/>
                <a:ea typeface="Albert Sans"/>
                <a:cs typeface="Albert Sans"/>
                <a:sym typeface="Albert Sans"/>
              </a:defRPr>
            </a:lvl9pPr>
          </a:lstStyle>
          <a:p>
            <a:endParaRPr dirty="0"/>
          </a:p>
        </p:txBody>
      </p:sp>
      <p:pic>
        <p:nvPicPr>
          <p:cNvPr id="5" name="Picture 4" descr="A blue and yellow logo&#10;&#10;Description automatically generated">
            <a:extLst>
              <a:ext uri="{FF2B5EF4-FFF2-40B4-BE49-F238E27FC236}">
                <a16:creationId xmlns:a16="http://schemas.microsoft.com/office/drawing/2014/main" id="{3F87865E-ABD1-EF84-0114-D2E03B96B6C2}"/>
              </a:ext>
            </a:extLst>
          </p:cNvPr>
          <p:cNvPicPr>
            <a:picLocks noChangeAspect="1"/>
          </p:cNvPicPr>
          <p:nvPr userDrawn="1"/>
        </p:nvPicPr>
        <p:blipFill>
          <a:blip r:embed="rId12"/>
          <a:stretch>
            <a:fillRect/>
          </a:stretch>
        </p:blipFill>
        <p:spPr>
          <a:xfrm>
            <a:off x="3431655" y="1532238"/>
            <a:ext cx="6968615" cy="4800600"/>
          </a:xfrm>
          <a:prstGeom prst="rect">
            <a:avLst/>
          </a:prstGeom>
          <a:scene3d>
            <a:camera prst="orthographicFront"/>
            <a:lightRig rig="threePt" dir="t"/>
          </a:scene3d>
          <a:sp3d prstMaterial="clear"/>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guide id="5" orient="horz" pos="1620">
          <p15:clr>
            <a:srgbClr val="E46962"/>
          </p15:clr>
        </p15:guide>
        <p15:guide id="6" pos="288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0.xml"/><Relationship Id="rId5" Type="http://schemas.openxmlformats.org/officeDocument/2006/relationships/image" Target="../media/image13.jpe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0.xml"/><Relationship Id="rId5" Type="http://schemas.openxmlformats.org/officeDocument/2006/relationships/image" Target="../media/image8.gif"/><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0.xml"/><Relationship Id="rId6" Type="http://schemas.microsoft.com/office/2007/relationships/hdphoto" Target="../media/hdphoto1.wdp"/><Relationship Id="rId5" Type="http://schemas.openxmlformats.org/officeDocument/2006/relationships/image" Target="../media/image1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0.xml"/><Relationship Id="rId5" Type="http://schemas.openxmlformats.org/officeDocument/2006/relationships/image" Target="../media/image11.gif"/><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Layout" Target="../slideLayouts/slideLayout10.xml"/><Relationship Id="rId5" Type="http://schemas.openxmlformats.org/officeDocument/2006/relationships/image" Target="../media/image12.jp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audio" Target="../media/audio2.wav"/></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audio" Target="../media/audio2.wav"/></Relationships>
</file>

<file path=ppt/slides/_rels/slide18.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audio" Target="../media/audio2.wav"/></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7.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16.png"/><Relationship Id="rId5" Type="http://schemas.openxmlformats.org/officeDocument/2006/relationships/audio" Target="../media/audio1.wav"/><Relationship Id="rId4"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25.svg"/><Relationship Id="rId13" Type="http://schemas.openxmlformats.org/officeDocument/2006/relationships/image" Target="../media/image30.png"/><Relationship Id="rId18" Type="http://schemas.openxmlformats.org/officeDocument/2006/relationships/image" Target="../media/image35.sv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svg"/><Relationship Id="rId17" Type="http://schemas.openxmlformats.org/officeDocument/2006/relationships/image" Target="../media/image34.svg"/><Relationship Id="rId2" Type="http://schemas.openxmlformats.org/officeDocument/2006/relationships/notesSlide" Target="../notesSlides/notesSlide17.xml"/><Relationship Id="rId16" Type="http://schemas.openxmlformats.org/officeDocument/2006/relationships/image" Target="../media/image33.svg"/><Relationship Id="rId20" Type="http://schemas.openxmlformats.org/officeDocument/2006/relationships/image" Target="../media/image37.svg"/><Relationship Id="rId1" Type="http://schemas.openxmlformats.org/officeDocument/2006/relationships/slideLayout" Target="../slideLayouts/slideLayout9.xml"/><Relationship Id="rId6" Type="http://schemas.openxmlformats.org/officeDocument/2006/relationships/image" Target="../media/image23.sv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svg"/><Relationship Id="rId23" Type="http://schemas.openxmlformats.org/officeDocument/2006/relationships/image" Target="../media/image40.png"/><Relationship Id="rId10" Type="http://schemas.openxmlformats.org/officeDocument/2006/relationships/image" Target="../media/image27.svg"/><Relationship Id="rId19" Type="http://schemas.openxmlformats.org/officeDocument/2006/relationships/image" Target="../media/image36.svg"/><Relationship Id="rId4" Type="http://schemas.openxmlformats.org/officeDocument/2006/relationships/image" Target="../media/image21.svg"/><Relationship Id="rId9" Type="http://schemas.openxmlformats.org/officeDocument/2006/relationships/image" Target="../media/image26.png"/><Relationship Id="rId14" Type="http://schemas.openxmlformats.org/officeDocument/2006/relationships/image" Target="../media/image31.svg"/><Relationship Id="rId22" Type="http://schemas.openxmlformats.org/officeDocument/2006/relationships/image" Target="../media/image39.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41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6"/>
        <p:cNvGrpSpPr/>
        <p:nvPr/>
      </p:nvGrpSpPr>
      <p:grpSpPr>
        <a:xfrm>
          <a:off x="0" y="0"/>
          <a:ext cx="0" cy="0"/>
          <a:chOff x="0" y="0"/>
          <a:chExt cx="0" cy="0"/>
        </a:xfrm>
      </p:grpSpPr>
      <p:grpSp>
        <p:nvGrpSpPr>
          <p:cNvPr id="4" name="Group 13">
            <a:extLst>
              <a:ext uri="{FF2B5EF4-FFF2-40B4-BE49-F238E27FC236}">
                <a16:creationId xmlns:a16="http://schemas.microsoft.com/office/drawing/2014/main" id="{4B96E8C5-508C-514C-B96B-476499B1A015}"/>
              </a:ext>
            </a:extLst>
          </p:cNvPr>
          <p:cNvGrpSpPr/>
          <p:nvPr/>
        </p:nvGrpSpPr>
        <p:grpSpPr>
          <a:xfrm>
            <a:off x="911100" y="1982700"/>
            <a:ext cx="7696872" cy="2272547"/>
            <a:chOff x="0" y="0"/>
            <a:chExt cx="19524800" cy="6060124"/>
          </a:xfrm>
        </p:grpSpPr>
        <p:sp>
          <p:nvSpPr>
            <p:cNvPr id="5" name="Freeform 14">
              <a:extLst>
                <a:ext uri="{FF2B5EF4-FFF2-40B4-BE49-F238E27FC236}">
                  <a16:creationId xmlns:a16="http://schemas.microsoft.com/office/drawing/2014/main" id="{DFCA04C4-A2FD-CB3B-5551-2E276657DFCD}"/>
                </a:ext>
              </a:extLst>
            </p:cNvPr>
            <p:cNvSpPr/>
            <p:nvPr/>
          </p:nvSpPr>
          <p:spPr>
            <a:xfrm>
              <a:off x="0" y="0"/>
              <a:ext cx="19524800" cy="4460747"/>
            </a:xfrm>
            <a:custGeom>
              <a:avLst/>
              <a:gdLst/>
              <a:ahLst/>
              <a:cxnLst/>
              <a:rect l="l" t="t" r="r" b="b"/>
              <a:pathLst>
                <a:path w="19524800" h="4460747">
                  <a:moveTo>
                    <a:pt x="0" y="0"/>
                  </a:moveTo>
                  <a:lnTo>
                    <a:pt x="19524800" y="0"/>
                  </a:lnTo>
                  <a:lnTo>
                    <a:pt x="19524800" y="4460747"/>
                  </a:lnTo>
                  <a:lnTo>
                    <a:pt x="0" y="4460747"/>
                  </a:lnTo>
                  <a:close/>
                </a:path>
              </a:pathLst>
            </a:custGeom>
            <a:blipFill>
              <a:blip r:embed="rId3">
                <a:alphaModFix amt="0"/>
              </a:blip>
              <a:stretch>
                <a:fillRect t="-35286" b="-35286"/>
              </a:stretch>
            </a:blipFill>
          </p:spPr>
          <p:txBody>
            <a:bodyPr/>
            <a:lstStyle/>
            <a:p>
              <a:endParaRPr lang="en-VN" sz="700"/>
            </a:p>
          </p:txBody>
        </p:sp>
        <p:sp>
          <p:nvSpPr>
            <p:cNvPr id="6" name="TextBox 15">
              <a:extLst>
                <a:ext uri="{FF2B5EF4-FFF2-40B4-BE49-F238E27FC236}">
                  <a16:creationId xmlns:a16="http://schemas.microsoft.com/office/drawing/2014/main" id="{18E15541-2810-3F4C-7302-DEA384A59BDC}"/>
                </a:ext>
              </a:extLst>
            </p:cNvPr>
            <p:cNvSpPr txBox="1"/>
            <p:nvPr/>
          </p:nvSpPr>
          <p:spPr>
            <a:xfrm>
              <a:off x="3202110" y="1570800"/>
              <a:ext cx="13012414" cy="4489324"/>
            </a:xfrm>
            <a:prstGeom prst="rect">
              <a:avLst/>
            </a:prstGeom>
          </p:spPr>
          <p:txBody>
            <a:bodyPr lIns="0" tIns="0" rIns="0" bIns="0" rtlCol="0" anchor="b"/>
            <a:lstStyle/>
            <a:p>
              <a:pPr algn="ctr">
                <a:lnSpc>
                  <a:spcPts val="4320"/>
                </a:lnSpc>
              </a:pPr>
              <a:r>
                <a:rPr lang="en-US" sz="3600" b="1" u="sng" dirty="0">
                  <a:solidFill>
                    <a:srgbClr val="021331"/>
                  </a:solidFill>
                  <a:latin typeface="Arial" panose="020B0604020202020204" pitchFamily="34" charset="0"/>
                  <a:ea typeface="Arial Bold"/>
                  <a:cs typeface="Arial" panose="020B0604020202020204" pitchFamily="34" charset="0"/>
                  <a:sym typeface="Arial Bold"/>
                </a:rPr>
                <a:t>Lesson 2:</a:t>
              </a:r>
            </a:p>
            <a:p>
              <a:pPr algn="ctr">
                <a:lnSpc>
                  <a:spcPts val="7200"/>
                </a:lnSpc>
              </a:pPr>
              <a:r>
                <a:rPr lang="en-US" sz="6000" b="1" dirty="0">
                  <a:solidFill>
                    <a:srgbClr val="C00000"/>
                  </a:solidFill>
                  <a:latin typeface="Arial" panose="020B0604020202020204" pitchFamily="34" charset="0"/>
                  <a:ea typeface="Quattrocento Sans"/>
                  <a:cs typeface="Arial" panose="020B0604020202020204" pitchFamily="34" charset="0"/>
                  <a:sym typeface="Quattrocento Sans"/>
                </a:rPr>
                <a:t>Measurement of Speed</a:t>
              </a:r>
              <a:endParaRPr lang="en-US" sz="6000" b="1" dirty="0">
                <a:solidFill>
                  <a:srgbClr val="C00000"/>
                </a:solidFill>
                <a:latin typeface="Arial" panose="020B0604020202020204" pitchFamily="34" charset="0"/>
                <a:ea typeface="Arial Bold"/>
                <a:cs typeface="Arial" panose="020B0604020202020204" pitchFamily="34" charset="0"/>
                <a:sym typeface="Arial Bold"/>
              </a:endParaRPr>
            </a:p>
          </p:txBody>
        </p:sp>
      </p:grpSp>
      <p:sp>
        <p:nvSpPr>
          <p:cNvPr id="7" name="Freeform 16">
            <a:extLst>
              <a:ext uri="{FF2B5EF4-FFF2-40B4-BE49-F238E27FC236}">
                <a16:creationId xmlns:a16="http://schemas.microsoft.com/office/drawing/2014/main" id="{4CD6A949-8527-7078-D05C-1799E9EBA2C4}"/>
              </a:ext>
            </a:extLst>
          </p:cNvPr>
          <p:cNvSpPr/>
          <p:nvPr/>
        </p:nvSpPr>
        <p:spPr>
          <a:xfrm>
            <a:off x="2909416" y="771511"/>
            <a:ext cx="3657600" cy="1042416"/>
          </a:xfrm>
          <a:custGeom>
            <a:avLst/>
            <a:gdLst/>
            <a:ahLst/>
            <a:cxnLst/>
            <a:rect l="l" t="t" r="r" b="b"/>
            <a:pathLst>
              <a:path w="7315200" h="2084832">
                <a:moveTo>
                  <a:pt x="0" y="0"/>
                </a:moveTo>
                <a:lnTo>
                  <a:pt x="7315200" y="0"/>
                </a:lnTo>
                <a:lnTo>
                  <a:pt x="7315200" y="2084832"/>
                </a:lnTo>
                <a:lnTo>
                  <a:pt x="0" y="20848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4" name="Freeform 22">
            <a:extLst>
              <a:ext uri="{FF2B5EF4-FFF2-40B4-BE49-F238E27FC236}">
                <a16:creationId xmlns:a16="http://schemas.microsoft.com/office/drawing/2014/main" id="{00FB2E6E-F832-EA35-ED32-12A0ED14C90F}"/>
              </a:ext>
            </a:extLst>
          </p:cNvPr>
          <p:cNvSpPr/>
          <p:nvPr/>
        </p:nvSpPr>
        <p:spPr>
          <a:xfrm>
            <a:off x="741018" y="853330"/>
            <a:ext cx="3607310" cy="2328767"/>
          </a:xfrm>
          <a:prstGeom prst="roundRect">
            <a:avLst/>
          </a:prstGeom>
          <a:blipFill>
            <a:blip r:embed="rId3"/>
            <a:stretch>
              <a:fillRect/>
            </a:stretch>
          </a:blipFill>
          <a:effectLst>
            <a:outerShdw blurRad="50800" dist="38100" dir="5400000" algn="t" rotWithShape="0">
              <a:prstClr val="black">
                <a:alpha val="40000"/>
              </a:prstClr>
            </a:outerShdw>
          </a:effectLst>
        </p:spPr>
        <p:txBody>
          <a:bodyPr/>
          <a:lstStyle/>
          <a:p>
            <a:endParaRPr lang="en-VN"/>
          </a:p>
        </p:txBody>
      </p:sp>
      <p:sp>
        <p:nvSpPr>
          <p:cNvPr id="6" name="Rectangle: Rounded Corners 5">
            <a:extLst>
              <a:ext uri="{FF2B5EF4-FFF2-40B4-BE49-F238E27FC236}">
                <a16:creationId xmlns:a16="http://schemas.microsoft.com/office/drawing/2014/main" id="{182DD19E-A0C7-8C4E-684F-1EA490EE75B0}"/>
              </a:ext>
            </a:extLst>
          </p:cNvPr>
          <p:cNvSpPr/>
          <p:nvPr/>
        </p:nvSpPr>
        <p:spPr>
          <a:xfrm>
            <a:off x="116458" y="138742"/>
            <a:ext cx="1690572"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Lead-in</a:t>
            </a:r>
          </a:p>
        </p:txBody>
      </p:sp>
      <p:pic>
        <p:nvPicPr>
          <p:cNvPr id="7" name="Picture 6">
            <a:extLst>
              <a:ext uri="{FF2B5EF4-FFF2-40B4-BE49-F238E27FC236}">
                <a16:creationId xmlns:a16="http://schemas.microsoft.com/office/drawing/2014/main" id="{E27197CB-1C29-2E3D-3830-C2A636EB8E39}"/>
              </a:ext>
            </a:extLst>
          </p:cNvPr>
          <p:cNvPicPr>
            <a:picLocks noChangeAspect="1"/>
          </p:cNvPicPr>
          <p:nvPr/>
        </p:nvPicPr>
        <p:blipFill>
          <a:blip r:embed="rId4"/>
          <a:stretch>
            <a:fillRect/>
          </a:stretch>
        </p:blipFill>
        <p:spPr>
          <a:xfrm>
            <a:off x="5560920" y="2571750"/>
            <a:ext cx="3141865" cy="2353936"/>
          </a:xfrm>
          <a:prstGeom prst="roundRect">
            <a:avLst/>
          </a:prstGeom>
          <a:effectLst>
            <a:outerShdw blurRad="50800" dist="38100" dir="5400000" algn="t" rotWithShape="0">
              <a:prstClr val="black">
                <a:alpha val="40000"/>
              </a:prstClr>
            </a:outerShdw>
          </a:effectLst>
        </p:spPr>
      </p:pic>
      <p:sp>
        <p:nvSpPr>
          <p:cNvPr id="11" name="Terminator 10">
            <a:extLst>
              <a:ext uri="{FF2B5EF4-FFF2-40B4-BE49-F238E27FC236}">
                <a16:creationId xmlns:a16="http://schemas.microsoft.com/office/drawing/2014/main" id="{CA4EE310-EF1E-A182-4CC6-C5E1D2BBC5D7}"/>
              </a:ext>
            </a:extLst>
          </p:cNvPr>
          <p:cNvSpPr/>
          <p:nvPr/>
        </p:nvSpPr>
        <p:spPr>
          <a:xfrm>
            <a:off x="4572000" y="1133294"/>
            <a:ext cx="4269537" cy="884419"/>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60045" lvl="0" algn="ctr">
              <a:lnSpc>
                <a:spcPct val="107916"/>
              </a:lnSpc>
            </a:pPr>
            <a:r>
              <a:rPr lang="en-US" sz="2000" b="1" dirty="0">
                <a:solidFill>
                  <a:srgbClr val="002060"/>
                </a:solidFill>
                <a:latin typeface="Arial" panose="020B0604020202020204" pitchFamily="34" charset="0"/>
                <a:ea typeface="Times New Roman"/>
                <a:cs typeface="Arial" panose="020B0604020202020204" pitchFamily="34" charset="0"/>
                <a:sym typeface="Times New Roman"/>
              </a:rPr>
              <a:t>How can we know the speed of our motorbikes?</a:t>
            </a:r>
            <a:endParaRPr lang="en-US" sz="2400" b="1" dirty="0">
              <a:solidFill>
                <a:srgbClr val="002060"/>
              </a:solidFill>
              <a:latin typeface="Arial" panose="020B0604020202020204" pitchFamily="34" charset="0"/>
              <a:cs typeface="Arial" panose="020B0604020202020204" pitchFamily="34" charset="0"/>
            </a:endParaRPr>
          </a:p>
        </p:txBody>
      </p:sp>
      <p:sp>
        <p:nvSpPr>
          <p:cNvPr id="12" name="Terminator 11">
            <a:extLst>
              <a:ext uri="{FF2B5EF4-FFF2-40B4-BE49-F238E27FC236}">
                <a16:creationId xmlns:a16="http://schemas.microsoft.com/office/drawing/2014/main" id="{E31B9B84-4FF3-9D87-14CB-07B0CFE02EA6}"/>
              </a:ext>
            </a:extLst>
          </p:cNvPr>
          <p:cNvSpPr/>
          <p:nvPr/>
        </p:nvSpPr>
        <p:spPr>
          <a:xfrm>
            <a:off x="116458" y="3748718"/>
            <a:ext cx="5345420" cy="884419"/>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60045" lvl="0" algn="ctr">
              <a:lnSpc>
                <a:spcPct val="107916"/>
              </a:lnSpc>
            </a:pPr>
            <a:r>
              <a:rPr lang="en-US" sz="2000" b="1" dirty="0">
                <a:solidFill>
                  <a:srgbClr val="002060"/>
                </a:solidFill>
                <a:latin typeface="Arial" panose="020B0604020202020204" pitchFamily="34" charset="0"/>
                <a:ea typeface="Times New Roman"/>
                <a:cs typeface="Arial" panose="020B0604020202020204" pitchFamily="34" charset="0"/>
                <a:sym typeface="Times New Roman"/>
              </a:rPr>
              <a:t>What do the policeman use to know the speed of our motorbikes?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1+#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0-#ppt_w/2"/>
                                          </p:val>
                                        </p:tav>
                                        <p:tav tm="100000">
                                          <p:val>
                                            <p:strVal val="#ppt_x"/>
                                          </p:val>
                                        </p:tav>
                                      </p:tavLst>
                                    </p:anim>
                                    <p:anim calcmode="lin" valueType="num">
                                      <p:cBhvr additive="base">
                                        <p:cTn id="2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5" name="Rounded Rectangle 4">
            <a:extLst>
              <a:ext uri="{FF2B5EF4-FFF2-40B4-BE49-F238E27FC236}">
                <a16:creationId xmlns:a16="http://schemas.microsoft.com/office/drawing/2014/main" id="{E20BF503-A5E5-CD94-4199-23EB72B6A308}"/>
              </a:ext>
            </a:extLst>
          </p:cNvPr>
          <p:cNvSpPr/>
          <p:nvPr/>
        </p:nvSpPr>
        <p:spPr>
          <a:xfrm>
            <a:off x="208988" y="797043"/>
            <a:ext cx="8726023" cy="4124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425" name="Google Shape;425;p7"/>
          <p:cNvSpPr/>
          <p:nvPr/>
        </p:nvSpPr>
        <p:spPr>
          <a:xfrm>
            <a:off x="4337826" y="797043"/>
            <a:ext cx="361348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7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g</a:t>
            </a:r>
            <a:r>
              <a:rPr lang="en-US" sz="7200" b="1" u="none" strike="noStrike" cap="none"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raph</a:t>
            </a:r>
            <a:endParaRPr sz="4800" b="0" u="none" strike="noStrike" cap="none" dirty="0">
              <a:solidFill>
                <a:schemeClr val="bg2">
                  <a:lumMod val="50000"/>
                </a:schemeClr>
              </a:solidFill>
              <a:latin typeface="Arial" panose="020B0604020202020204" pitchFamily="34" charset="0"/>
              <a:cs typeface="Arial" panose="020B0604020202020204" pitchFamily="34" charset="0"/>
              <a:sym typeface="Arial"/>
            </a:endParaRPr>
          </a:p>
        </p:txBody>
      </p:sp>
      <p:sp>
        <p:nvSpPr>
          <p:cNvPr id="426" name="Google Shape;426;p7"/>
          <p:cNvSpPr/>
          <p:nvPr/>
        </p:nvSpPr>
        <p:spPr>
          <a:xfrm>
            <a:off x="3302759" y="1997331"/>
            <a:ext cx="5683624" cy="2677616"/>
          </a:xfrm>
          <a:prstGeom prst="rect">
            <a:avLst/>
          </a:prstGeom>
          <a:noFill/>
          <a:ln>
            <a:noFill/>
          </a:ln>
        </p:spPr>
        <p:txBody>
          <a:bodyPr spcFirstLastPara="1" wrap="square" lIns="91425" tIns="45700" rIns="91425" bIns="45700" anchor="t" anchorCtr="0">
            <a:spAutoFit/>
          </a:bodyPr>
          <a:lstStyle/>
          <a:p>
            <a:pPr lvl="0" algn="ctr"/>
            <a:r>
              <a:rPr lang="en-US" sz="2800" dirty="0">
                <a:latin typeface="Arial" panose="020B0604020202020204" pitchFamily="34" charset="0"/>
                <a:cs typeface="Arial" panose="020B0604020202020204" pitchFamily="34" charset="0"/>
              </a:rPr>
              <a:t>(n)</a:t>
            </a:r>
          </a:p>
          <a:p>
            <a:pPr lvl="0" algn="ctr"/>
            <a:r>
              <a:rPr lang="en-US" sz="2800" dirty="0">
                <a:latin typeface="Arial" panose="020B0604020202020204" pitchFamily="34" charset="0"/>
                <a:cs typeface="Arial" panose="020B0604020202020204" pitchFamily="34" charset="0"/>
              </a:rPr>
              <a:t>/</a:t>
            </a:r>
            <a:r>
              <a:rPr lang="en-US" sz="2800" dirty="0" err="1">
                <a:latin typeface="Arial" panose="020B0604020202020204" pitchFamily="34" charset="0"/>
                <a:cs typeface="Arial" panose="020B0604020202020204" pitchFamily="34" charset="0"/>
              </a:rPr>
              <a:t>ɡræf</a:t>
            </a:r>
            <a:r>
              <a:rPr lang="en-US" sz="2800" dirty="0">
                <a:latin typeface="Arial" panose="020B0604020202020204" pitchFamily="34" charset="0"/>
                <a:cs typeface="Arial" panose="020B0604020202020204" pitchFamily="34" charset="0"/>
              </a:rPr>
              <a:t>/</a:t>
            </a:r>
            <a:endParaRPr lang="en-US" sz="2800" b="1" dirty="0">
              <a:solidFill>
                <a:srgbClr val="002060"/>
              </a:solidFill>
              <a:latin typeface="Arial" panose="020B0604020202020204" pitchFamily="34" charset="0"/>
              <a:ea typeface="Quattrocento Sans"/>
              <a:cs typeface="Arial" panose="020B0604020202020204" pitchFamily="34" charset="0"/>
              <a:sym typeface="Quattrocento Sans"/>
            </a:endParaRPr>
          </a:p>
          <a:p>
            <a:pPr lvl="0" algn="ctr"/>
            <a:r>
              <a:rPr lang="en-US" sz="2800" dirty="0">
                <a:solidFill>
                  <a:srgbClr val="002060"/>
                </a:solidFill>
                <a:latin typeface="Arial" panose="020B0604020202020204" pitchFamily="34" charset="0"/>
                <a:ea typeface="Quattrocento Sans"/>
                <a:cs typeface="Arial" panose="020B0604020202020204" pitchFamily="34" charset="0"/>
                <a:sym typeface="Quattrocento Sans"/>
              </a:rPr>
              <a:t>a picture that shows how two sets of information or variables (= amounts that can change) are related, usually by lines or curves</a:t>
            </a:r>
            <a:endParaRPr sz="2800" i="0" u="none" strike="noStrike" cap="none" dirty="0">
              <a:solidFill>
                <a:srgbClr val="002060"/>
              </a:solidFill>
              <a:latin typeface="Arial" panose="020B0604020202020204" pitchFamily="34" charset="0"/>
              <a:ea typeface="Quattrocento Sans"/>
              <a:cs typeface="Arial" panose="020B0604020202020204" pitchFamily="34" charset="0"/>
              <a:sym typeface="Quattrocento Sans"/>
            </a:endParaRPr>
          </a:p>
        </p:txBody>
      </p:sp>
      <p:sp>
        <p:nvSpPr>
          <p:cNvPr id="2" name="Rectangle: Rounded Corners 5">
            <a:extLst>
              <a:ext uri="{FF2B5EF4-FFF2-40B4-BE49-F238E27FC236}">
                <a16:creationId xmlns:a16="http://schemas.microsoft.com/office/drawing/2014/main" id="{D2C2DDEB-AC0C-91CA-CD50-ED6DE45825AA}"/>
              </a:ext>
            </a:extLst>
          </p:cNvPr>
          <p:cNvSpPr/>
          <p:nvPr/>
        </p:nvSpPr>
        <p:spPr>
          <a:xfrm>
            <a:off x="116457" y="138742"/>
            <a:ext cx="3032185"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New vocabulary</a:t>
            </a:r>
          </a:p>
        </p:txBody>
      </p:sp>
      <p:pic>
        <p:nvPicPr>
          <p:cNvPr id="3" name="Picture 16">
            <a:extLst>
              <a:ext uri="{FF2B5EF4-FFF2-40B4-BE49-F238E27FC236}">
                <a16:creationId xmlns:a16="http://schemas.microsoft.com/office/drawing/2014/main" id="{91A7EB12-7460-78F3-5C3C-68495AD07530}"/>
              </a:ext>
            </a:extLst>
          </p:cNvPr>
          <p:cNvPicPr>
            <a:picLocks noChangeAspect="1"/>
          </p:cNvPicPr>
          <p:nvPr/>
        </p:nvPicPr>
        <p:blipFill>
          <a:blip r:embed="rId3"/>
          <a:srcRect/>
          <a:stretch>
            <a:fillRect/>
          </a:stretch>
        </p:blipFill>
        <p:spPr>
          <a:xfrm>
            <a:off x="710069" y="929681"/>
            <a:ext cx="1779718" cy="1884829"/>
          </a:xfrm>
          <a:prstGeom prst="rect">
            <a:avLst/>
          </a:prstGeom>
        </p:spPr>
      </p:pic>
      <p:sp>
        <p:nvSpPr>
          <p:cNvPr id="4" name="Freeform 17">
            <a:extLst>
              <a:ext uri="{FF2B5EF4-FFF2-40B4-BE49-F238E27FC236}">
                <a16:creationId xmlns:a16="http://schemas.microsoft.com/office/drawing/2014/main" id="{858436EB-B656-72F2-46FA-7F9C0F450C0A}"/>
              </a:ext>
            </a:extLst>
          </p:cNvPr>
          <p:cNvSpPr/>
          <p:nvPr/>
        </p:nvSpPr>
        <p:spPr>
          <a:xfrm>
            <a:off x="597736" y="2855035"/>
            <a:ext cx="2550906" cy="2066233"/>
          </a:xfrm>
          <a:custGeom>
            <a:avLst/>
            <a:gdLst/>
            <a:ahLst/>
            <a:cxnLst/>
            <a:rect l="l" t="t" r="r" b="b"/>
            <a:pathLst>
              <a:path w="6515745" h="5277753">
                <a:moveTo>
                  <a:pt x="0" y="0"/>
                </a:moveTo>
                <a:lnTo>
                  <a:pt x="6515744" y="0"/>
                </a:lnTo>
                <a:lnTo>
                  <a:pt x="6515744" y="5277753"/>
                </a:lnTo>
                <a:lnTo>
                  <a:pt x="0" y="52777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V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5" grpId="0"/>
      <p:bldP spid="426"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 name="Rounded Rectangle 3">
            <a:extLst>
              <a:ext uri="{FF2B5EF4-FFF2-40B4-BE49-F238E27FC236}">
                <a16:creationId xmlns:a16="http://schemas.microsoft.com/office/drawing/2014/main" id="{62D0EEBA-6D13-2386-4063-DBC97B40FACF}"/>
              </a:ext>
            </a:extLst>
          </p:cNvPr>
          <p:cNvSpPr/>
          <p:nvPr/>
        </p:nvSpPr>
        <p:spPr>
          <a:xfrm>
            <a:off x="208988" y="797043"/>
            <a:ext cx="8726023" cy="4124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pic>
        <p:nvPicPr>
          <p:cNvPr id="2" name="Picture 2" descr="Table definitions">
            <a:extLst>
              <a:ext uri="{FF2B5EF4-FFF2-40B4-BE49-F238E27FC236}">
                <a16:creationId xmlns:a16="http://schemas.microsoft.com/office/drawing/2014/main" id="{C4569273-0BA8-D809-885F-F42FEE46DD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814" t="7113" b="15537"/>
          <a:stretch>
            <a:fillRect/>
          </a:stretch>
        </p:blipFill>
        <p:spPr bwMode="auto">
          <a:xfrm>
            <a:off x="1927815" y="2796559"/>
            <a:ext cx="2644184" cy="2000280"/>
          </a:xfrm>
          <a:prstGeom prst="rect">
            <a:avLst/>
          </a:prstGeom>
          <a:noFill/>
          <a:extLst>
            <a:ext uri="{909E8E84-426E-40DD-AFC4-6F175D3DCCD1}">
              <a14:hiddenFill xmlns:a14="http://schemas.microsoft.com/office/drawing/2010/main">
                <a:solidFill>
                  <a:srgbClr val="FFFFFF"/>
                </a:solidFill>
              </a14:hiddenFill>
            </a:ext>
          </a:extLst>
        </p:spPr>
      </p:pic>
      <p:sp>
        <p:nvSpPr>
          <p:cNvPr id="418" name="Google Shape;418;p6"/>
          <p:cNvSpPr/>
          <p:nvPr/>
        </p:nvSpPr>
        <p:spPr>
          <a:xfrm>
            <a:off x="4824247" y="1750550"/>
            <a:ext cx="3948269" cy="3108503"/>
          </a:xfrm>
          <a:prstGeom prst="rect">
            <a:avLst/>
          </a:prstGeom>
          <a:noFill/>
          <a:ln>
            <a:noFill/>
          </a:ln>
        </p:spPr>
        <p:txBody>
          <a:bodyPr spcFirstLastPara="1" wrap="square" lIns="91425" tIns="45700" rIns="91425" bIns="45700" anchor="t" anchorCtr="0">
            <a:spAutoFit/>
          </a:bodyPr>
          <a:lstStyle/>
          <a:p>
            <a:pPr lvl="0" algn="ctr"/>
            <a:r>
              <a:rPr lang="en-US" sz="2800" dirty="0">
                <a:latin typeface="Arial" panose="020B0604020202020204" pitchFamily="34" charset="0"/>
                <a:cs typeface="Arial" panose="020B0604020202020204" pitchFamily="34" charset="0"/>
              </a:rPr>
              <a:t>(n)</a:t>
            </a:r>
          </a:p>
          <a:p>
            <a:pPr lvl="0" algn="ctr"/>
            <a:r>
              <a:rPr lang="en-US" sz="2800" dirty="0">
                <a:latin typeface="Arial" panose="020B0604020202020204" pitchFamily="34" charset="0"/>
                <a:cs typeface="Arial" panose="020B0604020202020204" pitchFamily="34" charset="0"/>
              </a:rPr>
              <a:t>/ˈ</a:t>
            </a:r>
            <a:r>
              <a:rPr lang="en-US" sz="2800" dirty="0" err="1">
                <a:latin typeface="Arial" panose="020B0604020202020204" pitchFamily="34" charset="0"/>
                <a:cs typeface="Arial" panose="020B0604020202020204" pitchFamily="34" charset="0"/>
              </a:rPr>
              <a:t>teɪbl</a:t>
            </a:r>
            <a:r>
              <a:rPr lang="en-US" sz="2800" dirty="0">
                <a:latin typeface="Arial" panose="020B0604020202020204" pitchFamily="34" charset="0"/>
                <a:cs typeface="Arial" panose="020B0604020202020204" pitchFamily="34" charset="0"/>
              </a:rPr>
              <a:t>/</a:t>
            </a:r>
            <a:endParaRPr lang="en-US" sz="2800" dirty="0">
              <a:solidFill>
                <a:srgbClr val="002060"/>
              </a:solidFill>
              <a:latin typeface="Arial" panose="020B0604020202020204" pitchFamily="34" charset="0"/>
              <a:ea typeface="Quattrocento Sans"/>
              <a:cs typeface="Arial" panose="020B0604020202020204" pitchFamily="34" charset="0"/>
              <a:sym typeface="Quattrocento Sans"/>
            </a:endParaRPr>
          </a:p>
          <a:p>
            <a:pPr lvl="0" algn="ctr"/>
            <a:r>
              <a:rPr lang="en-US" sz="2800" dirty="0">
                <a:solidFill>
                  <a:srgbClr val="002060"/>
                </a:solidFill>
                <a:latin typeface="Arial" panose="020B0604020202020204" pitchFamily="34" charset="0"/>
                <a:ea typeface="Quattrocento Sans"/>
                <a:cs typeface="Arial" panose="020B0604020202020204" pitchFamily="34" charset="0"/>
                <a:sym typeface="Quattrocento Sans"/>
              </a:rPr>
              <a:t>an arrangement of facts and numbers, usually in rows on a page, that makes information easy to understand.</a:t>
            </a:r>
            <a:endParaRPr sz="2800" i="0" u="none" strike="noStrike" cap="none" dirty="0">
              <a:solidFill>
                <a:srgbClr val="002060"/>
              </a:solidFill>
              <a:latin typeface="Arial" panose="020B0604020202020204" pitchFamily="34" charset="0"/>
              <a:ea typeface="Quattrocento Sans"/>
              <a:cs typeface="Arial" panose="020B0604020202020204" pitchFamily="34" charset="0"/>
              <a:sym typeface="Quattrocento Sans"/>
            </a:endParaRPr>
          </a:p>
        </p:txBody>
      </p:sp>
      <p:pic>
        <p:nvPicPr>
          <p:cNvPr id="2050" name="Picture 2" descr="Table definitions"/>
          <p:cNvPicPr>
            <a:picLocks noChangeAspect="1" noChangeArrowheads="1"/>
          </p:cNvPicPr>
          <p:nvPr/>
        </p:nvPicPr>
        <p:blipFill rotWithShape="1">
          <a:blip r:embed="rId3">
            <a:extLst>
              <a:ext uri="{28A0092B-C50C-407E-A947-70E740481C1C}">
                <a14:useLocalDpi xmlns:a14="http://schemas.microsoft.com/office/drawing/2010/main" val="0"/>
              </a:ext>
            </a:extLst>
          </a:blip>
          <a:srcRect t="1584" r="62171" b="16617"/>
          <a:stretch>
            <a:fillRect/>
          </a:stretch>
        </p:blipFill>
        <p:spPr bwMode="auto">
          <a:xfrm>
            <a:off x="388020" y="1088192"/>
            <a:ext cx="2489057" cy="21153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5">
            <a:extLst>
              <a:ext uri="{FF2B5EF4-FFF2-40B4-BE49-F238E27FC236}">
                <a16:creationId xmlns:a16="http://schemas.microsoft.com/office/drawing/2014/main" id="{4104AAD3-593A-36F0-7246-9E34B05288D3}"/>
              </a:ext>
            </a:extLst>
          </p:cNvPr>
          <p:cNvSpPr/>
          <p:nvPr/>
        </p:nvSpPr>
        <p:spPr>
          <a:xfrm>
            <a:off x="116457" y="138742"/>
            <a:ext cx="3032185"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New vocabulary</a:t>
            </a:r>
          </a:p>
        </p:txBody>
      </p:sp>
      <p:sp>
        <p:nvSpPr>
          <p:cNvPr id="417" name="Google Shape;417;p6"/>
          <p:cNvSpPr/>
          <p:nvPr/>
        </p:nvSpPr>
        <p:spPr>
          <a:xfrm>
            <a:off x="5456956" y="721527"/>
            <a:ext cx="2682850"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7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t</a:t>
            </a:r>
            <a:r>
              <a:rPr lang="en-US" sz="7200" b="1" u="none" strike="noStrike" cap="none"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able</a:t>
            </a:r>
            <a:endParaRPr sz="7200" b="0" u="none" strike="noStrike" cap="none" dirty="0">
              <a:solidFill>
                <a:schemeClr val="bg2">
                  <a:lumMod val="50000"/>
                </a:schemeClr>
              </a:solidFill>
              <a:latin typeface="Arial" panose="020B0604020202020204" pitchFamily="34" charset="0"/>
              <a:cs typeface="Arial" panose="020B0604020202020204" pitchFamily="34"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 grpId="0"/>
      <p:bldP spid="4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5">
          <a:extLst>
            <a:ext uri="{FF2B5EF4-FFF2-40B4-BE49-F238E27FC236}">
              <a16:creationId xmlns:a16="http://schemas.microsoft.com/office/drawing/2014/main" id="{60367C43-43C0-FB03-1816-98D7DFA487A7}"/>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469C6653-E248-A5AD-8CCB-701ACF89388C}"/>
              </a:ext>
            </a:extLst>
          </p:cNvPr>
          <p:cNvSpPr/>
          <p:nvPr/>
        </p:nvSpPr>
        <p:spPr>
          <a:xfrm>
            <a:off x="208988" y="881707"/>
            <a:ext cx="8726023" cy="4124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Arial" panose="020B0604020202020204" pitchFamily="34" charset="0"/>
              <a:cs typeface="Arial" panose="020B0604020202020204" pitchFamily="34" charset="0"/>
            </a:endParaRPr>
          </a:p>
        </p:txBody>
      </p:sp>
      <p:sp>
        <p:nvSpPr>
          <p:cNvPr id="418" name="Google Shape;418;p6">
            <a:extLst>
              <a:ext uri="{FF2B5EF4-FFF2-40B4-BE49-F238E27FC236}">
                <a16:creationId xmlns:a16="http://schemas.microsoft.com/office/drawing/2014/main" id="{05E23F49-3ACF-017E-3240-37E5B3F318DE}"/>
              </a:ext>
            </a:extLst>
          </p:cNvPr>
          <p:cNvSpPr/>
          <p:nvPr/>
        </p:nvSpPr>
        <p:spPr>
          <a:xfrm>
            <a:off x="4865567" y="2210983"/>
            <a:ext cx="3775876" cy="2308284"/>
          </a:xfrm>
          <a:prstGeom prst="rect">
            <a:avLst/>
          </a:prstGeom>
          <a:noFill/>
          <a:ln>
            <a:noFill/>
          </a:ln>
        </p:spPr>
        <p:txBody>
          <a:bodyPr spcFirstLastPara="1" wrap="square" lIns="91425" tIns="45700" rIns="91425" bIns="45700" anchor="t" anchorCtr="0">
            <a:spAutoFit/>
          </a:bodyPr>
          <a:lstStyle/>
          <a:p>
            <a:pPr lvl="0" algn="ctr"/>
            <a:r>
              <a:rPr lang="en-US" sz="2400" dirty="0">
                <a:latin typeface="Arial" panose="020B0604020202020204" pitchFamily="34" charset="0"/>
                <a:cs typeface="Arial" panose="020B0604020202020204" pitchFamily="34" charset="0"/>
              </a:rPr>
              <a:t>(n </a:t>
            </a:r>
            <a:r>
              <a:rPr lang="en-US" sz="2400" dirty="0" err="1">
                <a:latin typeface="Arial" panose="020B0604020202020204" pitchFamily="34" charset="0"/>
                <a:cs typeface="Arial" panose="020B0604020202020204" pitchFamily="34" charset="0"/>
              </a:rPr>
              <a:t>phr</a:t>
            </a:r>
            <a:r>
              <a:rPr lang="en-US" sz="2400" dirty="0">
                <a:latin typeface="Arial" panose="020B0604020202020204" pitchFamily="34" charset="0"/>
                <a:cs typeface="Arial" panose="020B0604020202020204" pitchFamily="34" charset="0"/>
              </a:rPr>
              <a:t>)</a:t>
            </a:r>
          </a:p>
          <a:p>
            <a:pPr lvl="0" algn="ctr"/>
            <a:r>
              <a:rPr lang="en-US" sz="2400" dirty="0">
                <a:latin typeface="Arial" panose="020B0604020202020204" pitchFamily="34" charset="0"/>
                <a:cs typeface="Arial" panose="020B0604020202020204" pitchFamily="34" charset="0"/>
              </a:rPr>
              <a:t>/ˈ</a:t>
            </a:r>
            <a:r>
              <a:rPr lang="en-US" sz="2400" dirty="0" err="1">
                <a:latin typeface="Arial" panose="020B0604020202020204" pitchFamily="34" charset="0"/>
                <a:cs typeface="Arial" panose="020B0604020202020204" pitchFamily="34" charset="0"/>
              </a:rPr>
              <a:t>lɪmɪtɪd</a:t>
            </a:r>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spiːd</a:t>
            </a:r>
            <a:r>
              <a:rPr lang="en-US" sz="2400" dirty="0">
                <a:latin typeface="Arial" panose="020B0604020202020204" pitchFamily="34" charset="0"/>
                <a:cs typeface="Arial" panose="020B0604020202020204" pitchFamily="34" charset="0"/>
              </a:rPr>
              <a:t>/</a:t>
            </a:r>
            <a:endParaRPr lang="en-US" sz="2400" dirty="0">
              <a:solidFill>
                <a:srgbClr val="002060"/>
              </a:solidFill>
              <a:latin typeface="Arial" panose="020B0604020202020204" pitchFamily="34" charset="0"/>
              <a:ea typeface="Quattrocento Sans"/>
              <a:cs typeface="Arial" panose="020B0604020202020204" pitchFamily="34" charset="0"/>
              <a:sym typeface="Quattrocento Sans"/>
            </a:endParaRPr>
          </a:p>
          <a:p>
            <a:pPr lvl="0" algn="ctr"/>
            <a:r>
              <a:rPr lang="en-US" sz="2400" dirty="0">
                <a:solidFill>
                  <a:srgbClr val="002060"/>
                </a:solidFill>
                <a:latin typeface="Arial" panose="020B0604020202020204" pitchFamily="34" charset="0"/>
                <a:ea typeface="Quattrocento Sans"/>
                <a:cs typeface="Arial" panose="020B0604020202020204" pitchFamily="34" charset="0"/>
                <a:sym typeface="Quattrocento Sans"/>
              </a:rPr>
              <a:t>the maximum or minimum speed permitted by law in a given area under specified circumstances.</a:t>
            </a:r>
          </a:p>
        </p:txBody>
      </p:sp>
      <p:sp>
        <p:nvSpPr>
          <p:cNvPr id="3" name="Rectangle: Rounded Corners 5">
            <a:extLst>
              <a:ext uri="{FF2B5EF4-FFF2-40B4-BE49-F238E27FC236}">
                <a16:creationId xmlns:a16="http://schemas.microsoft.com/office/drawing/2014/main" id="{07F0540B-4167-E617-D9CB-F32752D7A098}"/>
              </a:ext>
            </a:extLst>
          </p:cNvPr>
          <p:cNvSpPr/>
          <p:nvPr/>
        </p:nvSpPr>
        <p:spPr>
          <a:xfrm>
            <a:off x="116457" y="138742"/>
            <a:ext cx="3032185"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New vocabulary</a:t>
            </a:r>
          </a:p>
        </p:txBody>
      </p:sp>
      <p:sp>
        <p:nvSpPr>
          <p:cNvPr id="417" name="Google Shape;417;p6">
            <a:extLst>
              <a:ext uri="{FF2B5EF4-FFF2-40B4-BE49-F238E27FC236}">
                <a16:creationId xmlns:a16="http://schemas.microsoft.com/office/drawing/2014/main" id="{74DE59C0-F43E-CD77-F8F7-B8DB82F7829D}"/>
              </a:ext>
            </a:extLst>
          </p:cNvPr>
          <p:cNvSpPr/>
          <p:nvPr/>
        </p:nvSpPr>
        <p:spPr>
          <a:xfrm>
            <a:off x="2071650" y="970205"/>
            <a:ext cx="5072099" cy="1015622"/>
          </a:xfrm>
          <a:prstGeom prst="rect">
            <a:avLst/>
          </a:prstGeom>
          <a:noFill/>
          <a:ln>
            <a:noFill/>
          </a:ln>
        </p:spPr>
        <p:txBody>
          <a:bodyPr spcFirstLastPara="1" wrap="square" lIns="91425" tIns="45700" rIns="91425" bIns="45700" anchor="t" anchorCtr="0">
            <a:spAutoFit/>
          </a:bodyPr>
          <a:lstStyle/>
          <a:p>
            <a:pPr algn="ctr"/>
            <a:r>
              <a:rPr lang="en-US" sz="60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limited speed</a:t>
            </a:r>
            <a:endParaRPr lang="en-US" sz="6000" dirty="0">
              <a:solidFill>
                <a:schemeClr val="bg2">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7E855730-2B48-9C9A-301E-3E80020EFF05}"/>
              </a:ext>
            </a:extLst>
          </p:cNvPr>
          <p:cNvPicPr>
            <a:picLocks noChangeAspect="1"/>
          </p:cNvPicPr>
          <p:nvPr/>
        </p:nvPicPr>
        <p:blipFill>
          <a:blip r:embed="rId3"/>
          <a:srcRect l="5717" t="6582" r="4123"/>
          <a:stretch>
            <a:fillRect/>
          </a:stretch>
        </p:blipFill>
        <p:spPr>
          <a:xfrm>
            <a:off x="292594" y="2074325"/>
            <a:ext cx="4279405" cy="2581601"/>
          </a:xfrm>
          <a:prstGeom prst="roundRect">
            <a:avLst/>
          </a:prstGeom>
          <a:effectLst>
            <a:outerShdw blurRad="50800" dist="38100" dir="5400000" algn="t" rotWithShape="0">
              <a:prstClr val="black">
                <a:alpha val="40000"/>
              </a:prstClr>
            </a:outerShdw>
          </a:effectLst>
        </p:spPr>
      </p:pic>
      <p:sp>
        <p:nvSpPr>
          <p:cNvPr id="9" name="Right Arrow 8">
            <a:extLst>
              <a:ext uri="{FF2B5EF4-FFF2-40B4-BE49-F238E27FC236}">
                <a16:creationId xmlns:a16="http://schemas.microsoft.com/office/drawing/2014/main" id="{D23F6957-F12C-7435-3BA8-08029E1F892D}"/>
              </a:ext>
            </a:extLst>
          </p:cNvPr>
          <p:cNvSpPr/>
          <p:nvPr/>
        </p:nvSpPr>
        <p:spPr>
          <a:xfrm rot="3139665">
            <a:off x="1621250" y="1939472"/>
            <a:ext cx="874295" cy="26970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87271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repeatCount="2000" fill="hold" grpId="0" nodeType="withEffect">
                                  <p:stCondLst>
                                    <p:cond delay="0"/>
                                  </p:stCondLst>
                                  <p:childTnLst>
                                    <p:animScale>
                                      <p:cBhvr>
                                        <p:cTn id="6" dur="2000" fill="hold"/>
                                        <p:tgtEl>
                                          <p:spTgt spid="9"/>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 grpId="0"/>
      <p:bldP spid="417" grpId="0"/>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2" name="Rounded Rectangle 1">
            <a:extLst>
              <a:ext uri="{FF2B5EF4-FFF2-40B4-BE49-F238E27FC236}">
                <a16:creationId xmlns:a16="http://schemas.microsoft.com/office/drawing/2014/main" id="{A440E795-1926-E88D-4193-2637F93E34E3}"/>
              </a:ext>
            </a:extLst>
          </p:cNvPr>
          <p:cNvSpPr/>
          <p:nvPr/>
        </p:nvSpPr>
        <p:spPr>
          <a:xfrm>
            <a:off x="208988" y="880533"/>
            <a:ext cx="8726023" cy="4124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Arial" panose="020B0604020202020204" pitchFamily="34" charset="0"/>
              <a:cs typeface="Arial" panose="020B0604020202020204" pitchFamily="34" charset="0"/>
            </a:endParaRPr>
          </a:p>
        </p:txBody>
      </p:sp>
      <p:sp>
        <p:nvSpPr>
          <p:cNvPr id="449" name="Google Shape;449;p10"/>
          <p:cNvSpPr/>
          <p:nvPr/>
        </p:nvSpPr>
        <p:spPr>
          <a:xfrm>
            <a:off x="4171024" y="1593713"/>
            <a:ext cx="4802589"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60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t</a:t>
            </a:r>
            <a:r>
              <a:rPr lang="en-US" sz="6000" b="1" u="none" strike="noStrike" cap="none"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raffic safety</a:t>
            </a:r>
            <a:endParaRPr sz="6000" b="0" u="none" strike="noStrike" cap="none" dirty="0">
              <a:solidFill>
                <a:schemeClr val="bg2">
                  <a:lumMod val="50000"/>
                </a:schemeClr>
              </a:solidFill>
              <a:latin typeface="Arial" panose="020B0604020202020204" pitchFamily="34" charset="0"/>
              <a:cs typeface="Arial" panose="020B0604020202020204" pitchFamily="34" charset="0"/>
              <a:sym typeface="Arial"/>
            </a:endParaRPr>
          </a:p>
        </p:txBody>
      </p:sp>
      <p:sp>
        <p:nvSpPr>
          <p:cNvPr id="450" name="Google Shape;450;p10"/>
          <p:cNvSpPr/>
          <p:nvPr/>
        </p:nvSpPr>
        <p:spPr>
          <a:xfrm>
            <a:off x="4511164" y="2571750"/>
            <a:ext cx="4122308" cy="1938952"/>
          </a:xfrm>
          <a:prstGeom prst="rect">
            <a:avLst/>
          </a:prstGeom>
          <a:noFill/>
          <a:ln>
            <a:noFill/>
          </a:ln>
        </p:spPr>
        <p:txBody>
          <a:bodyPr spcFirstLastPara="1" wrap="square" lIns="91425" tIns="45700" rIns="91425" bIns="45700" anchor="t" anchorCtr="0">
            <a:spAutoFit/>
          </a:bodyPr>
          <a:lstStyle/>
          <a:p>
            <a:pPr lvl="0" algn="ctr"/>
            <a:r>
              <a:rPr lang="en-US" sz="2400" dirty="0">
                <a:latin typeface="Arial" panose="020B0604020202020204" pitchFamily="34" charset="0"/>
                <a:cs typeface="Arial" panose="020B0604020202020204" pitchFamily="34" charset="0"/>
              </a:rPr>
              <a:t>(n </a:t>
            </a:r>
            <a:r>
              <a:rPr lang="en-US" sz="2400" dirty="0" err="1">
                <a:latin typeface="Arial" panose="020B0604020202020204" pitchFamily="34" charset="0"/>
                <a:cs typeface="Arial" panose="020B0604020202020204" pitchFamily="34" charset="0"/>
              </a:rPr>
              <a:t>phr</a:t>
            </a:r>
            <a:r>
              <a:rPr lang="en-US" sz="2400" dirty="0">
                <a:latin typeface="Arial" panose="020B0604020202020204" pitchFamily="34" charset="0"/>
                <a:cs typeface="Arial" panose="020B0604020202020204" pitchFamily="34" charset="0"/>
              </a:rPr>
              <a:t>)</a:t>
            </a:r>
          </a:p>
          <a:p>
            <a:pPr lvl="0" algn="ctr"/>
            <a:r>
              <a:rPr lang="en-US" sz="2400" dirty="0">
                <a:latin typeface="Arial" panose="020B0604020202020204" pitchFamily="34" charset="0"/>
                <a:cs typeface="Arial" panose="020B0604020202020204" pitchFamily="34" charset="0"/>
              </a:rPr>
              <a:t>/ˈ</a:t>
            </a:r>
            <a:r>
              <a:rPr lang="en-US" sz="2400" dirty="0" err="1">
                <a:latin typeface="Arial" panose="020B0604020202020204" pitchFamily="34" charset="0"/>
                <a:cs typeface="Arial" panose="020B0604020202020204" pitchFamily="34" charset="0"/>
              </a:rPr>
              <a:t>træfɪk</a:t>
            </a:r>
            <a:r>
              <a:rPr lang="en-US" sz="2400" dirty="0">
                <a:latin typeface="Arial" panose="020B0604020202020204" pitchFamily="34" charset="0"/>
                <a:cs typeface="Arial" panose="020B0604020202020204" pitchFamily="34" charset="0"/>
              </a:rPr>
              <a:t> ˈ</a:t>
            </a:r>
            <a:r>
              <a:rPr lang="en-US" sz="2400" dirty="0" err="1">
                <a:latin typeface="Arial" panose="020B0604020202020204" pitchFamily="34" charset="0"/>
                <a:cs typeface="Arial" panose="020B0604020202020204" pitchFamily="34" charset="0"/>
              </a:rPr>
              <a:t>seɪfti</a:t>
            </a:r>
            <a:r>
              <a:rPr lang="en-US" sz="2400" dirty="0">
                <a:latin typeface="Arial" panose="020B0604020202020204" pitchFamily="34" charset="0"/>
                <a:cs typeface="Arial" panose="020B0604020202020204" pitchFamily="34" charset="0"/>
              </a:rPr>
              <a:t>/</a:t>
            </a:r>
            <a:endParaRPr lang="en-US" sz="2400" dirty="0">
              <a:solidFill>
                <a:srgbClr val="002060"/>
              </a:solidFill>
              <a:latin typeface="Arial" panose="020B0604020202020204" pitchFamily="34" charset="0"/>
              <a:ea typeface="Quattrocento Sans"/>
              <a:cs typeface="Arial" panose="020B0604020202020204" pitchFamily="34" charset="0"/>
              <a:sym typeface="Quattrocento Sans"/>
            </a:endParaRPr>
          </a:p>
          <a:p>
            <a:pPr lvl="0" algn="ctr"/>
            <a:r>
              <a:rPr lang="en-US" sz="2400" dirty="0">
                <a:solidFill>
                  <a:srgbClr val="002060"/>
                </a:solidFill>
                <a:latin typeface="Arial" panose="020B0604020202020204" pitchFamily="34" charset="0"/>
                <a:ea typeface="Quattrocento Sans"/>
                <a:cs typeface="Arial" panose="020B0604020202020204" pitchFamily="34" charset="0"/>
                <a:sym typeface="Quattrocento Sans"/>
              </a:rPr>
              <a:t>teaching people how to behave safely when driving or crossing the road.</a:t>
            </a:r>
            <a:endParaRPr sz="2400" i="0" u="none" strike="noStrike" cap="none" dirty="0">
              <a:solidFill>
                <a:srgbClr val="002060"/>
              </a:solidFill>
              <a:latin typeface="Arial" panose="020B0604020202020204" pitchFamily="34" charset="0"/>
              <a:ea typeface="Quattrocento Sans"/>
              <a:cs typeface="Arial" panose="020B0604020202020204" pitchFamily="34" charset="0"/>
              <a:sym typeface="Quattrocento Sans"/>
            </a:endParaRPr>
          </a:p>
        </p:txBody>
      </p:sp>
      <p:pic>
        <p:nvPicPr>
          <p:cNvPr id="4098" name="Picture 2" descr="Traffic Safety Awareness - citizenc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590" y="1318389"/>
            <a:ext cx="3852760" cy="3229898"/>
          </a:xfrm>
          <a:prstGeom prst="roundRect">
            <a:avLst/>
          </a:prstGeom>
          <a:noFill/>
          <a:extLst>
            <a:ext uri="{909E8E84-426E-40DD-AFC4-6F175D3DCCD1}">
              <a14:hiddenFill xmlns:a14="http://schemas.microsoft.com/office/drawing/2010/main">
                <a:solidFill>
                  <a:srgbClr val="FFFFFF"/>
                </a:solidFill>
              </a14:hiddenFill>
            </a:ext>
          </a:extLst>
        </p:spPr>
      </p:pic>
      <p:sp>
        <p:nvSpPr>
          <p:cNvPr id="3" name="Rectangle: Rounded Corners 5">
            <a:extLst>
              <a:ext uri="{FF2B5EF4-FFF2-40B4-BE49-F238E27FC236}">
                <a16:creationId xmlns:a16="http://schemas.microsoft.com/office/drawing/2014/main" id="{5429DD35-D9B8-2285-6C28-63E2052930EC}"/>
              </a:ext>
            </a:extLst>
          </p:cNvPr>
          <p:cNvSpPr/>
          <p:nvPr/>
        </p:nvSpPr>
        <p:spPr>
          <a:xfrm>
            <a:off x="116457" y="138742"/>
            <a:ext cx="3032185"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New vocabulary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wipe(down)">
                                      <p:cBhvr>
                                        <p:cTn id="7" dur="500"/>
                                        <p:tgtEl>
                                          <p:spTgt spid="40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9"/>
                                        </p:tgtEl>
                                        <p:attrNameLst>
                                          <p:attrName>style.visibility</p:attrName>
                                        </p:attrNameLst>
                                      </p:cBhvr>
                                      <p:to>
                                        <p:strVal val="visible"/>
                                      </p:to>
                                    </p:set>
                                    <p:animEffect transition="in" filter="fade">
                                      <p:cBhvr>
                                        <p:cTn id="12" dur="1000"/>
                                        <p:tgtEl>
                                          <p:spTgt spid="4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0"/>
                                        </p:tgtEl>
                                        <p:attrNameLst>
                                          <p:attrName>style.visibility</p:attrName>
                                        </p:attrNameLst>
                                      </p:cBhvr>
                                      <p:to>
                                        <p:strVal val="visible"/>
                                      </p:to>
                                    </p:set>
                                    <p:animEffect transition="in" filter="fade">
                                      <p:cBhvr>
                                        <p:cTn id="17" dur="2000"/>
                                        <p:tgtEl>
                                          <p:spTgt spid="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47">
          <a:extLst>
            <a:ext uri="{FF2B5EF4-FFF2-40B4-BE49-F238E27FC236}">
              <a16:creationId xmlns:a16="http://schemas.microsoft.com/office/drawing/2014/main" id="{BE96755A-7376-60DD-DCB1-6693AC88F33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31E4A38-88F7-984B-432C-E9D78CF52A3F}"/>
              </a:ext>
            </a:extLst>
          </p:cNvPr>
          <p:cNvSpPr/>
          <p:nvPr/>
        </p:nvSpPr>
        <p:spPr>
          <a:xfrm>
            <a:off x="208988" y="880533"/>
            <a:ext cx="8726023" cy="412422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latin typeface="Arial" panose="020B0604020202020204" pitchFamily="34" charset="0"/>
              <a:cs typeface="Arial" panose="020B0604020202020204" pitchFamily="34" charset="0"/>
            </a:endParaRPr>
          </a:p>
        </p:txBody>
      </p:sp>
      <p:sp>
        <p:nvSpPr>
          <p:cNvPr id="449" name="Google Shape;449;p10">
            <a:extLst>
              <a:ext uri="{FF2B5EF4-FFF2-40B4-BE49-F238E27FC236}">
                <a16:creationId xmlns:a16="http://schemas.microsoft.com/office/drawing/2014/main" id="{7D77BEB0-1499-4E8C-6ED4-2017096BDD1F}"/>
              </a:ext>
            </a:extLst>
          </p:cNvPr>
          <p:cNvSpPr/>
          <p:nvPr/>
        </p:nvSpPr>
        <p:spPr>
          <a:xfrm>
            <a:off x="3424743" y="1378707"/>
            <a:ext cx="5434766" cy="1015622"/>
          </a:xfrm>
          <a:prstGeom prst="rect">
            <a:avLst/>
          </a:prstGeom>
          <a:noFill/>
          <a:ln>
            <a:noFill/>
          </a:ln>
        </p:spPr>
        <p:txBody>
          <a:bodyPr spcFirstLastPara="1" wrap="square" lIns="91425" tIns="45700" rIns="91425" bIns="45700" anchor="t" anchorCtr="0">
            <a:spAutoFit/>
          </a:bodyPr>
          <a:lstStyle/>
          <a:p>
            <a:pPr lvl="0" algn="ctr"/>
            <a:r>
              <a:rPr lang="en-US" sz="60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safe distance</a:t>
            </a:r>
            <a:endParaRPr lang="en-US" sz="6000" dirty="0">
              <a:solidFill>
                <a:schemeClr val="bg2">
                  <a:lumMod val="50000"/>
                </a:schemeClr>
              </a:solidFill>
              <a:latin typeface="Arial" panose="020B0604020202020204" pitchFamily="34" charset="0"/>
              <a:cs typeface="Arial" panose="020B0604020202020204" pitchFamily="34" charset="0"/>
            </a:endParaRPr>
          </a:p>
        </p:txBody>
      </p:sp>
      <p:sp>
        <p:nvSpPr>
          <p:cNvPr id="450" name="Google Shape;450;p10">
            <a:extLst>
              <a:ext uri="{FF2B5EF4-FFF2-40B4-BE49-F238E27FC236}">
                <a16:creationId xmlns:a16="http://schemas.microsoft.com/office/drawing/2014/main" id="{0D0D2A3E-5E9A-4A04-19F5-9977443FC11A}"/>
              </a:ext>
            </a:extLst>
          </p:cNvPr>
          <p:cNvSpPr/>
          <p:nvPr/>
        </p:nvSpPr>
        <p:spPr>
          <a:xfrm>
            <a:off x="3595919" y="2394329"/>
            <a:ext cx="5092414" cy="2308284"/>
          </a:xfrm>
          <a:prstGeom prst="rect">
            <a:avLst/>
          </a:prstGeom>
          <a:noFill/>
          <a:ln>
            <a:noFill/>
          </a:ln>
        </p:spPr>
        <p:txBody>
          <a:bodyPr spcFirstLastPara="1" wrap="square" lIns="91425" tIns="45700" rIns="91425" bIns="45700" anchor="t" anchorCtr="0">
            <a:spAutoFit/>
          </a:bodyPr>
          <a:lstStyle/>
          <a:p>
            <a:pPr lvl="0" algn="ctr"/>
            <a:r>
              <a:rPr lang="en-US" sz="2400" dirty="0">
                <a:latin typeface="Arial" panose="020B0604020202020204" pitchFamily="34" charset="0"/>
                <a:cs typeface="Arial" panose="020B0604020202020204" pitchFamily="34" charset="0"/>
              </a:rPr>
              <a:t>(n </a:t>
            </a:r>
            <a:r>
              <a:rPr lang="en-US" sz="2400" dirty="0" err="1">
                <a:latin typeface="Arial" panose="020B0604020202020204" pitchFamily="34" charset="0"/>
                <a:cs typeface="Arial" panose="020B0604020202020204" pitchFamily="34" charset="0"/>
              </a:rPr>
              <a:t>phr</a:t>
            </a:r>
            <a:r>
              <a:rPr lang="en-US" sz="2400" dirty="0">
                <a:latin typeface="Arial" panose="020B0604020202020204" pitchFamily="34" charset="0"/>
                <a:cs typeface="Arial" panose="020B0604020202020204" pitchFamily="34" charset="0"/>
              </a:rPr>
              <a:t>)</a:t>
            </a:r>
          </a:p>
          <a:p>
            <a:pPr lvl="0" algn="ctr"/>
            <a:r>
              <a:rPr lang="en-US" sz="2400" dirty="0">
                <a:latin typeface="Arial" panose="020B0604020202020204" pitchFamily="34" charset="0"/>
                <a:cs typeface="Arial" panose="020B0604020202020204" pitchFamily="34" charset="0"/>
              </a:rPr>
              <a:t>/</a:t>
            </a:r>
            <a:r>
              <a:rPr lang="en-US" sz="2400" dirty="0" err="1"/>
              <a:t>seɪf</a:t>
            </a:r>
            <a:r>
              <a:rPr lang="en-US" sz="2400" dirty="0"/>
              <a:t> ˈ</a:t>
            </a:r>
            <a:r>
              <a:rPr lang="en-US" sz="2400" dirty="0" err="1"/>
              <a:t>dɪstəns</a:t>
            </a:r>
            <a:r>
              <a:rPr lang="en-US" sz="2400" dirty="0"/>
              <a:t>/</a:t>
            </a:r>
            <a:endParaRPr lang="en-US" sz="2400" dirty="0">
              <a:solidFill>
                <a:srgbClr val="002060"/>
              </a:solidFill>
              <a:latin typeface="Arial" panose="020B0604020202020204" pitchFamily="34" charset="0"/>
              <a:ea typeface="Quattrocento Sans"/>
              <a:cs typeface="Arial" panose="020B0604020202020204" pitchFamily="34" charset="0"/>
              <a:sym typeface="Quattrocento Sans"/>
            </a:endParaRPr>
          </a:p>
          <a:p>
            <a:pPr lvl="0" algn="ctr"/>
            <a:r>
              <a:rPr lang="en-US" sz="2400" dirty="0">
                <a:solidFill>
                  <a:srgbClr val="002060"/>
                </a:solidFill>
                <a:latin typeface="Arial" panose="020B0604020202020204" pitchFamily="34" charset="0"/>
                <a:ea typeface="Quattrocento Sans"/>
                <a:cs typeface="Arial" panose="020B0604020202020204" pitchFamily="34" charset="0"/>
                <a:sym typeface="Quattrocento Sans"/>
              </a:rPr>
              <a:t>the minimum amount of space needed between people, vehicles, or objects to prevent accidents, ensure safety, or avoid harm</a:t>
            </a:r>
          </a:p>
        </p:txBody>
      </p:sp>
      <p:sp>
        <p:nvSpPr>
          <p:cNvPr id="3" name="Rectangle: Rounded Corners 5">
            <a:extLst>
              <a:ext uri="{FF2B5EF4-FFF2-40B4-BE49-F238E27FC236}">
                <a16:creationId xmlns:a16="http://schemas.microsoft.com/office/drawing/2014/main" id="{7D3A3B71-F378-73C9-87D9-6187B3EFEEB1}"/>
              </a:ext>
            </a:extLst>
          </p:cNvPr>
          <p:cNvSpPr/>
          <p:nvPr/>
        </p:nvSpPr>
        <p:spPr>
          <a:xfrm>
            <a:off x="116457" y="138742"/>
            <a:ext cx="3032185"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New vocabulary</a:t>
            </a:r>
          </a:p>
        </p:txBody>
      </p:sp>
      <p:pic>
        <p:nvPicPr>
          <p:cNvPr id="4" name="Picture 2" descr="3,626 Car Safe Distance Royalty-Free Photos and Stock Images | Shutterstock">
            <a:extLst>
              <a:ext uri="{FF2B5EF4-FFF2-40B4-BE49-F238E27FC236}">
                <a16:creationId xmlns:a16="http://schemas.microsoft.com/office/drawing/2014/main" id="{06D6788D-E174-64E7-3DC3-65BDB1200CDA}"/>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92500" l="0" r="98294"/>
                    </a14:imgEffect>
                  </a14:imgLayer>
                </a14:imgProps>
              </a:ext>
              <a:ext uri="{28A0092B-C50C-407E-A947-70E740481C1C}">
                <a14:useLocalDpi xmlns:a14="http://schemas.microsoft.com/office/drawing/2010/main" val="0"/>
              </a:ext>
            </a:extLst>
          </a:blip>
          <a:srcRect b="6528"/>
          <a:stretch/>
        </p:blipFill>
        <p:spPr bwMode="auto">
          <a:xfrm>
            <a:off x="334789" y="1528881"/>
            <a:ext cx="3165456" cy="28275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0579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9"/>
                                        </p:tgtEl>
                                        <p:attrNameLst>
                                          <p:attrName>style.visibility</p:attrName>
                                        </p:attrNameLst>
                                      </p:cBhvr>
                                      <p:to>
                                        <p:strVal val="visible"/>
                                      </p:to>
                                    </p:set>
                                    <p:animEffect transition="in" filter="fade">
                                      <p:cBhvr>
                                        <p:cTn id="12" dur="1000"/>
                                        <p:tgtEl>
                                          <p:spTgt spid="44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0"/>
                                        </p:tgtEl>
                                        <p:attrNameLst>
                                          <p:attrName>style.visibility</p:attrName>
                                        </p:attrNameLst>
                                      </p:cBhvr>
                                      <p:to>
                                        <p:strVal val="visible"/>
                                      </p:to>
                                    </p:set>
                                    <p:animEffect transition="in" filter="fade">
                                      <p:cBhvr>
                                        <p:cTn id="17" dur="2000"/>
                                        <p:tgtEl>
                                          <p:spTgt spid="4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47">
          <a:extLst>
            <a:ext uri="{FF2B5EF4-FFF2-40B4-BE49-F238E27FC236}">
              <a16:creationId xmlns:a16="http://schemas.microsoft.com/office/drawing/2014/main" id="{A432C5CA-AC3C-AEB5-031D-056AF98239BA}"/>
            </a:ext>
          </a:extLst>
        </p:cNvPr>
        <p:cNvGrpSpPr/>
        <p:nvPr/>
      </p:nvGrpSpPr>
      <p:grpSpPr>
        <a:xfrm>
          <a:off x="0" y="0"/>
          <a:ext cx="0" cy="0"/>
          <a:chOff x="0" y="0"/>
          <a:chExt cx="0" cy="0"/>
        </a:xfrm>
      </p:grpSpPr>
      <p:sp>
        <p:nvSpPr>
          <p:cNvPr id="3" name="Rectangle: Rounded Corners 5">
            <a:extLst>
              <a:ext uri="{FF2B5EF4-FFF2-40B4-BE49-F238E27FC236}">
                <a16:creationId xmlns:a16="http://schemas.microsoft.com/office/drawing/2014/main" id="{635EEA88-EA63-9548-BA0C-A82E5775F604}"/>
              </a:ext>
            </a:extLst>
          </p:cNvPr>
          <p:cNvSpPr/>
          <p:nvPr/>
        </p:nvSpPr>
        <p:spPr>
          <a:xfrm>
            <a:off x="116457" y="138742"/>
            <a:ext cx="3032185"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New vocabulary</a:t>
            </a:r>
          </a:p>
        </p:txBody>
      </p:sp>
      <p:graphicFrame>
        <p:nvGraphicFramePr>
          <p:cNvPr id="5" name="Table 4">
            <a:extLst>
              <a:ext uri="{FF2B5EF4-FFF2-40B4-BE49-F238E27FC236}">
                <a16:creationId xmlns:a16="http://schemas.microsoft.com/office/drawing/2014/main" id="{41524937-86B5-1449-D59E-A31E2BF304D4}"/>
              </a:ext>
            </a:extLst>
          </p:cNvPr>
          <p:cNvGraphicFramePr>
            <a:graphicFrameLocks noGrp="1"/>
          </p:cNvGraphicFramePr>
          <p:nvPr>
            <p:extLst>
              <p:ext uri="{D42A27DB-BD31-4B8C-83A1-F6EECF244321}">
                <p14:modId xmlns:p14="http://schemas.microsoft.com/office/powerpoint/2010/main" val="1642822904"/>
              </p:ext>
            </p:extLst>
          </p:nvPr>
        </p:nvGraphicFramePr>
        <p:xfrm>
          <a:off x="522514" y="786644"/>
          <a:ext cx="8098971" cy="4218114"/>
        </p:xfrm>
        <a:graphic>
          <a:graphicData uri="http://schemas.openxmlformats.org/drawingml/2006/table">
            <a:tbl>
              <a:tblPr firstRow="1" bandRow="1">
                <a:tableStyleId>{5C22544A-7EE6-4342-B048-85BDC9FD1C3A}</a:tableStyleId>
              </a:tblPr>
              <a:tblGrid>
                <a:gridCol w="3087584">
                  <a:extLst>
                    <a:ext uri="{9D8B030D-6E8A-4147-A177-3AD203B41FA5}">
                      <a16:colId xmlns:a16="http://schemas.microsoft.com/office/drawing/2014/main" val="50412860"/>
                    </a:ext>
                  </a:extLst>
                </a:gridCol>
                <a:gridCol w="2339095">
                  <a:extLst>
                    <a:ext uri="{9D8B030D-6E8A-4147-A177-3AD203B41FA5}">
                      <a16:colId xmlns:a16="http://schemas.microsoft.com/office/drawing/2014/main" val="755456381"/>
                    </a:ext>
                  </a:extLst>
                </a:gridCol>
                <a:gridCol w="2672292">
                  <a:extLst>
                    <a:ext uri="{9D8B030D-6E8A-4147-A177-3AD203B41FA5}">
                      <a16:colId xmlns:a16="http://schemas.microsoft.com/office/drawing/2014/main" val="3818563810"/>
                    </a:ext>
                  </a:extLst>
                </a:gridCol>
              </a:tblGrid>
              <a:tr h="703019">
                <a:tc>
                  <a:txBody>
                    <a:bodyPr/>
                    <a:lstStyle/>
                    <a:p>
                      <a:pPr algn="ctr"/>
                      <a:r>
                        <a:rPr lang="en-VN" sz="2400" dirty="0">
                          <a:solidFill>
                            <a:schemeClr val="bg2">
                              <a:lumMod val="50000"/>
                            </a:schemeClr>
                          </a:solidFill>
                          <a:latin typeface="Arial" panose="020B0604020202020204" pitchFamily="34" charset="0"/>
                          <a:cs typeface="Arial" panose="020B0604020202020204" pitchFamily="34" charset="0"/>
                        </a:rPr>
                        <a:t>New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a:r>
                        <a:rPr lang="en-VN" sz="2400" dirty="0">
                          <a:solidFill>
                            <a:schemeClr val="bg2">
                              <a:lumMod val="50000"/>
                            </a:schemeClr>
                          </a:solidFill>
                          <a:latin typeface="Arial" panose="020B0604020202020204" pitchFamily="34" charset="0"/>
                          <a:cs typeface="Arial" panose="020B0604020202020204" pitchFamily="34" charset="0"/>
                        </a:rPr>
                        <a:t>Pronunciation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tc>
                  <a:txBody>
                    <a:bodyPr/>
                    <a:lstStyle/>
                    <a:p>
                      <a:pPr algn="ctr"/>
                      <a:r>
                        <a:rPr lang="en-VN" sz="2400" dirty="0">
                          <a:solidFill>
                            <a:schemeClr val="bg2">
                              <a:lumMod val="50000"/>
                            </a:schemeClr>
                          </a:solidFill>
                          <a:latin typeface="Arial" panose="020B0604020202020204" pitchFamily="34" charset="0"/>
                          <a:cs typeface="Arial" panose="020B0604020202020204" pitchFamily="34" charset="0"/>
                        </a:rPr>
                        <a:t>Meaning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20000"/>
                        <a:lumOff val="80000"/>
                      </a:schemeClr>
                    </a:solidFill>
                  </a:tcPr>
                </a:tc>
                <a:extLst>
                  <a:ext uri="{0D108BD9-81ED-4DB2-BD59-A6C34878D82A}">
                    <a16:rowId xmlns:a16="http://schemas.microsoft.com/office/drawing/2014/main" val="3803041043"/>
                  </a:ext>
                </a:extLst>
              </a:tr>
              <a:tr h="703019">
                <a:tc>
                  <a:txBody>
                    <a:bodyPr/>
                    <a:lstStyle/>
                    <a:p>
                      <a:r>
                        <a:rPr lang="en-VN" sz="2000" b="1" dirty="0">
                          <a:latin typeface="Arial" panose="020B0604020202020204" pitchFamily="34" charset="0"/>
                          <a:cs typeface="Arial" panose="020B0604020202020204" pitchFamily="34" charset="0"/>
                        </a:rPr>
                        <a:t>1. </a:t>
                      </a:r>
                      <a:r>
                        <a:rPr lang="en-US" sz="2000" b="1" dirty="0">
                          <a:latin typeface="Arial" panose="020B0604020202020204" pitchFamily="34" charset="0"/>
                          <a:cs typeface="Arial" panose="020B0604020202020204" pitchFamily="34" charset="0"/>
                        </a:rPr>
                        <a:t>g</a:t>
                      </a:r>
                      <a:r>
                        <a:rPr lang="en-VN" sz="2000" b="1" dirty="0">
                          <a:latin typeface="Arial" panose="020B0604020202020204" pitchFamily="34" charset="0"/>
                          <a:cs typeface="Arial" panose="020B0604020202020204" pitchFamily="34" charset="0"/>
                        </a:rPr>
                        <a:t>raph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ɡræf</a:t>
                      </a:r>
                      <a:r>
                        <a:rPr lang="en-US" sz="2000" dirty="0">
                          <a:latin typeface="Arial" panose="020B0604020202020204" pitchFamily="34" charset="0"/>
                          <a:cs typeface="Arial" panose="020B0604020202020204" pitchFamily="34" charset="0"/>
                        </a:rPr>
                        <a:t>/</a:t>
                      </a:r>
                      <a:endParaRPr lang="en-US" sz="2000" b="1" dirty="0">
                        <a:solidFill>
                          <a:srgbClr val="002060"/>
                        </a:solidFill>
                        <a:latin typeface="Arial" panose="020B0604020202020204" pitchFamily="34" charset="0"/>
                        <a:ea typeface="Quattrocento Sans"/>
                        <a:cs typeface="Arial" panose="020B0604020202020204" pitchFamily="34" charset="0"/>
                        <a:sym typeface="Quattrocento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B</a:t>
                      </a:r>
                      <a:r>
                        <a:rPr lang="en-VN" sz="2000" dirty="0">
                          <a:latin typeface="Arial" panose="020B0604020202020204" pitchFamily="34" charset="0"/>
                          <a:cs typeface="Arial" panose="020B0604020202020204" pitchFamily="34" charset="0"/>
                        </a:rPr>
                        <a:t>iểu đồ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841490"/>
                  </a:ext>
                </a:extLst>
              </a:tr>
              <a:tr h="703019">
                <a:tc>
                  <a:txBody>
                    <a:bodyPr/>
                    <a:lstStyle/>
                    <a:p>
                      <a:r>
                        <a:rPr lang="en-VN" sz="2000" b="1" dirty="0">
                          <a:latin typeface="Arial" panose="020B0604020202020204" pitchFamily="34" charset="0"/>
                          <a:cs typeface="Arial" panose="020B0604020202020204" pitchFamily="34" charset="0"/>
                        </a:rPr>
                        <a:t>2. </a:t>
                      </a:r>
                      <a:r>
                        <a:rPr lang="en-US" sz="2000" b="1" dirty="0">
                          <a:latin typeface="Arial" panose="020B0604020202020204" pitchFamily="34" charset="0"/>
                          <a:cs typeface="Arial" panose="020B0604020202020204" pitchFamily="34" charset="0"/>
                        </a:rPr>
                        <a:t>t</a:t>
                      </a:r>
                      <a:r>
                        <a:rPr lang="en-VN" sz="2000" b="1" dirty="0">
                          <a:latin typeface="Arial" panose="020B0604020202020204" pitchFamily="34" charset="0"/>
                          <a:cs typeface="Arial" panose="020B0604020202020204" pitchFamily="34" charset="0"/>
                        </a:rPr>
                        <a:t>able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Arial" panose="020B0604020202020204" pitchFamily="34" charset="0"/>
                          <a:cs typeface="Arial" panose="020B0604020202020204" pitchFamily="34" charset="0"/>
                        </a:rPr>
                        <a:t>/ˈ</a:t>
                      </a:r>
                      <a:r>
                        <a:rPr lang="en-US" sz="2000" dirty="0" err="1">
                          <a:latin typeface="Arial" panose="020B0604020202020204" pitchFamily="34" charset="0"/>
                          <a:cs typeface="Arial" panose="020B0604020202020204" pitchFamily="34" charset="0"/>
                        </a:rPr>
                        <a:t>teɪbl</a:t>
                      </a:r>
                      <a:r>
                        <a:rPr lang="en-US" sz="2000" dirty="0">
                          <a:latin typeface="Arial" panose="020B0604020202020204" pitchFamily="34" charset="0"/>
                          <a:cs typeface="Arial" panose="020B0604020202020204" pitchFamily="34" charset="0"/>
                        </a:rPr>
                        <a:t>/</a:t>
                      </a:r>
                      <a:endParaRPr lang="en-US" sz="2000" dirty="0">
                        <a:solidFill>
                          <a:srgbClr val="002060"/>
                        </a:solidFill>
                        <a:latin typeface="Arial" panose="020B0604020202020204" pitchFamily="34" charset="0"/>
                        <a:ea typeface="Quattrocento Sans"/>
                        <a:cs typeface="Arial" panose="020B0604020202020204" pitchFamily="34" charset="0"/>
                        <a:sym typeface="Quattrocento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B</a:t>
                      </a:r>
                      <a:r>
                        <a:rPr lang="en-VN" sz="2000" dirty="0">
                          <a:latin typeface="Arial" panose="020B0604020202020204" pitchFamily="34" charset="0"/>
                          <a:cs typeface="Arial" panose="020B0604020202020204" pitchFamily="34" charset="0"/>
                        </a:rPr>
                        <a:t>ảng dữ liệu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0397844"/>
                  </a:ext>
                </a:extLst>
              </a:tr>
              <a:tr h="703019">
                <a:tc>
                  <a:txBody>
                    <a:bodyPr/>
                    <a:lstStyle/>
                    <a:p>
                      <a:r>
                        <a:rPr lang="en-VN" sz="2000" b="1" dirty="0">
                          <a:latin typeface="Arial" panose="020B0604020202020204" pitchFamily="34" charset="0"/>
                          <a:cs typeface="Arial" panose="020B0604020202020204" pitchFamily="34" charset="0"/>
                        </a:rPr>
                        <a:t>3. </a:t>
                      </a:r>
                      <a:r>
                        <a:rPr lang="en-US" sz="2000" b="1" dirty="0">
                          <a:latin typeface="Arial" panose="020B0604020202020204" pitchFamily="34" charset="0"/>
                          <a:cs typeface="Arial" panose="020B0604020202020204" pitchFamily="34" charset="0"/>
                        </a:rPr>
                        <a:t>l</a:t>
                      </a:r>
                      <a:r>
                        <a:rPr lang="en-VN" sz="2000" b="1" dirty="0">
                          <a:latin typeface="Arial" panose="020B0604020202020204" pitchFamily="34" charset="0"/>
                          <a:cs typeface="Arial" panose="020B0604020202020204" pitchFamily="34" charset="0"/>
                        </a:rPr>
                        <a:t>imited speed (n phr)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Arial" panose="020B0604020202020204" pitchFamily="34" charset="0"/>
                          <a:cs typeface="Arial" panose="020B0604020202020204" pitchFamily="34" charset="0"/>
                        </a:rPr>
                        <a:t>/ˈ</a:t>
                      </a:r>
                      <a:r>
                        <a:rPr lang="en-US" sz="2000" dirty="0" err="1">
                          <a:latin typeface="Arial" panose="020B0604020202020204" pitchFamily="34" charset="0"/>
                          <a:cs typeface="Arial" panose="020B0604020202020204" pitchFamily="34" charset="0"/>
                        </a:rPr>
                        <a:t>lɪmɪtɪd</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spiːd</a:t>
                      </a:r>
                      <a:r>
                        <a:rPr lang="en-US" sz="2000" dirty="0">
                          <a:latin typeface="Arial" panose="020B0604020202020204" pitchFamily="34" charset="0"/>
                          <a:cs typeface="Arial" panose="020B0604020202020204" pitchFamily="34" charset="0"/>
                        </a:rPr>
                        <a:t>/</a:t>
                      </a:r>
                      <a:endParaRPr lang="en-US" sz="2000" dirty="0">
                        <a:solidFill>
                          <a:srgbClr val="002060"/>
                        </a:solidFill>
                        <a:latin typeface="Arial" panose="020B0604020202020204" pitchFamily="34" charset="0"/>
                        <a:ea typeface="Quattrocento Sans"/>
                        <a:cs typeface="Arial" panose="020B0604020202020204" pitchFamily="34" charset="0"/>
                        <a:sym typeface="Quattrocento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T</a:t>
                      </a:r>
                      <a:r>
                        <a:rPr lang="en-VN" sz="2000" dirty="0">
                          <a:latin typeface="Arial" panose="020B0604020202020204" pitchFamily="34" charset="0"/>
                          <a:cs typeface="Arial" panose="020B0604020202020204" pitchFamily="34" charset="0"/>
                        </a:rPr>
                        <a:t>ốc độ giới hạn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361513"/>
                  </a:ext>
                </a:extLst>
              </a:tr>
              <a:tr h="703019">
                <a:tc>
                  <a:txBody>
                    <a:bodyPr/>
                    <a:lstStyle/>
                    <a:p>
                      <a:r>
                        <a:rPr lang="en-VN" sz="2000" b="1" dirty="0">
                          <a:latin typeface="Arial" panose="020B0604020202020204" pitchFamily="34" charset="0"/>
                          <a:cs typeface="Arial" panose="020B0604020202020204" pitchFamily="34" charset="0"/>
                        </a:rPr>
                        <a:t>4. </a:t>
                      </a:r>
                      <a:r>
                        <a:rPr lang="en-US" sz="2000" b="1" dirty="0">
                          <a:latin typeface="Arial" panose="020B0604020202020204" pitchFamily="34" charset="0"/>
                          <a:cs typeface="Arial" panose="020B0604020202020204" pitchFamily="34" charset="0"/>
                        </a:rPr>
                        <a:t>t</a:t>
                      </a:r>
                      <a:r>
                        <a:rPr lang="en-VN" sz="2000" b="1" dirty="0">
                          <a:latin typeface="Arial" panose="020B0604020202020204" pitchFamily="34" charset="0"/>
                          <a:cs typeface="Arial" panose="020B0604020202020204" pitchFamily="34" charset="0"/>
                        </a:rPr>
                        <a:t>raffic </a:t>
                      </a:r>
                      <a:r>
                        <a:rPr lang="en-VN" sz="2000" b="1">
                          <a:latin typeface="Arial" panose="020B0604020202020204" pitchFamily="34" charset="0"/>
                          <a:cs typeface="Arial" panose="020B0604020202020204" pitchFamily="34" charset="0"/>
                        </a:rPr>
                        <a:t>safety (n </a:t>
                      </a:r>
                      <a:r>
                        <a:rPr lang="en-VN" sz="2000" b="1" dirty="0">
                          <a:latin typeface="Arial" panose="020B0604020202020204" pitchFamily="34" charset="0"/>
                          <a:cs typeface="Arial" panose="020B0604020202020204" pitchFamily="34" charset="0"/>
                        </a:rPr>
                        <a:t>phr)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Arial" panose="020B0604020202020204" pitchFamily="34" charset="0"/>
                          <a:cs typeface="Arial" panose="020B0604020202020204" pitchFamily="34" charset="0"/>
                        </a:rPr>
                        <a:t>/ˈ</a:t>
                      </a:r>
                      <a:r>
                        <a:rPr lang="en-US" sz="2000" dirty="0" err="1">
                          <a:latin typeface="Arial" panose="020B0604020202020204" pitchFamily="34" charset="0"/>
                          <a:cs typeface="Arial" panose="020B0604020202020204" pitchFamily="34" charset="0"/>
                        </a:rPr>
                        <a:t>træfɪk</a:t>
                      </a:r>
                      <a:r>
                        <a:rPr lang="en-US" sz="2000" dirty="0">
                          <a:latin typeface="Arial" panose="020B0604020202020204" pitchFamily="34" charset="0"/>
                          <a:cs typeface="Arial" panose="020B0604020202020204" pitchFamily="34" charset="0"/>
                        </a:rPr>
                        <a:t> ˈ</a:t>
                      </a:r>
                      <a:r>
                        <a:rPr lang="en-US" sz="2000" dirty="0" err="1">
                          <a:latin typeface="Arial" panose="020B0604020202020204" pitchFamily="34" charset="0"/>
                          <a:cs typeface="Arial" panose="020B0604020202020204" pitchFamily="34" charset="0"/>
                        </a:rPr>
                        <a:t>seɪfti</a:t>
                      </a:r>
                      <a:r>
                        <a:rPr lang="en-US" sz="2000" dirty="0">
                          <a:latin typeface="Arial" panose="020B0604020202020204" pitchFamily="34" charset="0"/>
                          <a:cs typeface="Arial" panose="020B0604020202020204" pitchFamily="34" charset="0"/>
                        </a:rPr>
                        <a:t>/</a:t>
                      </a:r>
                      <a:endParaRPr lang="en-US" sz="2000" dirty="0">
                        <a:solidFill>
                          <a:srgbClr val="002060"/>
                        </a:solidFill>
                        <a:latin typeface="Arial" panose="020B0604020202020204" pitchFamily="34" charset="0"/>
                        <a:ea typeface="Quattrocento Sans"/>
                        <a:cs typeface="Arial" panose="020B0604020202020204" pitchFamily="34" charset="0"/>
                        <a:sym typeface="Quattrocento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A</a:t>
                      </a:r>
                      <a:r>
                        <a:rPr lang="en-VN" sz="2000" dirty="0">
                          <a:latin typeface="Arial" panose="020B0604020202020204" pitchFamily="34" charset="0"/>
                          <a:cs typeface="Arial" panose="020B0604020202020204" pitchFamily="34" charset="0"/>
                        </a:rPr>
                        <a:t>n toàn giao thông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5006870"/>
                  </a:ext>
                </a:extLst>
              </a:tr>
              <a:tr h="703019">
                <a:tc>
                  <a:txBody>
                    <a:bodyPr/>
                    <a:lstStyle/>
                    <a:p>
                      <a:r>
                        <a:rPr lang="en-VN" sz="2000" b="1" dirty="0">
                          <a:latin typeface="Arial" panose="020B0604020202020204" pitchFamily="34" charset="0"/>
                          <a:cs typeface="Arial" panose="020B0604020202020204" pitchFamily="34" charset="0"/>
                        </a:rPr>
                        <a:t>5. </a:t>
                      </a:r>
                      <a:r>
                        <a:rPr lang="en-US" sz="2000" b="1" dirty="0">
                          <a:latin typeface="Arial" panose="020B0604020202020204" pitchFamily="34" charset="0"/>
                          <a:cs typeface="Arial" panose="020B0604020202020204" pitchFamily="34" charset="0"/>
                        </a:rPr>
                        <a:t>s</a:t>
                      </a:r>
                      <a:r>
                        <a:rPr lang="en-VN" sz="2000" b="1" dirty="0">
                          <a:latin typeface="Arial" panose="020B0604020202020204" pitchFamily="34" charset="0"/>
                          <a:cs typeface="Arial" panose="020B0604020202020204" pitchFamily="34" charset="0"/>
                        </a:rPr>
                        <a:t>afe distance (n phr)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seɪf</a:t>
                      </a:r>
                      <a:r>
                        <a:rPr lang="en-US" sz="2000" dirty="0">
                          <a:latin typeface="Arial" panose="020B0604020202020204" pitchFamily="34" charset="0"/>
                          <a:cs typeface="Arial" panose="020B0604020202020204" pitchFamily="34" charset="0"/>
                        </a:rPr>
                        <a:t> ˈ</a:t>
                      </a:r>
                      <a:r>
                        <a:rPr lang="en-US" sz="2000" dirty="0" err="1">
                          <a:latin typeface="Arial" panose="020B0604020202020204" pitchFamily="34" charset="0"/>
                          <a:cs typeface="Arial" panose="020B0604020202020204" pitchFamily="34" charset="0"/>
                        </a:rPr>
                        <a:t>dɪstəns</a:t>
                      </a:r>
                      <a:r>
                        <a:rPr lang="en-US" sz="2000" dirty="0">
                          <a:latin typeface="Arial" panose="020B0604020202020204" pitchFamily="34" charset="0"/>
                          <a:cs typeface="Arial" panose="020B0604020202020204" pitchFamily="34" charset="0"/>
                        </a:rPr>
                        <a:t>/</a:t>
                      </a:r>
                      <a:endParaRPr lang="en-US" sz="2000" dirty="0">
                        <a:solidFill>
                          <a:srgbClr val="002060"/>
                        </a:solidFill>
                        <a:latin typeface="Arial" panose="020B0604020202020204" pitchFamily="34" charset="0"/>
                        <a:ea typeface="Quattrocento Sans"/>
                        <a:cs typeface="Arial" panose="020B0604020202020204" pitchFamily="34" charset="0"/>
                        <a:sym typeface="Quattrocento San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Arial" panose="020B0604020202020204" pitchFamily="34" charset="0"/>
                          <a:cs typeface="Arial" panose="020B0604020202020204" pitchFamily="34" charset="0"/>
                        </a:rPr>
                        <a:t>K</a:t>
                      </a:r>
                      <a:r>
                        <a:rPr lang="en-VN" sz="2000" dirty="0">
                          <a:latin typeface="Arial" panose="020B0604020202020204" pitchFamily="34" charset="0"/>
                          <a:cs typeface="Arial" panose="020B0604020202020204" pitchFamily="34" charset="0"/>
                        </a:rPr>
                        <a:t>hoảng cách an toàn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7742193"/>
                  </a:ext>
                </a:extLst>
              </a:tr>
            </a:tbl>
          </a:graphicData>
        </a:graphic>
      </p:graphicFrame>
    </p:spTree>
    <p:extLst>
      <p:ext uri="{BB962C8B-B14F-4D97-AF65-F5344CB8AC3E}">
        <p14:creationId xmlns:p14="http://schemas.microsoft.com/office/powerpoint/2010/main" val="1117050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50167"/>
            <a:lum/>
          </a:blip>
          <a:srcRect/>
          <a:stretch>
            <a:fillRect t="-9000" b="-9000"/>
          </a:stretch>
        </a:blipFill>
        <a:effectLst/>
      </p:bgPr>
    </p:bg>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CE8896BC-8CCA-516B-1B0B-7562439D9892}"/>
              </a:ext>
            </a:extLst>
          </p:cNvPr>
          <p:cNvSpPr/>
          <p:nvPr/>
        </p:nvSpPr>
        <p:spPr>
          <a:xfrm>
            <a:off x="338666" y="565149"/>
            <a:ext cx="8466667" cy="4013200"/>
          </a:xfrm>
          <a:prstGeom prst="round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VN"/>
          </a:p>
        </p:txBody>
      </p:sp>
      <p:pic>
        <p:nvPicPr>
          <p:cNvPr id="2" name="Picture 2" descr="Traffic Safety Awareness - citizencop">
            <a:extLst>
              <a:ext uri="{FF2B5EF4-FFF2-40B4-BE49-F238E27FC236}">
                <a16:creationId xmlns:a16="http://schemas.microsoft.com/office/drawing/2014/main" id="{E242F5F8-D9D0-1670-CDF0-06142DCF59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488" y="830137"/>
            <a:ext cx="4154941" cy="3483226"/>
          </a:xfrm>
          <a:prstGeom prst="roundRect">
            <a:avLst/>
          </a:prstGeom>
          <a:noFill/>
          <a:effectLst>
            <a:outerShdw blurRad="50800" dist="38100" dir="2700000" algn="tl" rotWithShape="0">
              <a:prstClr val="black">
                <a:alpha val="40000"/>
              </a:prstClr>
            </a:outerShdw>
            <a:softEdge rad="63500"/>
          </a:effectLst>
          <a:extLst>
            <a:ext uri="{909E8E84-426E-40DD-AFC4-6F175D3DCCD1}">
              <a14:hiddenFill xmlns:a14="http://schemas.microsoft.com/office/drawing/2010/main">
                <a:solidFill>
                  <a:srgbClr val="FFFFFF"/>
                </a:solidFill>
              </a14:hiddenFill>
            </a:ext>
          </a:extLst>
        </p:spPr>
      </p:pic>
      <p:sp>
        <p:nvSpPr>
          <p:cNvPr id="3" name="Rectangle: Rounded Corners 5">
            <a:extLst>
              <a:ext uri="{FF2B5EF4-FFF2-40B4-BE49-F238E27FC236}">
                <a16:creationId xmlns:a16="http://schemas.microsoft.com/office/drawing/2014/main" id="{8B1B6BD0-9B75-8796-D40C-01EAB08F705A}"/>
              </a:ext>
            </a:extLst>
          </p:cNvPr>
          <p:cNvSpPr/>
          <p:nvPr/>
        </p:nvSpPr>
        <p:spPr>
          <a:xfrm>
            <a:off x="116458" y="138742"/>
            <a:ext cx="1937974"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4" name="Terminator 3">
            <a:extLst>
              <a:ext uri="{FF2B5EF4-FFF2-40B4-BE49-F238E27FC236}">
                <a16:creationId xmlns:a16="http://schemas.microsoft.com/office/drawing/2014/main" id="{1D7841B9-4D64-BDF1-CD00-2E7340AB805A}"/>
              </a:ext>
            </a:extLst>
          </p:cNvPr>
          <p:cNvSpPr/>
          <p:nvPr/>
        </p:nvSpPr>
        <p:spPr>
          <a:xfrm>
            <a:off x="5249333" y="1005180"/>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limited speed</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5" name="Terminator 4">
            <a:extLst>
              <a:ext uri="{FF2B5EF4-FFF2-40B4-BE49-F238E27FC236}">
                <a16:creationId xmlns:a16="http://schemas.microsoft.com/office/drawing/2014/main" id="{FF111247-471B-DB68-AB68-C85B787D6CDF}"/>
              </a:ext>
            </a:extLst>
          </p:cNvPr>
          <p:cNvSpPr/>
          <p:nvPr/>
        </p:nvSpPr>
        <p:spPr>
          <a:xfrm>
            <a:off x="5249333" y="2214779"/>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safe distance</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6" name="Terminator 5">
            <a:extLst>
              <a:ext uri="{FF2B5EF4-FFF2-40B4-BE49-F238E27FC236}">
                <a16:creationId xmlns:a16="http://schemas.microsoft.com/office/drawing/2014/main" id="{DF05F5BB-C731-D349-B2F9-ABAF09BE01B2}"/>
              </a:ext>
            </a:extLst>
          </p:cNvPr>
          <p:cNvSpPr/>
          <p:nvPr/>
        </p:nvSpPr>
        <p:spPr>
          <a:xfrm>
            <a:off x="5249333" y="3496539"/>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traffic safety</a:t>
            </a:r>
            <a:endParaRPr lang="en-US" sz="3200" dirty="0">
              <a:solidFill>
                <a:schemeClr val="bg2">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1392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iterate type="lt">
                                    <p:tmAbs val="0"/>
                                  </p:iterate>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6" restart="whenNotActive" fill="hold" evtFilter="cancelBubble" nodeType="interactiveSeq">
                <p:stCondLst>
                  <p:cond evt="onClick" delay="0">
                    <p:tgtEl>
                      <p:spTgt spid="6"/>
                    </p:tgtEl>
                  </p:cond>
                </p:stCondLst>
                <p:endSync evt="end" delay="0">
                  <p:rtn val="all"/>
                </p:endSync>
                <p:childTnLst>
                  <p:par>
                    <p:cTn id="17" fill="hold">
                      <p:stCondLst>
                        <p:cond delay="0"/>
                      </p:stCondLst>
                      <p:childTnLst>
                        <p:par>
                          <p:cTn id="18" fill="hold">
                            <p:stCondLst>
                              <p:cond delay="0"/>
                            </p:stCondLst>
                            <p:childTnLst>
                              <p:par>
                                <p:cTn id="19" presetID="32" presetClass="emph" presetSubtype="0" repeatCount="3000" fill="hold" grpId="1" nodeType="clickEffect">
                                  <p:stCondLst>
                                    <p:cond delay="0"/>
                                  </p:stCondLst>
                                  <p:iterate type="lt">
                                    <p:tmPct val="0"/>
                                  </p:iterate>
                                  <p:childTnLst>
                                    <p:animRot by="120000">
                                      <p:cBhvr>
                                        <p:cTn id="20" dur="100" fill="hold">
                                          <p:stCondLst>
                                            <p:cond delay="0"/>
                                          </p:stCondLst>
                                        </p:cTn>
                                        <p:tgtEl>
                                          <p:spTgt spid="6"/>
                                        </p:tgtEl>
                                        <p:attrNameLst>
                                          <p:attrName>r</p:attrName>
                                        </p:attrNameLst>
                                      </p:cBhvr>
                                    </p:animRot>
                                    <p:animRot by="-240000">
                                      <p:cBhvr>
                                        <p:cTn id="21" dur="200" fill="hold">
                                          <p:stCondLst>
                                            <p:cond delay="200"/>
                                          </p:stCondLst>
                                        </p:cTn>
                                        <p:tgtEl>
                                          <p:spTgt spid="6"/>
                                        </p:tgtEl>
                                        <p:attrNameLst>
                                          <p:attrName>r</p:attrName>
                                        </p:attrNameLst>
                                      </p:cBhvr>
                                    </p:animRot>
                                    <p:animRot by="240000">
                                      <p:cBhvr>
                                        <p:cTn id="22" dur="200" fill="hold">
                                          <p:stCondLst>
                                            <p:cond delay="400"/>
                                          </p:stCondLst>
                                        </p:cTn>
                                        <p:tgtEl>
                                          <p:spTgt spid="6"/>
                                        </p:tgtEl>
                                        <p:attrNameLst>
                                          <p:attrName>r</p:attrName>
                                        </p:attrNameLst>
                                      </p:cBhvr>
                                    </p:animRot>
                                    <p:animRot by="-240000">
                                      <p:cBhvr>
                                        <p:cTn id="23" dur="200" fill="hold">
                                          <p:stCondLst>
                                            <p:cond delay="600"/>
                                          </p:stCondLst>
                                        </p:cTn>
                                        <p:tgtEl>
                                          <p:spTgt spid="6"/>
                                        </p:tgtEl>
                                        <p:attrNameLst>
                                          <p:attrName>r</p:attrName>
                                        </p:attrNameLst>
                                      </p:cBhvr>
                                    </p:animRot>
                                    <p:animRot by="120000">
                                      <p:cBhvr>
                                        <p:cTn id="24" dur="200" fill="hold">
                                          <p:stCondLst>
                                            <p:cond delay="800"/>
                                          </p:stCondLst>
                                        </p:cTn>
                                        <p:tgtEl>
                                          <p:spTgt spid="6"/>
                                        </p:tgtEl>
                                        <p:attrNameLst>
                                          <p:attrName>r</p:attrName>
                                        </p:attrNameLst>
                                      </p:cBhvr>
                                    </p:animRot>
                                  </p:childTnLst>
                                  <p:subTnLst>
                                    <p:audio>
                                      <p:cMediaNode>
                                        <p:cTn display="0" masterRel="sameClick">
                                          <p:stCondLst>
                                            <p:cond evt="begin" delay="0">
                                              <p:tn val="19"/>
                                            </p:cond>
                                          </p:stCondLst>
                                          <p:endCondLst>
                                            <p:cond evt="onStopAudio" delay="0">
                                              <p:tgtEl>
                                                <p:sldTgt/>
                                              </p:tgtEl>
                                            </p:cond>
                                          </p:endCondLst>
                                        </p:cTn>
                                        <p:tgtEl>
                                          <p:sndTgt r:embed="rId2" name="chimes.wav"/>
                                        </p:tgtEl>
                                      </p:cMediaNode>
                                    </p:audio>
                                  </p:subTnLst>
                                </p:cTn>
                              </p:par>
                              <p:par>
                                <p:cTn id="25" presetID="9" presetClass="exit" presetSubtype="0" fill="hold" grpId="2" nodeType="with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25"/>
                                            </p:cond>
                                          </p:stCondLst>
                                          <p:endCondLst>
                                            <p:cond evt="onStopAudio" delay="0">
                                              <p:tgtEl>
                                                <p:sldTgt/>
                                              </p:tgtEl>
                                            </p:cond>
                                          </p:endCondLst>
                                        </p:cTn>
                                        <p:tgtEl>
                                          <p:sndTgt r:embed="rId3" name="arrow.wav"/>
                                        </p:tgtEl>
                                      </p:cMediaNode>
                                    </p:audio>
                                  </p:subTnLst>
                                </p:cTn>
                              </p:par>
                              <p:par>
                                <p:cTn id="28" presetID="9" presetClass="exit" presetSubtype="0" fill="hold" grpId="2"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28"/>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6"/>
                  </p:tgtEl>
                </p:cond>
              </p:nextCondLst>
            </p:seq>
            <p:seq concurrent="1" nextAc="seek">
              <p:cTn id="31" restart="whenNotActive" fill="hold" evtFilter="cancelBubble" nodeType="interactiveSeq">
                <p:stCondLst>
                  <p:cond evt="onClick" delay="0">
                    <p:tgtEl>
                      <p:spTgt spid="5"/>
                    </p:tgtEl>
                  </p:cond>
                </p:stCondLst>
                <p:endSync evt="end" delay="0">
                  <p:rtn val="all"/>
                </p:endSync>
                <p:childTnLst>
                  <p:par>
                    <p:cTn id="32" fill="hold">
                      <p:stCondLst>
                        <p:cond delay="0"/>
                      </p:stCondLst>
                      <p:childTnLst>
                        <p:par>
                          <p:cTn id="33" fill="hold">
                            <p:stCondLst>
                              <p:cond delay="0"/>
                            </p:stCondLst>
                            <p:childTnLst>
                              <p:par>
                                <p:cTn id="34" presetID="9" presetClass="exit" presetSubtype="0" fill="hold" grpId="1" nodeType="clickEffect">
                                  <p:stCondLst>
                                    <p:cond delay="0"/>
                                  </p:stCondLst>
                                  <p:childTnLst>
                                    <p:animEffect transition="out" filter="dissolve">
                                      <p:cBhvr>
                                        <p:cTn id="35" dur="500"/>
                                        <p:tgtEl>
                                          <p:spTgt spid="5"/>
                                        </p:tgtEl>
                                      </p:cBhvr>
                                    </p:animEffect>
                                    <p:set>
                                      <p:cBhvr>
                                        <p:cTn id="36"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34"/>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5"/>
                  </p:tgtEl>
                </p:cond>
              </p:nextCondLst>
            </p:seq>
            <p:seq concurrent="1" nextAc="seek">
              <p:cTn id="37" restart="whenNotActive" fill="hold" evtFilter="cancelBubble" nodeType="interactiveSeq">
                <p:stCondLst>
                  <p:cond evt="onClick" delay="0">
                    <p:tgtEl>
                      <p:spTgt spid="4"/>
                    </p:tgtEl>
                  </p:cond>
                </p:stCondLst>
                <p:endSync evt="end" delay="0">
                  <p:rtn val="all"/>
                </p:endSync>
                <p:childTnLst>
                  <p:par>
                    <p:cTn id="38" fill="hold">
                      <p:stCondLst>
                        <p:cond delay="0"/>
                      </p:stCondLst>
                      <p:childTnLst>
                        <p:par>
                          <p:cTn id="39" fill="hold">
                            <p:stCondLst>
                              <p:cond delay="0"/>
                            </p:stCondLst>
                            <p:childTnLst>
                              <p:par>
                                <p:cTn id="40" presetID="9" presetClass="exit" presetSubtype="0" fill="hold" grpId="1" nodeType="clickEffect">
                                  <p:stCondLst>
                                    <p:cond delay="0"/>
                                  </p:stCondLst>
                                  <p:childTnLst>
                                    <p:animEffect transition="out" filter="dissolve">
                                      <p:cBhvr>
                                        <p:cTn id="41" dur="500"/>
                                        <p:tgtEl>
                                          <p:spTgt spid="4"/>
                                        </p:tgtEl>
                                      </p:cBhvr>
                                    </p:animEffect>
                                    <p:set>
                                      <p:cBhvr>
                                        <p:cTn id="42"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40"/>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4"/>
                  </p:tgtEl>
                </p:cond>
              </p:nextCondLst>
            </p:seq>
          </p:childTnLst>
        </p:cTn>
      </p:par>
    </p:tnLst>
    <p:bldLst>
      <p:bldP spid="4" grpId="0" animBg="1"/>
      <p:bldP spid="4" grpId="1" animBg="1"/>
      <p:bldP spid="4" grpId="2" animBg="1"/>
      <p:bldP spid="5" grpId="0" animBg="1"/>
      <p:bldP spid="5" grpId="1" animBg="1"/>
      <p:bldP spid="5" grpId="2" animBg="1"/>
      <p:bldP spid="6" grpId="0" animBg="1"/>
      <p:bldP spid="6"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50167"/>
            <a:lum/>
          </a:blip>
          <a:srcRect/>
          <a:stretch>
            <a:fillRect t="-9000" b="-9000"/>
          </a:stretch>
        </a:blipFill>
        <a:effectLst/>
      </p:bgPr>
    </p:bg>
    <p:spTree>
      <p:nvGrpSpPr>
        <p:cNvPr id="1" name="">
          <a:extLst>
            <a:ext uri="{FF2B5EF4-FFF2-40B4-BE49-F238E27FC236}">
              <a16:creationId xmlns:a16="http://schemas.microsoft.com/office/drawing/2014/main" id="{A0E787C5-E412-3A5D-ADE7-9DFD28BEDD50}"/>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9BD23B58-D375-9815-BA4B-F25F57960723}"/>
              </a:ext>
            </a:extLst>
          </p:cNvPr>
          <p:cNvSpPr/>
          <p:nvPr/>
        </p:nvSpPr>
        <p:spPr>
          <a:xfrm>
            <a:off x="338666" y="795243"/>
            <a:ext cx="8466667" cy="4013200"/>
          </a:xfrm>
          <a:prstGeom prst="round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VN"/>
          </a:p>
        </p:txBody>
      </p:sp>
      <p:sp>
        <p:nvSpPr>
          <p:cNvPr id="3" name="Rectangle: Rounded Corners 5">
            <a:extLst>
              <a:ext uri="{FF2B5EF4-FFF2-40B4-BE49-F238E27FC236}">
                <a16:creationId xmlns:a16="http://schemas.microsoft.com/office/drawing/2014/main" id="{C8665AB9-C5E7-B80B-BAA5-67CCDA47530F}"/>
              </a:ext>
            </a:extLst>
          </p:cNvPr>
          <p:cNvSpPr/>
          <p:nvPr/>
        </p:nvSpPr>
        <p:spPr>
          <a:xfrm>
            <a:off x="116458" y="138742"/>
            <a:ext cx="1937974"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4" name="Terminator 3">
            <a:extLst>
              <a:ext uri="{FF2B5EF4-FFF2-40B4-BE49-F238E27FC236}">
                <a16:creationId xmlns:a16="http://schemas.microsoft.com/office/drawing/2014/main" id="{68776516-E1F7-FFAF-7D48-BB3477EDD5A9}"/>
              </a:ext>
            </a:extLst>
          </p:cNvPr>
          <p:cNvSpPr/>
          <p:nvPr/>
        </p:nvSpPr>
        <p:spPr>
          <a:xfrm>
            <a:off x="5249333" y="1005180"/>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Limited speed</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5" name="Terminator 4">
            <a:extLst>
              <a:ext uri="{FF2B5EF4-FFF2-40B4-BE49-F238E27FC236}">
                <a16:creationId xmlns:a16="http://schemas.microsoft.com/office/drawing/2014/main" id="{59DCEFAE-56E9-CEA1-10C1-F71F80E326F0}"/>
              </a:ext>
            </a:extLst>
          </p:cNvPr>
          <p:cNvSpPr/>
          <p:nvPr/>
        </p:nvSpPr>
        <p:spPr>
          <a:xfrm>
            <a:off x="5249332" y="3884566"/>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safe distance</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6" name="Terminator 5">
            <a:extLst>
              <a:ext uri="{FF2B5EF4-FFF2-40B4-BE49-F238E27FC236}">
                <a16:creationId xmlns:a16="http://schemas.microsoft.com/office/drawing/2014/main" id="{D1EA7AF9-F1B2-4B00-555E-DCB4FB289474}"/>
              </a:ext>
            </a:extLst>
          </p:cNvPr>
          <p:cNvSpPr/>
          <p:nvPr/>
        </p:nvSpPr>
        <p:spPr>
          <a:xfrm>
            <a:off x="5249333" y="2444873"/>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graph</a:t>
            </a:r>
            <a:endParaRPr lang="en-US" sz="3200" dirty="0">
              <a:solidFill>
                <a:schemeClr val="bg2">
                  <a:lumMod val="50000"/>
                </a:schemeClr>
              </a:solidFill>
              <a:latin typeface="Arial" panose="020B0604020202020204" pitchFamily="34" charset="0"/>
              <a:cs typeface="Arial" panose="020B0604020202020204" pitchFamily="34" charset="0"/>
            </a:endParaRPr>
          </a:p>
        </p:txBody>
      </p:sp>
      <p:pic>
        <p:nvPicPr>
          <p:cNvPr id="7" name="Picture 16">
            <a:extLst>
              <a:ext uri="{FF2B5EF4-FFF2-40B4-BE49-F238E27FC236}">
                <a16:creationId xmlns:a16="http://schemas.microsoft.com/office/drawing/2014/main" id="{24B4EF79-07FA-3626-0594-28588C052146}"/>
              </a:ext>
            </a:extLst>
          </p:cNvPr>
          <p:cNvPicPr>
            <a:picLocks noChangeAspect="1"/>
          </p:cNvPicPr>
          <p:nvPr/>
        </p:nvPicPr>
        <p:blipFill>
          <a:blip r:embed="rId5"/>
          <a:srcRect/>
          <a:stretch>
            <a:fillRect/>
          </a:stretch>
        </p:blipFill>
        <p:spPr>
          <a:xfrm>
            <a:off x="710070" y="1005180"/>
            <a:ext cx="3392940" cy="3593329"/>
          </a:xfrm>
          <a:prstGeom prst="rect">
            <a:avLst/>
          </a:prstGeom>
        </p:spPr>
      </p:pic>
    </p:spTree>
    <p:extLst>
      <p:ext uri="{BB962C8B-B14F-4D97-AF65-F5344CB8AC3E}">
        <p14:creationId xmlns:p14="http://schemas.microsoft.com/office/powerpoint/2010/main" val="2809828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iterate type="lt">
                                    <p:tmAbs val="0"/>
                                  </p:iterate>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5" restart="whenNotActive" fill="hold" evtFilter="cancelBubble" nodeType="interactiveSeq">
                <p:stCondLst>
                  <p:cond evt="onClick" delay="0">
                    <p:tgtEl>
                      <p:spTgt spid="6"/>
                    </p:tgtEl>
                  </p:cond>
                </p:stCondLst>
                <p:endSync evt="end" delay="0">
                  <p:rtn val="all"/>
                </p:endSync>
                <p:childTnLst>
                  <p:par>
                    <p:cTn id="16" fill="hold">
                      <p:stCondLst>
                        <p:cond delay="0"/>
                      </p:stCondLst>
                      <p:childTnLst>
                        <p:par>
                          <p:cTn id="17" fill="hold">
                            <p:stCondLst>
                              <p:cond delay="0"/>
                            </p:stCondLst>
                            <p:childTnLst>
                              <p:par>
                                <p:cTn id="18" presetID="32" presetClass="emph" presetSubtype="0" repeatCount="3000" fill="hold" grpId="1" nodeType="clickEffect">
                                  <p:stCondLst>
                                    <p:cond delay="0"/>
                                  </p:stCondLst>
                                  <p:iterate type="lt">
                                    <p:tmPct val="0"/>
                                  </p:iterate>
                                  <p:childTnLst>
                                    <p:animRot by="120000">
                                      <p:cBhvr>
                                        <p:cTn id="19" dur="100" fill="hold">
                                          <p:stCondLst>
                                            <p:cond delay="0"/>
                                          </p:stCondLst>
                                        </p:cTn>
                                        <p:tgtEl>
                                          <p:spTgt spid="6"/>
                                        </p:tgtEl>
                                        <p:attrNameLst>
                                          <p:attrName>r</p:attrName>
                                        </p:attrNameLst>
                                      </p:cBhvr>
                                    </p:animRot>
                                    <p:animRot by="-240000">
                                      <p:cBhvr>
                                        <p:cTn id="20" dur="200" fill="hold">
                                          <p:stCondLst>
                                            <p:cond delay="200"/>
                                          </p:stCondLst>
                                        </p:cTn>
                                        <p:tgtEl>
                                          <p:spTgt spid="6"/>
                                        </p:tgtEl>
                                        <p:attrNameLst>
                                          <p:attrName>r</p:attrName>
                                        </p:attrNameLst>
                                      </p:cBhvr>
                                    </p:animRot>
                                    <p:animRot by="240000">
                                      <p:cBhvr>
                                        <p:cTn id="21" dur="200" fill="hold">
                                          <p:stCondLst>
                                            <p:cond delay="400"/>
                                          </p:stCondLst>
                                        </p:cTn>
                                        <p:tgtEl>
                                          <p:spTgt spid="6"/>
                                        </p:tgtEl>
                                        <p:attrNameLst>
                                          <p:attrName>r</p:attrName>
                                        </p:attrNameLst>
                                      </p:cBhvr>
                                    </p:animRot>
                                    <p:animRot by="-240000">
                                      <p:cBhvr>
                                        <p:cTn id="22" dur="200" fill="hold">
                                          <p:stCondLst>
                                            <p:cond delay="600"/>
                                          </p:stCondLst>
                                        </p:cTn>
                                        <p:tgtEl>
                                          <p:spTgt spid="6"/>
                                        </p:tgtEl>
                                        <p:attrNameLst>
                                          <p:attrName>r</p:attrName>
                                        </p:attrNameLst>
                                      </p:cBhvr>
                                    </p:animRot>
                                    <p:animRot by="120000">
                                      <p:cBhvr>
                                        <p:cTn id="23" dur="200" fill="hold">
                                          <p:stCondLst>
                                            <p:cond delay="800"/>
                                          </p:stCondLst>
                                        </p:cTn>
                                        <p:tgtEl>
                                          <p:spTgt spid="6"/>
                                        </p:tgtEl>
                                        <p:attrNameLst>
                                          <p:attrName>r</p:attrName>
                                        </p:attrNameLst>
                                      </p:cBhvr>
                                    </p:animRot>
                                  </p:childTnLst>
                                  <p:subTnLst>
                                    <p:audio>
                                      <p:cMediaNode>
                                        <p:cTn display="0" masterRel="sameClick">
                                          <p:stCondLst>
                                            <p:cond evt="begin" delay="0">
                                              <p:tn val="18"/>
                                            </p:cond>
                                          </p:stCondLst>
                                          <p:endCondLst>
                                            <p:cond evt="onStopAudio" delay="0">
                                              <p:tgtEl>
                                                <p:sldTgt/>
                                              </p:tgtEl>
                                            </p:cond>
                                          </p:endCondLst>
                                        </p:cTn>
                                        <p:tgtEl>
                                          <p:sndTgt r:embed="rId2" name="chimes.wav"/>
                                        </p:tgtEl>
                                      </p:cMediaNode>
                                    </p:audio>
                                  </p:subTnLst>
                                </p:cTn>
                              </p:par>
                              <p:par>
                                <p:cTn id="24" presetID="9" presetClass="exit" presetSubtype="0" fill="hold" grpId="2" nodeType="withEffect">
                                  <p:stCondLst>
                                    <p:cond delay="0"/>
                                  </p:stCondLst>
                                  <p:childTnLst>
                                    <p:animEffect transition="out" filter="dissolv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24"/>
                                            </p:cond>
                                          </p:stCondLst>
                                          <p:endCondLst>
                                            <p:cond evt="onStopAudio" delay="0">
                                              <p:tgtEl>
                                                <p:sldTgt/>
                                              </p:tgtEl>
                                            </p:cond>
                                          </p:endCondLst>
                                        </p:cTn>
                                        <p:tgtEl>
                                          <p:sndTgt r:embed="rId3" name="arrow.wav"/>
                                        </p:tgtEl>
                                      </p:cMediaNode>
                                    </p:audio>
                                  </p:subTnLst>
                                </p:cTn>
                              </p:par>
                              <p:par>
                                <p:cTn id="27" presetID="9" presetClass="exit" presetSubtype="0" fill="hold" grpId="2" nodeType="withEffect">
                                  <p:stCondLst>
                                    <p:cond delay="0"/>
                                  </p:stCondLst>
                                  <p:childTnLst>
                                    <p:animEffect transition="out" filter="dissolve">
                                      <p:cBhvr>
                                        <p:cTn id="28" dur="500"/>
                                        <p:tgtEl>
                                          <p:spTgt spid="4"/>
                                        </p:tgtEl>
                                      </p:cBhvr>
                                    </p:animEffect>
                                    <p:set>
                                      <p:cBhvr>
                                        <p:cTn id="29"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27"/>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6"/>
                  </p:tgtEl>
                </p:cond>
              </p:nextCondLst>
            </p:seq>
            <p:seq concurrent="1" nextAc="seek">
              <p:cTn id="30" restart="whenNotActive" fill="hold" evtFilter="cancelBubble" nodeType="interactiveSeq">
                <p:stCondLst>
                  <p:cond evt="onClick" delay="0">
                    <p:tgtEl>
                      <p:spTgt spid="5"/>
                    </p:tgtEl>
                  </p:cond>
                </p:stCondLst>
                <p:endSync evt="end" delay="0">
                  <p:rtn val="all"/>
                </p:endSync>
                <p:childTnLst>
                  <p:par>
                    <p:cTn id="31" fill="hold">
                      <p:stCondLst>
                        <p:cond delay="0"/>
                      </p:stCondLst>
                      <p:childTnLst>
                        <p:par>
                          <p:cTn id="32" fill="hold">
                            <p:stCondLst>
                              <p:cond delay="0"/>
                            </p:stCondLst>
                            <p:childTnLst>
                              <p:par>
                                <p:cTn id="33" presetID="9" presetClass="exit" presetSubtype="0" fill="hold" grpId="1" nodeType="clickEffect">
                                  <p:stCondLst>
                                    <p:cond delay="0"/>
                                  </p:stCondLst>
                                  <p:childTnLst>
                                    <p:animEffect transition="out" filter="dissolve">
                                      <p:cBhvr>
                                        <p:cTn id="34" dur="500"/>
                                        <p:tgtEl>
                                          <p:spTgt spid="5"/>
                                        </p:tgtEl>
                                      </p:cBhvr>
                                    </p:animEffect>
                                    <p:set>
                                      <p:cBhvr>
                                        <p:cTn id="35"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33"/>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5"/>
                  </p:tgtEl>
                </p:cond>
              </p:nextCondLst>
            </p:seq>
            <p:seq concurrent="1" nextAc="seek">
              <p:cTn id="36" restart="whenNotActive" fill="hold" evtFilter="cancelBubble" nodeType="interactiveSeq">
                <p:stCondLst>
                  <p:cond evt="onClick" delay="0">
                    <p:tgtEl>
                      <p:spTgt spid="4"/>
                    </p:tgtEl>
                  </p:cond>
                </p:stCondLst>
                <p:endSync evt="end" delay="0">
                  <p:rtn val="all"/>
                </p:endSync>
                <p:childTnLst>
                  <p:par>
                    <p:cTn id="37" fill="hold">
                      <p:stCondLst>
                        <p:cond delay="0"/>
                      </p:stCondLst>
                      <p:childTnLst>
                        <p:par>
                          <p:cTn id="38" fill="hold">
                            <p:stCondLst>
                              <p:cond delay="0"/>
                            </p:stCondLst>
                            <p:childTnLst>
                              <p:par>
                                <p:cTn id="39" presetID="9" presetClass="exit" presetSubtype="0" fill="hold" grpId="1" nodeType="clickEffect">
                                  <p:stCondLst>
                                    <p:cond delay="0"/>
                                  </p:stCondLst>
                                  <p:childTnLst>
                                    <p:animEffect transition="out" filter="dissolve">
                                      <p:cBhvr>
                                        <p:cTn id="40" dur="500"/>
                                        <p:tgtEl>
                                          <p:spTgt spid="4"/>
                                        </p:tgtEl>
                                      </p:cBhvr>
                                    </p:animEffect>
                                    <p:set>
                                      <p:cBhvr>
                                        <p:cTn id="41"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39"/>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4"/>
                  </p:tgtEl>
                </p:cond>
              </p:nextCondLst>
            </p:seq>
          </p:childTnLst>
        </p:cTn>
      </p:par>
    </p:tnLst>
    <p:bldLst>
      <p:bldP spid="4" grpId="0" animBg="1"/>
      <p:bldP spid="4" grpId="1" animBg="1"/>
      <p:bldP spid="4" grpId="2" animBg="1"/>
      <p:bldP spid="5" grpId="0" animBg="1"/>
      <p:bldP spid="5" grpId="1" animBg="1"/>
      <p:bldP spid="5" grpId="2" animBg="1"/>
      <p:bldP spid="6" grpId="0" animBg="1"/>
      <p:bldP spid="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50167"/>
            <a:lum/>
          </a:blip>
          <a:srcRect/>
          <a:stretch>
            <a:fillRect t="-9000" b="-9000"/>
          </a:stretch>
        </a:blipFill>
        <a:effectLst/>
      </p:bgPr>
    </p:bg>
    <p:spTree>
      <p:nvGrpSpPr>
        <p:cNvPr id="1" name="">
          <a:extLst>
            <a:ext uri="{FF2B5EF4-FFF2-40B4-BE49-F238E27FC236}">
              <a16:creationId xmlns:a16="http://schemas.microsoft.com/office/drawing/2014/main" id="{E893922A-79B0-EB05-2FFB-0A57BFDA5EA4}"/>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EFFC513D-ACF8-FC84-C68E-DE7FC3B8A9B9}"/>
              </a:ext>
            </a:extLst>
          </p:cNvPr>
          <p:cNvSpPr/>
          <p:nvPr/>
        </p:nvSpPr>
        <p:spPr>
          <a:xfrm>
            <a:off x="338666" y="795243"/>
            <a:ext cx="8466667" cy="4013200"/>
          </a:xfrm>
          <a:prstGeom prst="round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VN"/>
          </a:p>
        </p:txBody>
      </p:sp>
      <p:sp>
        <p:nvSpPr>
          <p:cNvPr id="3" name="Rectangle: Rounded Corners 5">
            <a:extLst>
              <a:ext uri="{FF2B5EF4-FFF2-40B4-BE49-F238E27FC236}">
                <a16:creationId xmlns:a16="http://schemas.microsoft.com/office/drawing/2014/main" id="{07842E68-506A-C3CE-6C33-18A15E0980DC}"/>
              </a:ext>
            </a:extLst>
          </p:cNvPr>
          <p:cNvSpPr/>
          <p:nvPr/>
        </p:nvSpPr>
        <p:spPr>
          <a:xfrm>
            <a:off x="116458" y="138742"/>
            <a:ext cx="1937974"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4" name="Terminator 3">
            <a:extLst>
              <a:ext uri="{FF2B5EF4-FFF2-40B4-BE49-F238E27FC236}">
                <a16:creationId xmlns:a16="http://schemas.microsoft.com/office/drawing/2014/main" id="{BF364999-CDBE-3E9B-F59C-A138680A411F}"/>
              </a:ext>
            </a:extLst>
          </p:cNvPr>
          <p:cNvSpPr/>
          <p:nvPr/>
        </p:nvSpPr>
        <p:spPr>
          <a:xfrm>
            <a:off x="5249331" y="2415487"/>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traffic safety</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5" name="Terminator 4">
            <a:extLst>
              <a:ext uri="{FF2B5EF4-FFF2-40B4-BE49-F238E27FC236}">
                <a16:creationId xmlns:a16="http://schemas.microsoft.com/office/drawing/2014/main" id="{FFFEB408-7DAF-EFB5-96DA-0BC4A478C13B}"/>
              </a:ext>
            </a:extLst>
          </p:cNvPr>
          <p:cNvSpPr/>
          <p:nvPr/>
        </p:nvSpPr>
        <p:spPr>
          <a:xfrm>
            <a:off x="5249330" y="3706288"/>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cs typeface="Arial" panose="020B0604020202020204" pitchFamily="34" charset="0"/>
                <a:sym typeface="Quattrocento Sans"/>
              </a:rPr>
              <a:t>limited speed</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6" name="Terminator 5">
            <a:extLst>
              <a:ext uri="{FF2B5EF4-FFF2-40B4-BE49-F238E27FC236}">
                <a16:creationId xmlns:a16="http://schemas.microsoft.com/office/drawing/2014/main" id="{0099DC0E-8892-A2E4-DFB6-5B75B7B229FF}"/>
              </a:ext>
            </a:extLst>
          </p:cNvPr>
          <p:cNvSpPr/>
          <p:nvPr/>
        </p:nvSpPr>
        <p:spPr>
          <a:xfrm>
            <a:off x="5249329" y="1124686"/>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safe distance</a:t>
            </a:r>
            <a:endParaRPr lang="en-US" sz="3200" dirty="0">
              <a:solidFill>
                <a:schemeClr val="bg2">
                  <a:lumMod val="50000"/>
                </a:schemeClr>
              </a:solidFill>
              <a:latin typeface="Arial" panose="020B0604020202020204" pitchFamily="34" charset="0"/>
              <a:cs typeface="Arial" panose="020B0604020202020204" pitchFamily="34" charset="0"/>
            </a:endParaRPr>
          </a:p>
        </p:txBody>
      </p:sp>
      <p:pic>
        <p:nvPicPr>
          <p:cNvPr id="7" name="Picture 2" descr="3,626 Car Safe Distance Royalty-Free Photos and Stock Images | Shutterstock">
            <a:extLst>
              <a:ext uri="{FF2B5EF4-FFF2-40B4-BE49-F238E27FC236}">
                <a16:creationId xmlns:a16="http://schemas.microsoft.com/office/drawing/2014/main" id="{6F3D419B-DB02-9FD1-8541-BFA2FDC5B3F3}"/>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0" b="92500" l="0" r="98294"/>
                    </a14:imgEffect>
                  </a14:imgLayer>
                </a14:imgProps>
              </a:ext>
              <a:ext uri="{28A0092B-C50C-407E-A947-70E740481C1C}">
                <a14:useLocalDpi xmlns:a14="http://schemas.microsoft.com/office/drawing/2010/main" val="0"/>
              </a:ext>
            </a:extLst>
          </a:blip>
          <a:srcRect b="6528"/>
          <a:stretch/>
        </p:blipFill>
        <p:spPr bwMode="auto">
          <a:xfrm>
            <a:off x="471704" y="1388079"/>
            <a:ext cx="3165456" cy="28275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13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arn(inVertic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6" restart="whenNotActive" fill="hold" evtFilter="cancelBubble" nodeType="interactiveSeq">
                <p:stCondLst>
                  <p:cond evt="onClick" delay="0">
                    <p:tgtEl>
                      <p:spTgt spid="6"/>
                    </p:tgtEl>
                  </p:cond>
                </p:stCondLst>
                <p:endSync evt="end" delay="0">
                  <p:rtn val="all"/>
                </p:endSync>
                <p:childTnLst>
                  <p:par>
                    <p:cTn id="17" fill="hold">
                      <p:stCondLst>
                        <p:cond delay="0"/>
                      </p:stCondLst>
                      <p:childTnLst>
                        <p:par>
                          <p:cTn id="18" fill="hold">
                            <p:stCondLst>
                              <p:cond delay="0"/>
                            </p:stCondLst>
                            <p:childTnLst>
                              <p:par>
                                <p:cTn id="19" presetID="32" presetClass="emph" presetSubtype="0" repeatCount="3000" fill="hold" grpId="1" nodeType="clickEffect">
                                  <p:stCondLst>
                                    <p:cond delay="0"/>
                                  </p:stCondLst>
                                  <p:iterate type="lt">
                                    <p:tmPct val="0"/>
                                  </p:iterate>
                                  <p:childTnLst>
                                    <p:animRot by="120000">
                                      <p:cBhvr>
                                        <p:cTn id="20" dur="100" fill="hold">
                                          <p:stCondLst>
                                            <p:cond delay="0"/>
                                          </p:stCondLst>
                                        </p:cTn>
                                        <p:tgtEl>
                                          <p:spTgt spid="6"/>
                                        </p:tgtEl>
                                        <p:attrNameLst>
                                          <p:attrName>r</p:attrName>
                                        </p:attrNameLst>
                                      </p:cBhvr>
                                    </p:animRot>
                                    <p:animRot by="-240000">
                                      <p:cBhvr>
                                        <p:cTn id="21" dur="200" fill="hold">
                                          <p:stCondLst>
                                            <p:cond delay="200"/>
                                          </p:stCondLst>
                                        </p:cTn>
                                        <p:tgtEl>
                                          <p:spTgt spid="6"/>
                                        </p:tgtEl>
                                        <p:attrNameLst>
                                          <p:attrName>r</p:attrName>
                                        </p:attrNameLst>
                                      </p:cBhvr>
                                    </p:animRot>
                                    <p:animRot by="240000">
                                      <p:cBhvr>
                                        <p:cTn id="22" dur="200" fill="hold">
                                          <p:stCondLst>
                                            <p:cond delay="400"/>
                                          </p:stCondLst>
                                        </p:cTn>
                                        <p:tgtEl>
                                          <p:spTgt spid="6"/>
                                        </p:tgtEl>
                                        <p:attrNameLst>
                                          <p:attrName>r</p:attrName>
                                        </p:attrNameLst>
                                      </p:cBhvr>
                                    </p:animRot>
                                    <p:animRot by="-240000">
                                      <p:cBhvr>
                                        <p:cTn id="23" dur="200" fill="hold">
                                          <p:stCondLst>
                                            <p:cond delay="600"/>
                                          </p:stCondLst>
                                        </p:cTn>
                                        <p:tgtEl>
                                          <p:spTgt spid="6"/>
                                        </p:tgtEl>
                                        <p:attrNameLst>
                                          <p:attrName>r</p:attrName>
                                        </p:attrNameLst>
                                      </p:cBhvr>
                                    </p:animRot>
                                    <p:animRot by="120000">
                                      <p:cBhvr>
                                        <p:cTn id="24" dur="200" fill="hold">
                                          <p:stCondLst>
                                            <p:cond delay="800"/>
                                          </p:stCondLst>
                                        </p:cTn>
                                        <p:tgtEl>
                                          <p:spTgt spid="6"/>
                                        </p:tgtEl>
                                        <p:attrNameLst>
                                          <p:attrName>r</p:attrName>
                                        </p:attrNameLst>
                                      </p:cBhvr>
                                    </p:animRot>
                                  </p:childTnLst>
                                  <p:subTnLst>
                                    <p:audio>
                                      <p:cMediaNode>
                                        <p:cTn display="0" masterRel="sameClick">
                                          <p:stCondLst>
                                            <p:cond evt="begin" delay="0">
                                              <p:tn val="19"/>
                                            </p:cond>
                                          </p:stCondLst>
                                          <p:endCondLst>
                                            <p:cond evt="onStopAudio" delay="0">
                                              <p:tgtEl>
                                                <p:sldTgt/>
                                              </p:tgtEl>
                                            </p:cond>
                                          </p:endCondLst>
                                        </p:cTn>
                                        <p:tgtEl>
                                          <p:sndTgt r:embed="rId2" name="chimes.wav"/>
                                        </p:tgtEl>
                                      </p:cMediaNode>
                                    </p:audio>
                                  </p:subTnLst>
                                </p:cTn>
                              </p:par>
                              <p:par>
                                <p:cTn id="25" presetID="9" presetClass="exit" presetSubtype="0" fill="hold" grpId="2" nodeType="withEffect">
                                  <p:stCondLst>
                                    <p:cond delay="0"/>
                                  </p:stCondLst>
                                  <p:childTnLst>
                                    <p:animEffect transition="out" filter="dissolve">
                                      <p:cBhvr>
                                        <p:cTn id="26" dur="500"/>
                                        <p:tgtEl>
                                          <p:spTgt spid="5"/>
                                        </p:tgtEl>
                                      </p:cBhvr>
                                    </p:animEffect>
                                    <p:set>
                                      <p:cBhvr>
                                        <p:cTn id="27"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25"/>
                                            </p:cond>
                                          </p:stCondLst>
                                          <p:endCondLst>
                                            <p:cond evt="onStopAudio" delay="0">
                                              <p:tgtEl>
                                                <p:sldTgt/>
                                              </p:tgtEl>
                                            </p:cond>
                                          </p:endCondLst>
                                        </p:cTn>
                                        <p:tgtEl>
                                          <p:sndTgt r:embed="rId3" name="arrow.wav"/>
                                        </p:tgtEl>
                                      </p:cMediaNode>
                                    </p:audio>
                                  </p:subTnLst>
                                </p:cTn>
                              </p:par>
                              <p:par>
                                <p:cTn id="28" presetID="9" presetClass="exit" presetSubtype="0" fill="hold" grpId="2" nodeType="withEffect">
                                  <p:stCondLst>
                                    <p:cond delay="0"/>
                                  </p:stCondLst>
                                  <p:childTnLst>
                                    <p:animEffect transition="out" filter="dissolve">
                                      <p:cBhvr>
                                        <p:cTn id="29" dur="500"/>
                                        <p:tgtEl>
                                          <p:spTgt spid="4"/>
                                        </p:tgtEl>
                                      </p:cBhvr>
                                    </p:animEffect>
                                    <p:set>
                                      <p:cBhvr>
                                        <p:cTn id="30"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28"/>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6"/>
                  </p:tgtEl>
                </p:cond>
              </p:nextCondLst>
            </p:seq>
            <p:seq concurrent="1" nextAc="seek">
              <p:cTn id="31" restart="whenNotActive" fill="hold" evtFilter="cancelBubble" nodeType="interactiveSeq">
                <p:stCondLst>
                  <p:cond evt="onClick" delay="0">
                    <p:tgtEl>
                      <p:spTgt spid="5"/>
                    </p:tgtEl>
                  </p:cond>
                </p:stCondLst>
                <p:endSync evt="end" delay="0">
                  <p:rtn val="all"/>
                </p:endSync>
                <p:childTnLst>
                  <p:par>
                    <p:cTn id="32" fill="hold">
                      <p:stCondLst>
                        <p:cond delay="0"/>
                      </p:stCondLst>
                      <p:childTnLst>
                        <p:par>
                          <p:cTn id="33" fill="hold">
                            <p:stCondLst>
                              <p:cond delay="0"/>
                            </p:stCondLst>
                            <p:childTnLst>
                              <p:par>
                                <p:cTn id="34" presetID="9" presetClass="exit" presetSubtype="0" fill="hold" grpId="1" nodeType="clickEffect">
                                  <p:stCondLst>
                                    <p:cond delay="0"/>
                                  </p:stCondLst>
                                  <p:childTnLst>
                                    <p:animEffect transition="out" filter="dissolve">
                                      <p:cBhvr>
                                        <p:cTn id="35" dur="500"/>
                                        <p:tgtEl>
                                          <p:spTgt spid="5"/>
                                        </p:tgtEl>
                                      </p:cBhvr>
                                    </p:animEffect>
                                    <p:set>
                                      <p:cBhvr>
                                        <p:cTn id="36"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34"/>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5"/>
                  </p:tgtEl>
                </p:cond>
              </p:nextCondLst>
            </p:seq>
            <p:seq concurrent="1" nextAc="seek">
              <p:cTn id="37" restart="whenNotActive" fill="hold" evtFilter="cancelBubble" nodeType="interactiveSeq">
                <p:stCondLst>
                  <p:cond evt="onClick" delay="0">
                    <p:tgtEl>
                      <p:spTgt spid="4"/>
                    </p:tgtEl>
                  </p:cond>
                </p:stCondLst>
                <p:endSync evt="end" delay="0">
                  <p:rtn val="all"/>
                </p:endSync>
                <p:childTnLst>
                  <p:par>
                    <p:cTn id="38" fill="hold">
                      <p:stCondLst>
                        <p:cond delay="0"/>
                      </p:stCondLst>
                      <p:childTnLst>
                        <p:par>
                          <p:cTn id="39" fill="hold">
                            <p:stCondLst>
                              <p:cond delay="0"/>
                            </p:stCondLst>
                            <p:childTnLst>
                              <p:par>
                                <p:cTn id="40" presetID="9" presetClass="exit" presetSubtype="0" fill="hold" grpId="1" nodeType="clickEffect">
                                  <p:stCondLst>
                                    <p:cond delay="0"/>
                                  </p:stCondLst>
                                  <p:childTnLst>
                                    <p:animEffect transition="out" filter="dissolve">
                                      <p:cBhvr>
                                        <p:cTn id="41" dur="500"/>
                                        <p:tgtEl>
                                          <p:spTgt spid="4"/>
                                        </p:tgtEl>
                                      </p:cBhvr>
                                    </p:animEffect>
                                    <p:set>
                                      <p:cBhvr>
                                        <p:cTn id="42"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40"/>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4"/>
                  </p:tgtEl>
                </p:cond>
              </p:nextCondLst>
            </p:seq>
          </p:childTnLst>
        </p:cTn>
      </p:par>
    </p:tnLst>
    <p:bldLst>
      <p:bldP spid="4" grpId="0" animBg="1"/>
      <p:bldP spid="4" grpId="1" animBg="1"/>
      <p:bldP spid="4" grpId="2" animBg="1"/>
      <p:bldP spid="5" grpId="0" animBg="1"/>
      <p:bldP spid="5" grpId="1" animBg="1"/>
      <p:bldP spid="5" grpId="2" animBg="1"/>
      <p:bldP spid="6" grpId="0" animBg="1"/>
      <p:bldP spid="6"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50167"/>
            <a:lum/>
          </a:blip>
          <a:srcRect/>
          <a:stretch>
            <a:fillRect t="-9000" b="-9000"/>
          </a:stretch>
        </a:blipFill>
        <a:effectLst/>
      </p:bgPr>
    </p:bg>
    <p:spTree>
      <p:nvGrpSpPr>
        <p:cNvPr id="1" name="">
          <a:extLst>
            <a:ext uri="{FF2B5EF4-FFF2-40B4-BE49-F238E27FC236}">
              <a16:creationId xmlns:a16="http://schemas.microsoft.com/office/drawing/2014/main" id="{5359953A-770E-7E8F-ED07-677ADAEFFD93}"/>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43D70600-11AC-C98B-53D1-5005EB5F348F}"/>
              </a:ext>
            </a:extLst>
          </p:cNvPr>
          <p:cNvSpPr/>
          <p:nvPr/>
        </p:nvSpPr>
        <p:spPr>
          <a:xfrm>
            <a:off x="338666" y="792847"/>
            <a:ext cx="8466667" cy="4013200"/>
          </a:xfrm>
          <a:prstGeom prst="round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VN"/>
          </a:p>
        </p:txBody>
      </p:sp>
      <p:sp>
        <p:nvSpPr>
          <p:cNvPr id="3" name="Rectangle: Rounded Corners 5">
            <a:extLst>
              <a:ext uri="{FF2B5EF4-FFF2-40B4-BE49-F238E27FC236}">
                <a16:creationId xmlns:a16="http://schemas.microsoft.com/office/drawing/2014/main" id="{723AC3BC-8B74-70AF-FC96-1ED1E4C62DCC}"/>
              </a:ext>
            </a:extLst>
          </p:cNvPr>
          <p:cNvSpPr/>
          <p:nvPr/>
        </p:nvSpPr>
        <p:spPr>
          <a:xfrm>
            <a:off x="116458" y="138742"/>
            <a:ext cx="1937974"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4" name="Terminator 3">
            <a:extLst>
              <a:ext uri="{FF2B5EF4-FFF2-40B4-BE49-F238E27FC236}">
                <a16:creationId xmlns:a16="http://schemas.microsoft.com/office/drawing/2014/main" id="{F3AF4663-8DAD-8BBD-0ECE-17ED36E698C5}"/>
              </a:ext>
            </a:extLst>
          </p:cNvPr>
          <p:cNvSpPr/>
          <p:nvPr/>
        </p:nvSpPr>
        <p:spPr>
          <a:xfrm>
            <a:off x="5249333" y="1037554"/>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graph</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5" name="Terminator 4">
            <a:extLst>
              <a:ext uri="{FF2B5EF4-FFF2-40B4-BE49-F238E27FC236}">
                <a16:creationId xmlns:a16="http://schemas.microsoft.com/office/drawing/2014/main" id="{598CA7EE-4003-36AE-576E-1D314C7BCE71}"/>
              </a:ext>
            </a:extLst>
          </p:cNvPr>
          <p:cNvSpPr/>
          <p:nvPr/>
        </p:nvSpPr>
        <p:spPr>
          <a:xfrm>
            <a:off x="5249333" y="2337133"/>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safe distance</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6" name="Terminator 5">
            <a:extLst>
              <a:ext uri="{FF2B5EF4-FFF2-40B4-BE49-F238E27FC236}">
                <a16:creationId xmlns:a16="http://schemas.microsoft.com/office/drawing/2014/main" id="{FAFC0566-77DF-8144-685E-CAC6CB4A573F}"/>
              </a:ext>
            </a:extLst>
          </p:cNvPr>
          <p:cNvSpPr/>
          <p:nvPr/>
        </p:nvSpPr>
        <p:spPr>
          <a:xfrm>
            <a:off x="5249333" y="3636712"/>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cs typeface="Arial" panose="020B0604020202020204" pitchFamily="34" charset="0"/>
              </a:rPr>
              <a:t>table</a:t>
            </a:r>
          </a:p>
        </p:txBody>
      </p:sp>
      <p:pic>
        <p:nvPicPr>
          <p:cNvPr id="9" name="Picture 2" descr="Table definitions">
            <a:extLst>
              <a:ext uri="{FF2B5EF4-FFF2-40B4-BE49-F238E27FC236}">
                <a16:creationId xmlns:a16="http://schemas.microsoft.com/office/drawing/2014/main" id="{B666D88D-A530-9CCF-E865-745E5B6B592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814" t="7113" b="15537"/>
          <a:stretch>
            <a:fillRect/>
          </a:stretch>
        </p:blipFill>
        <p:spPr bwMode="auto">
          <a:xfrm>
            <a:off x="2054432" y="2578590"/>
            <a:ext cx="2644184" cy="20002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Table definitions">
            <a:extLst>
              <a:ext uri="{FF2B5EF4-FFF2-40B4-BE49-F238E27FC236}">
                <a16:creationId xmlns:a16="http://schemas.microsoft.com/office/drawing/2014/main" id="{F0ED5537-A094-6AAC-5036-2CBD996C6C3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584" r="62171" b="16617"/>
          <a:stretch>
            <a:fillRect/>
          </a:stretch>
        </p:blipFill>
        <p:spPr bwMode="auto">
          <a:xfrm>
            <a:off x="514637" y="870223"/>
            <a:ext cx="2489057" cy="21153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855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type="lt">
                                    <p:tmAbs val="0"/>
                                  </p:iterate>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7" restart="whenNotActive" fill="hold" evtFilter="cancelBubble" nodeType="interactiveSeq">
                <p:stCondLst>
                  <p:cond evt="onClick" delay="0">
                    <p:tgtEl>
                      <p:spTgt spid="6"/>
                    </p:tgtEl>
                  </p:cond>
                </p:stCondLst>
                <p:endSync evt="end" delay="0">
                  <p:rtn val="all"/>
                </p:endSync>
                <p:childTnLst>
                  <p:par>
                    <p:cTn id="18" fill="hold">
                      <p:stCondLst>
                        <p:cond delay="0"/>
                      </p:stCondLst>
                      <p:childTnLst>
                        <p:par>
                          <p:cTn id="19" fill="hold">
                            <p:stCondLst>
                              <p:cond delay="0"/>
                            </p:stCondLst>
                            <p:childTnLst>
                              <p:par>
                                <p:cTn id="20" presetID="32" presetClass="emph" presetSubtype="0" repeatCount="3000" fill="hold" grpId="1" nodeType="clickEffect">
                                  <p:stCondLst>
                                    <p:cond delay="0"/>
                                  </p:stCondLst>
                                  <p:iterate type="lt">
                                    <p:tmPct val="0"/>
                                  </p:iterate>
                                  <p:childTnLst>
                                    <p:animRot by="120000">
                                      <p:cBhvr>
                                        <p:cTn id="21" dur="100" fill="hold">
                                          <p:stCondLst>
                                            <p:cond delay="0"/>
                                          </p:stCondLst>
                                        </p:cTn>
                                        <p:tgtEl>
                                          <p:spTgt spid="6"/>
                                        </p:tgtEl>
                                        <p:attrNameLst>
                                          <p:attrName>r</p:attrName>
                                        </p:attrNameLst>
                                      </p:cBhvr>
                                    </p:animRot>
                                    <p:animRot by="-240000">
                                      <p:cBhvr>
                                        <p:cTn id="22" dur="200" fill="hold">
                                          <p:stCondLst>
                                            <p:cond delay="200"/>
                                          </p:stCondLst>
                                        </p:cTn>
                                        <p:tgtEl>
                                          <p:spTgt spid="6"/>
                                        </p:tgtEl>
                                        <p:attrNameLst>
                                          <p:attrName>r</p:attrName>
                                        </p:attrNameLst>
                                      </p:cBhvr>
                                    </p:animRot>
                                    <p:animRot by="240000">
                                      <p:cBhvr>
                                        <p:cTn id="23" dur="200" fill="hold">
                                          <p:stCondLst>
                                            <p:cond delay="400"/>
                                          </p:stCondLst>
                                        </p:cTn>
                                        <p:tgtEl>
                                          <p:spTgt spid="6"/>
                                        </p:tgtEl>
                                        <p:attrNameLst>
                                          <p:attrName>r</p:attrName>
                                        </p:attrNameLst>
                                      </p:cBhvr>
                                    </p:animRot>
                                    <p:animRot by="-240000">
                                      <p:cBhvr>
                                        <p:cTn id="24" dur="200" fill="hold">
                                          <p:stCondLst>
                                            <p:cond delay="600"/>
                                          </p:stCondLst>
                                        </p:cTn>
                                        <p:tgtEl>
                                          <p:spTgt spid="6"/>
                                        </p:tgtEl>
                                        <p:attrNameLst>
                                          <p:attrName>r</p:attrName>
                                        </p:attrNameLst>
                                      </p:cBhvr>
                                    </p:animRot>
                                    <p:animRot by="120000">
                                      <p:cBhvr>
                                        <p:cTn id="25" dur="200" fill="hold">
                                          <p:stCondLst>
                                            <p:cond delay="800"/>
                                          </p:stCondLst>
                                        </p:cTn>
                                        <p:tgtEl>
                                          <p:spTgt spid="6"/>
                                        </p:tgtEl>
                                        <p:attrNameLst>
                                          <p:attrName>r</p:attrName>
                                        </p:attrNameLst>
                                      </p:cBhvr>
                                    </p:animRot>
                                  </p:childTnLst>
                                  <p:subTnLst>
                                    <p:audio>
                                      <p:cMediaNode>
                                        <p:cTn display="0" masterRel="sameClick">
                                          <p:stCondLst>
                                            <p:cond evt="begin" delay="0">
                                              <p:tn val="20"/>
                                            </p:cond>
                                          </p:stCondLst>
                                          <p:endCondLst>
                                            <p:cond evt="onStopAudio" delay="0">
                                              <p:tgtEl>
                                                <p:sldTgt/>
                                              </p:tgtEl>
                                            </p:cond>
                                          </p:endCondLst>
                                        </p:cTn>
                                        <p:tgtEl>
                                          <p:sndTgt r:embed="rId2" name="chimes.wav"/>
                                        </p:tgtEl>
                                      </p:cMediaNode>
                                    </p:audio>
                                  </p:subTnLst>
                                </p:cTn>
                              </p:par>
                              <p:par>
                                <p:cTn id="26" presetID="9" presetClass="exit" presetSubtype="0" fill="hold" grpId="2" nodeType="withEffect">
                                  <p:stCondLst>
                                    <p:cond delay="0"/>
                                  </p:stCondLst>
                                  <p:childTnLst>
                                    <p:animEffect transition="out" filter="dissolve">
                                      <p:cBhvr>
                                        <p:cTn id="27" dur="500"/>
                                        <p:tgtEl>
                                          <p:spTgt spid="5"/>
                                        </p:tgtEl>
                                      </p:cBhvr>
                                    </p:animEffect>
                                    <p:set>
                                      <p:cBhvr>
                                        <p:cTn id="28"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26"/>
                                            </p:cond>
                                          </p:stCondLst>
                                          <p:endCondLst>
                                            <p:cond evt="onStopAudio" delay="0">
                                              <p:tgtEl>
                                                <p:sldTgt/>
                                              </p:tgtEl>
                                            </p:cond>
                                          </p:endCondLst>
                                        </p:cTn>
                                        <p:tgtEl>
                                          <p:sndTgt r:embed="rId3" name="arrow.wav"/>
                                        </p:tgtEl>
                                      </p:cMediaNode>
                                    </p:audio>
                                  </p:subTnLst>
                                </p:cTn>
                              </p:par>
                              <p:par>
                                <p:cTn id="29" presetID="9" presetClass="exit" presetSubtype="0" fill="hold" grpId="2" nodeType="withEffect">
                                  <p:stCondLst>
                                    <p:cond delay="0"/>
                                  </p:stCondLst>
                                  <p:childTnLst>
                                    <p:animEffect transition="out" filter="dissolve">
                                      <p:cBhvr>
                                        <p:cTn id="30" dur="500"/>
                                        <p:tgtEl>
                                          <p:spTgt spid="4"/>
                                        </p:tgtEl>
                                      </p:cBhvr>
                                    </p:animEffect>
                                    <p:set>
                                      <p:cBhvr>
                                        <p:cTn id="31"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29"/>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6"/>
                  </p:tgtEl>
                </p:cond>
              </p:nextCondLst>
            </p:seq>
            <p:seq concurrent="1" nextAc="seek">
              <p:cTn id="32" restart="whenNotActive" fill="hold" evtFilter="cancelBubble" nodeType="interactiveSeq">
                <p:stCondLst>
                  <p:cond evt="onClick" delay="0">
                    <p:tgtEl>
                      <p:spTgt spid="5"/>
                    </p:tgtEl>
                  </p:cond>
                </p:stCondLst>
                <p:endSync evt="end" delay="0">
                  <p:rtn val="all"/>
                </p:endSync>
                <p:childTnLst>
                  <p:par>
                    <p:cTn id="33" fill="hold">
                      <p:stCondLst>
                        <p:cond delay="0"/>
                      </p:stCondLst>
                      <p:childTnLst>
                        <p:par>
                          <p:cTn id="34" fill="hold">
                            <p:stCondLst>
                              <p:cond delay="0"/>
                            </p:stCondLst>
                            <p:childTnLst>
                              <p:par>
                                <p:cTn id="35" presetID="9" presetClass="exit" presetSubtype="0" fill="hold" grpId="1" nodeType="clickEffect">
                                  <p:stCondLst>
                                    <p:cond delay="0"/>
                                  </p:stCondLst>
                                  <p:childTnLst>
                                    <p:animEffect transition="out" filter="dissolve">
                                      <p:cBhvr>
                                        <p:cTn id="36" dur="500"/>
                                        <p:tgtEl>
                                          <p:spTgt spid="5"/>
                                        </p:tgtEl>
                                      </p:cBhvr>
                                    </p:animEffect>
                                    <p:set>
                                      <p:cBhvr>
                                        <p:cTn id="37"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35"/>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5"/>
                  </p:tgtEl>
                </p:cond>
              </p:nextCondLst>
            </p:seq>
            <p:seq concurrent="1" nextAc="seek">
              <p:cTn id="38" restart="whenNotActive" fill="hold" evtFilter="cancelBubble" nodeType="interactiveSeq">
                <p:stCondLst>
                  <p:cond evt="onClick" delay="0">
                    <p:tgtEl>
                      <p:spTgt spid="4"/>
                    </p:tgtEl>
                  </p:cond>
                </p:stCondLst>
                <p:endSync evt="end" delay="0">
                  <p:rtn val="all"/>
                </p:endSync>
                <p:childTnLst>
                  <p:par>
                    <p:cTn id="39" fill="hold">
                      <p:stCondLst>
                        <p:cond delay="0"/>
                      </p:stCondLst>
                      <p:childTnLst>
                        <p:par>
                          <p:cTn id="40" fill="hold">
                            <p:stCondLst>
                              <p:cond delay="0"/>
                            </p:stCondLst>
                            <p:childTnLst>
                              <p:par>
                                <p:cTn id="41" presetID="9" presetClass="exit" presetSubtype="0" fill="hold" grpId="1" nodeType="clickEffect">
                                  <p:stCondLst>
                                    <p:cond delay="0"/>
                                  </p:stCondLst>
                                  <p:childTnLst>
                                    <p:animEffect transition="out" filter="dissolve">
                                      <p:cBhvr>
                                        <p:cTn id="42" dur="500"/>
                                        <p:tgtEl>
                                          <p:spTgt spid="4"/>
                                        </p:tgtEl>
                                      </p:cBhvr>
                                    </p:animEffect>
                                    <p:set>
                                      <p:cBhvr>
                                        <p:cTn id="43"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41"/>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4"/>
                  </p:tgtEl>
                </p:cond>
              </p:nextCondLst>
            </p:seq>
          </p:childTnLst>
        </p:cTn>
      </p:par>
    </p:tnLst>
    <p:bldLst>
      <p:bldP spid="4" grpId="0" animBg="1"/>
      <p:bldP spid="4" grpId="1" animBg="1"/>
      <p:bldP spid="4" grpId="2" animBg="1"/>
      <p:bldP spid="5" grpId="0" animBg="1"/>
      <p:bldP spid="5" grpId="1" animBg="1"/>
      <p:bldP spid="5" grpId="2" animBg="1"/>
      <p:bldP spid="6" grpId="0" animBg="1"/>
      <p:bldP spid="6"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50167"/>
            <a:lum/>
          </a:blip>
          <a:srcRect/>
          <a:stretch>
            <a:fillRect t="-9000" b="-9000"/>
          </a:stretch>
        </a:blipFill>
        <a:effectLst/>
      </p:bgPr>
    </p:bg>
    <p:spTree>
      <p:nvGrpSpPr>
        <p:cNvPr id="1" name="">
          <a:extLst>
            <a:ext uri="{FF2B5EF4-FFF2-40B4-BE49-F238E27FC236}">
              <a16:creationId xmlns:a16="http://schemas.microsoft.com/office/drawing/2014/main" id="{B4EBFD75-6E80-37D2-E1CA-317930DFD29F}"/>
            </a:ext>
          </a:extLst>
        </p:cNvPr>
        <p:cNvGrpSpPr/>
        <p:nvPr/>
      </p:nvGrpSpPr>
      <p:grpSpPr>
        <a:xfrm>
          <a:off x="0" y="0"/>
          <a:ext cx="0" cy="0"/>
          <a:chOff x="0" y="0"/>
          <a:chExt cx="0" cy="0"/>
        </a:xfrm>
      </p:grpSpPr>
      <p:sp>
        <p:nvSpPr>
          <p:cNvPr id="8" name="Rounded Rectangle 7">
            <a:extLst>
              <a:ext uri="{FF2B5EF4-FFF2-40B4-BE49-F238E27FC236}">
                <a16:creationId xmlns:a16="http://schemas.microsoft.com/office/drawing/2014/main" id="{1FEC2C94-7E5D-5EFB-4DD9-8A32708D9491}"/>
              </a:ext>
            </a:extLst>
          </p:cNvPr>
          <p:cNvSpPr/>
          <p:nvPr/>
        </p:nvSpPr>
        <p:spPr>
          <a:xfrm>
            <a:off x="338666" y="795243"/>
            <a:ext cx="8466667" cy="4013200"/>
          </a:xfrm>
          <a:prstGeom prst="roundRect">
            <a:avLst/>
          </a:prstGeom>
          <a:solidFill>
            <a:schemeClr val="tx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VN"/>
          </a:p>
        </p:txBody>
      </p:sp>
      <p:sp>
        <p:nvSpPr>
          <p:cNvPr id="3" name="Rectangle: Rounded Corners 5">
            <a:extLst>
              <a:ext uri="{FF2B5EF4-FFF2-40B4-BE49-F238E27FC236}">
                <a16:creationId xmlns:a16="http://schemas.microsoft.com/office/drawing/2014/main" id="{71A46D8D-2FE6-5A45-FB60-167C0F916831}"/>
              </a:ext>
            </a:extLst>
          </p:cNvPr>
          <p:cNvSpPr/>
          <p:nvPr/>
        </p:nvSpPr>
        <p:spPr>
          <a:xfrm>
            <a:off x="116458" y="138742"/>
            <a:ext cx="1937974"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4" name="Terminator 3">
            <a:extLst>
              <a:ext uri="{FF2B5EF4-FFF2-40B4-BE49-F238E27FC236}">
                <a16:creationId xmlns:a16="http://schemas.microsoft.com/office/drawing/2014/main" id="{95CD9CC7-8799-1176-A9FE-AF561962663B}"/>
              </a:ext>
            </a:extLst>
          </p:cNvPr>
          <p:cNvSpPr/>
          <p:nvPr/>
        </p:nvSpPr>
        <p:spPr>
          <a:xfrm>
            <a:off x="5249331" y="2415487"/>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traffic safety</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5" name="Terminator 4">
            <a:extLst>
              <a:ext uri="{FF2B5EF4-FFF2-40B4-BE49-F238E27FC236}">
                <a16:creationId xmlns:a16="http://schemas.microsoft.com/office/drawing/2014/main" id="{63D28CCF-EF4D-7F30-9D5B-F9A5D97E5316}"/>
              </a:ext>
            </a:extLst>
          </p:cNvPr>
          <p:cNvSpPr/>
          <p:nvPr/>
        </p:nvSpPr>
        <p:spPr>
          <a:xfrm>
            <a:off x="5249330" y="3706288"/>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safe distance</a:t>
            </a:r>
            <a:endParaRPr lang="en-US" sz="3200" dirty="0">
              <a:solidFill>
                <a:schemeClr val="bg2">
                  <a:lumMod val="50000"/>
                </a:schemeClr>
              </a:solidFill>
              <a:latin typeface="Arial" panose="020B0604020202020204" pitchFamily="34" charset="0"/>
              <a:cs typeface="Arial" panose="020B0604020202020204" pitchFamily="34" charset="0"/>
            </a:endParaRPr>
          </a:p>
        </p:txBody>
      </p:sp>
      <p:sp>
        <p:nvSpPr>
          <p:cNvPr id="6" name="Terminator 5">
            <a:extLst>
              <a:ext uri="{FF2B5EF4-FFF2-40B4-BE49-F238E27FC236}">
                <a16:creationId xmlns:a16="http://schemas.microsoft.com/office/drawing/2014/main" id="{E64500D1-D45A-30D2-5DA8-AA9D86FAD376}"/>
              </a:ext>
            </a:extLst>
          </p:cNvPr>
          <p:cNvSpPr/>
          <p:nvPr/>
        </p:nvSpPr>
        <p:spPr>
          <a:xfrm>
            <a:off x="5249329" y="1124686"/>
            <a:ext cx="3392941" cy="713941"/>
          </a:xfrm>
          <a:prstGeom prst="flowChartTerminator">
            <a:avLst/>
          </a:prstGeom>
          <a:solidFill>
            <a:schemeClr val="bg1">
              <a:lumMod val="20000"/>
              <a:lumOff val="80000"/>
            </a:schemeClr>
          </a:solidFill>
          <a:effectLst>
            <a:outerShdw blurRad="50800" dist="38100" dir="5400000" algn="t" rotWithShape="0">
              <a:prstClr val="black">
                <a:alpha val="40000"/>
              </a:prstClr>
            </a:outerShdw>
          </a:effectLst>
          <a:scene3d>
            <a:camera prst="orthographicFront"/>
            <a:lightRig rig="threePt" dir="t"/>
          </a:scene3d>
          <a:sp3d>
            <a:bevelT w="114300" prst="hardEdg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3200" b="1" dirty="0">
                <a:solidFill>
                  <a:schemeClr val="bg2">
                    <a:lumMod val="50000"/>
                  </a:schemeClr>
                </a:solidFill>
                <a:latin typeface="Arial" panose="020B0604020202020204" pitchFamily="34" charset="0"/>
                <a:ea typeface="Quattrocento Sans"/>
                <a:cs typeface="Arial" panose="020B0604020202020204" pitchFamily="34" charset="0"/>
                <a:sym typeface="Quattrocento Sans"/>
              </a:rPr>
              <a:t>limited speed</a:t>
            </a:r>
            <a:endParaRPr lang="en-US" sz="3200" dirty="0">
              <a:solidFill>
                <a:schemeClr val="bg2">
                  <a:lumMod val="50000"/>
                </a:schemeClr>
              </a:solidFill>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B40BEA03-E774-64ED-43B7-E44BA12CFC34}"/>
              </a:ext>
            </a:extLst>
          </p:cNvPr>
          <p:cNvPicPr>
            <a:picLocks noChangeAspect="1"/>
          </p:cNvPicPr>
          <p:nvPr/>
        </p:nvPicPr>
        <p:blipFill>
          <a:blip r:embed="rId5"/>
          <a:srcRect l="5717" t="6582" r="4123"/>
          <a:stretch>
            <a:fillRect/>
          </a:stretch>
        </p:blipFill>
        <p:spPr>
          <a:xfrm>
            <a:off x="654296" y="1481658"/>
            <a:ext cx="4279405" cy="2581601"/>
          </a:xfrm>
          <a:prstGeom prst="roundRect">
            <a:avLst/>
          </a:prstGeom>
          <a:effectLst>
            <a:outerShdw blurRad="50800" dist="38100" dir="5400000" algn="t" rotWithShape="0">
              <a:prstClr val="black">
                <a:alpha val="40000"/>
              </a:prstClr>
            </a:outerShdw>
          </a:effectLst>
        </p:spPr>
      </p:pic>
      <p:sp>
        <p:nvSpPr>
          <p:cNvPr id="9" name="Right Arrow 8">
            <a:extLst>
              <a:ext uri="{FF2B5EF4-FFF2-40B4-BE49-F238E27FC236}">
                <a16:creationId xmlns:a16="http://schemas.microsoft.com/office/drawing/2014/main" id="{9B9E587E-470B-0D3A-BA0A-C879051FFEE1}"/>
              </a:ext>
            </a:extLst>
          </p:cNvPr>
          <p:cNvSpPr/>
          <p:nvPr/>
        </p:nvSpPr>
        <p:spPr>
          <a:xfrm rot="3139665">
            <a:off x="1982952" y="1346805"/>
            <a:ext cx="874295" cy="26970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2151988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6" presetClass="emph" presetSubtype="0" repeatCount="2000" fill="hold" grpId="0" nodeType="withEffect">
                                  <p:stCondLst>
                                    <p:cond delay="0"/>
                                  </p:stCondLst>
                                  <p:childTnLst>
                                    <p:animScale>
                                      <p:cBhvr>
                                        <p:cTn id="12" dur="2000" fill="hold"/>
                                        <p:tgtEl>
                                          <p:spTgt spid="9"/>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seq concurrent="1" nextAc="seek">
              <p:cTn id="13" restart="whenNotActive" fill="hold" evtFilter="cancelBubble" nodeType="interactiveSeq">
                <p:stCondLst>
                  <p:cond evt="onClick" delay="0">
                    <p:tgtEl>
                      <p:spTgt spid="6"/>
                    </p:tgtEl>
                  </p:cond>
                </p:stCondLst>
                <p:endSync evt="end" delay="0">
                  <p:rtn val="all"/>
                </p:endSync>
                <p:childTnLst>
                  <p:par>
                    <p:cTn id="14" fill="hold">
                      <p:stCondLst>
                        <p:cond delay="0"/>
                      </p:stCondLst>
                      <p:childTnLst>
                        <p:par>
                          <p:cTn id="15" fill="hold">
                            <p:stCondLst>
                              <p:cond delay="0"/>
                            </p:stCondLst>
                            <p:childTnLst>
                              <p:par>
                                <p:cTn id="16" presetID="32" presetClass="emph" presetSubtype="0" repeatCount="3000" fill="hold" grpId="1" nodeType="clickEffect">
                                  <p:stCondLst>
                                    <p:cond delay="0"/>
                                  </p:stCondLst>
                                  <p:iterate type="lt">
                                    <p:tmPct val="0"/>
                                  </p:iterate>
                                  <p:childTnLst>
                                    <p:animRot by="120000">
                                      <p:cBhvr>
                                        <p:cTn id="17" dur="100" fill="hold">
                                          <p:stCondLst>
                                            <p:cond delay="0"/>
                                          </p:stCondLst>
                                        </p:cTn>
                                        <p:tgtEl>
                                          <p:spTgt spid="6"/>
                                        </p:tgtEl>
                                        <p:attrNameLst>
                                          <p:attrName>r</p:attrName>
                                        </p:attrNameLst>
                                      </p:cBhvr>
                                    </p:animRot>
                                    <p:animRot by="-240000">
                                      <p:cBhvr>
                                        <p:cTn id="18" dur="200" fill="hold">
                                          <p:stCondLst>
                                            <p:cond delay="200"/>
                                          </p:stCondLst>
                                        </p:cTn>
                                        <p:tgtEl>
                                          <p:spTgt spid="6"/>
                                        </p:tgtEl>
                                        <p:attrNameLst>
                                          <p:attrName>r</p:attrName>
                                        </p:attrNameLst>
                                      </p:cBhvr>
                                    </p:animRot>
                                    <p:animRot by="240000">
                                      <p:cBhvr>
                                        <p:cTn id="19" dur="200" fill="hold">
                                          <p:stCondLst>
                                            <p:cond delay="400"/>
                                          </p:stCondLst>
                                        </p:cTn>
                                        <p:tgtEl>
                                          <p:spTgt spid="6"/>
                                        </p:tgtEl>
                                        <p:attrNameLst>
                                          <p:attrName>r</p:attrName>
                                        </p:attrNameLst>
                                      </p:cBhvr>
                                    </p:animRot>
                                    <p:animRot by="-240000">
                                      <p:cBhvr>
                                        <p:cTn id="20" dur="200" fill="hold">
                                          <p:stCondLst>
                                            <p:cond delay="600"/>
                                          </p:stCondLst>
                                        </p:cTn>
                                        <p:tgtEl>
                                          <p:spTgt spid="6"/>
                                        </p:tgtEl>
                                        <p:attrNameLst>
                                          <p:attrName>r</p:attrName>
                                        </p:attrNameLst>
                                      </p:cBhvr>
                                    </p:animRot>
                                    <p:animRot by="120000">
                                      <p:cBhvr>
                                        <p:cTn id="21" dur="200" fill="hold">
                                          <p:stCondLst>
                                            <p:cond delay="800"/>
                                          </p:stCondLst>
                                        </p:cTn>
                                        <p:tgtEl>
                                          <p:spTgt spid="6"/>
                                        </p:tgtEl>
                                        <p:attrNameLst>
                                          <p:attrName>r</p:attrName>
                                        </p:attrNameLst>
                                      </p:cBhvr>
                                    </p:animRot>
                                  </p:childTnLst>
                                  <p:subTnLst>
                                    <p:audio>
                                      <p:cMediaNode>
                                        <p:cTn display="0" masterRel="sameClick">
                                          <p:stCondLst>
                                            <p:cond evt="begin" delay="0">
                                              <p:tn val="16"/>
                                            </p:cond>
                                          </p:stCondLst>
                                          <p:endCondLst>
                                            <p:cond evt="onStopAudio" delay="0">
                                              <p:tgtEl>
                                                <p:sldTgt/>
                                              </p:tgtEl>
                                            </p:cond>
                                          </p:endCondLst>
                                        </p:cTn>
                                        <p:tgtEl>
                                          <p:sndTgt r:embed="rId2" name="chimes.wav"/>
                                        </p:tgtEl>
                                      </p:cMediaNode>
                                    </p:audio>
                                  </p:subTnLst>
                                </p:cTn>
                              </p:par>
                              <p:par>
                                <p:cTn id="22" presetID="9" presetClass="exit" presetSubtype="0" fill="hold" grpId="2" nodeType="withEffect">
                                  <p:stCondLst>
                                    <p:cond delay="0"/>
                                  </p:stCondLst>
                                  <p:childTnLst>
                                    <p:animEffect transition="out" filter="dissolve">
                                      <p:cBhvr>
                                        <p:cTn id="23" dur="500"/>
                                        <p:tgtEl>
                                          <p:spTgt spid="5"/>
                                        </p:tgtEl>
                                      </p:cBhvr>
                                    </p:animEffect>
                                    <p:set>
                                      <p:cBhvr>
                                        <p:cTn id="24"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22"/>
                                            </p:cond>
                                          </p:stCondLst>
                                          <p:endCondLst>
                                            <p:cond evt="onStopAudio" delay="0">
                                              <p:tgtEl>
                                                <p:sldTgt/>
                                              </p:tgtEl>
                                            </p:cond>
                                          </p:endCondLst>
                                        </p:cTn>
                                        <p:tgtEl>
                                          <p:sndTgt r:embed="rId3" name="arrow.wav"/>
                                        </p:tgtEl>
                                      </p:cMediaNode>
                                    </p:audio>
                                  </p:subTnLst>
                                </p:cTn>
                              </p:par>
                              <p:par>
                                <p:cTn id="25" presetID="9" presetClass="exit" presetSubtype="0" fill="hold" grpId="2" nodeType="withEffect">
                                  <p:stCondLst>
                                    <p:cond delay="0"/>
                                  </p:stCondLst>
                                  <p:childTnLst>
                                    <p:animEffect transition="out" filter="dissolve">
                                      <p:cBhvr>
                                        <p:cTn id="26" dur="500"/>
                                        <p:tgtEl>
                                          <p:spTgt spid="4"/>
                                        </p:tgtEl>
                                      </p:cBhvr>
                                    </p:animEffect>
                                    <p:set>
                                      <p:cBhvr>
                                        <p:cTn id="27"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25"/>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6"/>
                  </p:tgtEl>
                </p:cond>
              </p:nextCondLst>
            </p:seq>
            <p:seq concurrent="1" nextAc="seek">
              <p:cTn id="28" restart="whenNotActive" fill="hold" evtFilter="cancelBubble" nodeType="interactiveSeq">
                <p:stCondLst>
                  <p:cond evt="onClick" delay="0">
                    <p:tgtEl>
                      <p:spTgt spid="5"/>
                    </p:tgtEl>
                  </p:cond>
                </p:stCondLst>
                <p:endSync evt="end" delay="0">
                  <p:rtn val="all"/>
                </p:endSync>
                <p:childTnLst>
                  <p:par>
                    <p:cTn id="29" fill="hold">
                      <p:stCondLst>
                        <p:cond delay="0"/>
                      </p:stCondLst>
                      <p:childTnLst>
                        <p:par>
                          <p:cTn id="30" fill="hold">
                            <p:stCondLst>
                              <p:cond delay="0"/>
                            </p:stCondLst>
                            <p:childTnLst>
                              <p:par>
                                <p:cTn id="31" presetID="9" presetClass="exit" presetSubtype="0" fill="hold" grpId="1" nodeType="clickEffect">
                                  <p:stCondLst>
                                    <p:cond delay="0"/>
                                  </p:stCondLst>
                                  <p:childTnLst>
                                    <p:animEffect transition="out" filter="dissolve">
                                      <p:cBhvr>
                                        <p:cTn id="32" dur="500"/>
                                        <p:tgtEl>
                                          <p:spTgt spid="5"/>
                                        </p:tgtEl>
                                      </p:cBhvr>
                                    </p:animEffect>
                                    <p:set>
                                      <p:cBhvr>
                                        <p:cTn id="33" dur="1" fill="hold">
                                          <p:stCondLst>
                                            <p:cond delay="499"/>
                                          </p:stCondLst>
                                        </p:cTn>
                                        <p:tgtEl>
                                          <p:spTgt spid="5"/>
                                        </p:tgtEl>
                                        <p:attrNameLst>
                                          <p:attrName>style.visibility</p:attrName>
                                        </p:attrNameLst>
                                      </p:cBhvr>
                                      <p:to>
                                        <p:strVal val="hidden"/>
                                      </p:to>
                                    </p:set>
                                  </p:childTnLst>
                                  <p:subTnLst>
                                    <p:audio>
                                      <p:cMediaNode>
                                        <p:cTn display="0" masterRel="sameClick">
                                          <p:stCondLst>
                                            <p:cond evt="begin" delay="0">
                                              <p:tn val="31"/>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5"/>
                  </p:tgtEl>
                </p:cond>
              </p:nextCondLst>
            </p:seq>
            <p:seq concurrent="1" nextAc="seek">
              <p:cTn id="34" restart="whenNotActive" fill="hold" evtFilter="cancelBubble" nodeType="interactiveSeq">
                <p:stCondLst>
                  <p:cond evt="onClick" delay="0">
                    <p:tgtEl>
                      <p:spTgt spid="4"/>
                    </p:tgtEl>
                  </p:cond>
                </p:stCondLst>
                <p:endSync evt="end" delay="0">
                  <p:rtn val="all"/>
                </p:endSync>
                <p:childTnLst>
                  <p:par>
                    <p:cTn id="35" fill="hold">
                      <p:stCondLst>
                        <p:cond delay="0"/>
                      </p:stCondLst>
                      <p:childTnLst>
                        <p:par>
                          <p:cTn id="36" fill="hold">
                            <p:stCondLst>
                              <p:cond delay="0"/>
                            </p:stCondLst>
                            <p:childTnLst>
                              <p:par>
                                <p:cTn id="37" presetID="9" presetClass="exit" presetSubtype="0" fill="hold" grpId="1" nodeType="clickEffect">
                                  <p:stCondLst>
                                    <p:cond delay="0"/>
                                  </p:stCondLst>
                                  <p:childTnLst>
                                    <p:animEffect transition="out" filter="dissolve">
                                      <p:cBhvr>
                                        <p:cTn id="38" dur="500"/>
                                        <p:tgtEl>
                                          <p:spTgt spid="4"/>
                                        </p:tgtEl>
                                      </p:cBhvr>
                                    </p:animEffect>
                                    <p:set>
                                      <p:cBhvr>
                                        <p:cTn id="39"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37"/>
                                            </p:cond>
                                          </p:stCondLst>
                                          <p:endCondLst>
                                            <p:cond evt="onStopAudio" delay="0">
                                              <p:tgtEl>
                                                <p:sldTgt/>
                                              </p:tgtEl>
                                            </p:cond>
                                          </p:endCondLst>
                                        </p:cTn>
                                        <p:tgtEl>
                                          <p:sndTgt r:embed="rId3" name="arrow.wav"/>
                                        </p:tgtEl>
                                      </p:cMediaNode>
                                    </p:audio>
                                  </p:subTnLst>
                                </p:cTn>
                              </p:par>
                            </p:childTnLst>
                          </p:cTn>
                        </p:par>
                      </p:childTnLst>
                    </p:cTn>
                  </p:par>
                </p:childTnLst>
              </p:cTn>
              <p:nextCondLst>
                <p:cond evt="onClick" delay="0">
                  <p:tgtEl>
                    <p:spTgt spid="4"/>
                  </p:tgtEl>
                </p:cond>
              </p:nextCondLst>
            </p:seq>
          </p:childTnLst>
        </p:cTn>
      </p:par>
    </p:tnLst>
    <p:bldLst>
      <p:bldP spid="4" grpId="0" animBg="1"/>
      <p:bldP spid="4" grpId="1" animBg="1"/>
      <p:bldP spid="4" grpId="2" animBg="1"/>
      <p:bldP spid="5" grpId="0" animBg="1"/>
      <p:bldP spid="5" grpId="1" animBg="1"/>
      <p:bldP spid="5" grpId="2" animBg="1"/>
      <p:bldP spid="6" grpId="0" animBg="1"/>
      <p:bldP spid="6" grpId="1"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5" name="Rectangle 4">
            <a:extLst>
              <a:ext uri="{FF2B5EF4-FFF2-40B4-BE49-F238E27FC236}">
                <a16:creationId xmlns:a16="http://schemas.microsoft.com/office/drawing/2014/main" id="{7A9C881A-4F1C-A0BF-4A6B-096A3979D0EE}"/>
              </a:ext>
            </a:extLst>
          </p:cNvPr>
          <p:cNvSpPr/>
          <p:nvPr/>
        </p:nvSpPr>
        <p:spPr>
          <a:xfrm>
            <a:off x="142336" y="774296"/>
            <a:ext cx="8859417" cy="41959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n-US" sz="1800" i="1" dirty="0">
                <a:solidFill>
                  <a:schemeClr val="tx2">
                    <a:lumMod val="10000"/>
                  </a:schemeClr>
                </a:solidFill>
              </a:rPr>
              <a:t>	</a:t>
            </a:r>
            <a:r>
              <a:rPr lang="en-US" sz="1800" dirty="0">
                <a:solidFill>
                  <a:schemeClr val="tx2">
                    <a:lumMod val="10000"/>
                  </a:schemeClr>
                </a:solidFill>
              </a:rPr>
              <a:t>Traffic situations are very complicated these days, so we need to follow traffic safety regulations, especially safe distance and speed limit. To do this, we should notice signs on the roads and drive our vehicles at the speed lower than the speed limit in that region. For example, people should remember the “3-second rule” when driving on highways: safe distance (m) = speed (m/s) x 3 (s). Keeping a safe distance from the vehicles ahead gives drivers time to react when those vehicles have any trouble. We should keep at least three to four seconds of distance in normal conditions, and even more in bad weather or heavy traffic. Doing this keeps drivers safe because they can avoid hitting other vehicles. Also, it helps traffic flow better and lowers the risk of many accidents at the same time.</a:t>
            </a:r>
          </a:p>
        </p:txBody>
      </p:sp>
      <p:sp>
        <p:nvSpPr>
          <p:cNvPr id="4" name="Rectangle: Rounded Corners 7">
            <a:extLst>
              <a:ext uri="{FF2B5EF4-FFF2-40B4-BE49-F238E27FC236}">
                <a16:creationId xmlns:a16="http://schemas.microsoft.com/office/drawing/2014/main" id="{A61747F5-8602-4FF5-0DD4-584DFC8CF894}"/>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8" name="Google Shape;474;p13">
            <a:extLst>
              <a:ext uri="{FF2B5EF4-FFF2-40B4-BE49-F238E27FC236}">
                <a16:creationId xmlns:a16="http://schemas.microsoft.com/office/drawing/2014/main" id="{0CD51B35-9817-A594-8178-A0A88C0EF94F}"/>
              </a:ext>
            </a:extLst>
          </p:cNvPr>
          <p:cNvSpPr/>
          <p:nvPr/>
        </p:nvSpPr>
        <p:spPr>
          <a:xfrm>
            <a:off x="2272332" y="275885"/>
            <a:ext cx="6729332" cy="36929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(P. 24) Read the paragraph and answer the questions below. </a:t>
            </a:r>
            <a:endParaRPr sz="1800" b="0"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endParaRPr>
          </a:p>
        </p:txBody>
      </p:sp>
    </p:spTree>
    <p:extLst>
      <p:ext uri="{BB962C8B-B14F-4D97-AF65-F5344CB8AC3E}">
        <p14:creationId xmlns:p14="http://schemas.microsoft.com/office/powerpoint/2010/main" val="121822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4" name="Google Shape;474;p13"/>
          <p:cNvSpPr/>
          <p:nvPr/>
        </p:nvSpPr>
        <p:spPr>
          <a:xfrm>
            <a:off x="2272332" y="275885"/>
            <a:ext cx="6729332" cy="36929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(P. 24) Read the paragraph and answer the questions below. </a:t>
            </a:r>
            <a:endParaRPr sz="1800" b="0"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endParaRPr>
          </a:p>
        </p:txBody>
      </p:sp>
      <p:sp>
        <p:nvSpPr>
          <p:cNvPr id="13" name="Rectangle 12"/>
          <p:cNvSpPr/>
          <p:nvPr/>
        </p:nvSpPr>
        <p:spPr>
          <a:xfrm>
            <a:off x="239827" y="794308"/>
            <a:ext cx="8664345" cy="3370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n-US" sz="1600" dirty="0">
                <a:solidFill>
                  <a:schemeClr val="tx2">
                    <a:lumMod val="10000"/>
                  </a:schemeClr>
                </a:solidFill>
              </a:rPr>
              <a:t>	Traffic situations are very complicated these days, so we need to follow traffic safety regulations, especially safe distance and speed limit. To do this, we should notice signs on the roads and drive our vehicles at the speed lower than the speed limit in that region. For example, people should remember the “3-second rule” when driving on highways: safe distance (m) = speed (m/s) x 3 (s). Keeping a safe distance from the vehicles ahead gives drivers time to react when those vehicles have any trouble. We should keep at least three to four seconds of distance in normal conditions, and even more in bad weather or heavy traffic. Doing this keeps drivers safe because they can avoid hitting other vehicles. Also, it helps traffic flow better and lowers the risk of many accidents at the same time.</a:t>
            </a:r>
          </a:p>
        </p:txBody>
      </p:sp>
      <p:sp>
        <p:nvSpPr>
          <p:cNvPr id="2" name="Rectangle 1"/>
          <p:cNvSpPr/>
          <p:nvPr/>
        </p:nvSpPr>
        <p:spPr>
          <a:xfrm>
            <a:off x="0" y="4185034"/>
            <a:ext cx="9144000" cy="1077218"/>
          </a:xfrm>
          <a:prstGeom prst="rect">
            <a:avLst/>
          </a:prstGeom>
          <a:solidFill>
            <a:schemeClr val="tx2"/>
          </a:solidFill>
        </p:spPr>
        <p:txBody>
          <a:bodyPr wrap="square">
            <a:spAutoFit/>
          </a:bodyPr>
          <a:lstStyle/>
          <a:p>
            <a:pPr marL="457200" indent="-457200" algn="ctr">
              <a:buAutoNum type="alphaLcPeriod"/>
            </a:pPr>
            <a:r>
              <a:rPr lang="en-US" sz="2400" b="1" dirty="0">
                <a:solidFill>
                  <a:schemeClr val="bg2">
                    <a:lumMod val="50000"/>
                  </a:schemeClr>
                </a:solidFill>
              </a:rPr>
              <a:t>What simple rule helps us keep a safe distance?</a:t>
            </a:r>
          </a:p>
          <a:p>
            <a:pPr marL="457200" indent="-457200" algn="ctr">
              <a:buAutoNum type="alphaLcPeriod"/>
            </a:pPr>
            <a:endParaRPr lang="en-US" sz="2000" b="1" dirty="0">
              <a:solidFill>
                <a:schemeClr val="bg2">
                  <a:lumMod val="50000"/>
                </a:schemeClr>
              </a:solidFill>
            </a:endParaRPr>
          </a:p>
          <a:p>
            <a:pPr algn="ctr"/>
            <a:endParaRPr lang="en-US" sz="2000" b="1" dirty="0">
              <a:solidFill>
                <a:schemeClr val="bg2">
                  <a:lumMod val="50000"/>
                </a:schemeClr>
              </a:solidFill>
            </a:endParaRPr>
          </a:p>
        </p:txBody>
      </p:sp>
      <p:sp>
        <p:nvSpPr>
          <p:cNvPr id="14" name="Rectangle 13"/>
          <p:cNvSpPr/>
          <p:nvPr/>
        </p:nvSpPr>
        <p:spPr>
          <a:xfrm>
            <a:off x="660285" y="4609411"/>
            <a:ext cx="2121093" cy="400110"/>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000" dirty="0"/>
              <a:t>A. 2-second rule </a:t>
            </a:r>
          </a:p>
        </p:txBody>
      </p:sp>
      <p:sp>
        <p:nvSpPr>
          <p:cNvPr id="3" name="Rectangle 2"/>
          <p:cNvSpPr/>
          <p:nvPr/>
        </p:nvSpPr>
        <p:spPr>
          <a:xfrm>
            <a:off x="3464098" y="4609411"/>
            <a:ext cx="2135521" cy="400110"/>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US" sz="2000" dirty="0"/>
              <a:t>B. 3-second rule</a:t>
            </a:r>
          </a:p>
        </p:txBody>
      </p:sp>
      <p:sp>
        <p:nvSpPr>
          <p:cNvPr id="4" name="Rectangle 3"/>
          <p:cNvSpPr/>
          <p:nvPr/>
        </p:nvSpPr>
        <p:spPr>
          <a:xfrm>
            <a:off x="6282338" y="4609411"/>
            <a:ext cx="2135521" cy="400110"/>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2000" dirty="0"/>
              <a:t>C. 4-second rule</a:t>
            </a:r>
          </a:p>
        </p:txBody>
      </p:sp>
      <p:sp>
        <p:nvSpPr>
          <p:cNvPr id="5" name="Rectangle: Rounded Corners 7">
            <a:extLst>
              <a:ext uri="{FF2B5EF4-FFF2-40B4-BE49-F238E27FC236}">
                <a16:creationId xmlns:a16="http://schemas.microsoft.com/office/drawing/2014/main" id="{FDF2BE4F-6EE0-BC07-4D81-4FBC92D04FEE}"/>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7" name="Rounded Rectangle 6">
            <a:extLst>
              <a:ext uri="{FF2B5EF4-FFF2-40B4-BE49-F238E27FC236}">
                <a16:creationId xmlns:a16="http://schemas.microsoft.com/office/drawing/2014/main" id="{D9BE8318-8903-BAD9-4B11-091559C45EB2}"/>
              </a:ext>
            </a:extLst>
          </p:cNvPr>
          <p:cNvSpPr/>
          <p:nvPr/>
        </p:nvSpPr>
        <p:spPr>
          <a:xfrm>
            <a:off x="239827" y="1947553"/>
            <a:ext cx="8664345" cy="724395"/>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164964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1" restart="whenNotActive" fill="hold" evtFilter="cancelBubble" nodeType="interactiveSeq">
                <p:stCondLst>
                  <p:cond evt="onClick" delay="0">
                    <p:tgtEl>
                      <p:spTgt spid="3"/>
                    </p:tgtEl>
                  </p:cond>
                </p:stCondLst>
                <p:endSync evt="end" delay="0">
                  <p:rtn val="all"/>
                </p:endSync>
                <p:childTnLst>
                  <p:par>
                    <p:cTn id="22" fill="hold">
                      <p:stCondLst>
                        <p:cond delay="0"/>
                      </p:stCondLst>
                      <p:childTnLst>
                        <p:par>
                          <p:cTn id="23" fill="hold">
                            <p:stCondLst>
                              <p:cond delay="0"/>
                            </p:stCondLst>
                            <p:childTnLst>
                              <p:par>
                                <p:cTn id="24" presetID="21" presetClass="emph" presetSubtype="0" fill="hold" nodeType="clickEffect">
                                  <p:stCondLst>
                                    <p:cond delay="0"/>
                                  </p:stCondLst>
                                  <p:childTnLst>
                                    <p:animClr clrSpc="hsl" dir="cw">
                                      <p:cBhvr override="childStyle">
                                        <p:cTn id="25" dur="500" fill="hold"/>
                                        <p:tgtEl>
                                          <p:spTgt spid="3"/>
                                        </p:tgtEl>
                                        <p:attrNameLst>
                                          <p:attrName>style.color</p:attrName>
                                        </p:attrNameLst>
                                      </p:cBhvr>
                                      <p:by>
                                        <p:hsl h="7200000" s="0" l="0"/>
                                      </p:by>
                                    </p:animClr>
                                    <p:animClr clrSpc="hsl" dir="cw">
                                      <p:cBhvr>
                                        <p:cTn id="26" dur="500" fill="hold"/>
                                        <p:tgtEl>
                                          <p:spTgt spid="3"/>
                                        </p:tgtEl>
                                        <p:attrNameLst>
                                          <p:attrName>fillcolor</p:attrName>
                                        </p:attrNameLst>
                                      </p:cBhvr>
                                      <p:by>
                                        <p:hsl h="7200000" s="0" l="0"/>
                                      </p:by>
                                    </p:animClr>
                                    <p:animClr clrSpc="hsl" dir="cw">
                                      <p:cBhvr>
                                        <p:cTn id="27" dur="500" fill="hold"/>
                                        <p:tgtEl>
                                          <p:spTgt spid="3"/>
                                        </p:tgtEl>
                                        <p:attrNameLst>
                                          <p:attrName>stroke.color</p:attrName>
                                        </p:attrNameLst>
                                      </p:cBhvr>
                                      <p:by>
                                        <p:hsl h="7200000" s="0" l="0"/>
                                      </p:by>
                                    </p:animClr>
                                    <p:set>
                                      <p:cBhvr>
                                        <p:cTn id="28" dur="500" fill="hold"/>
                                        <p:tgtEl>
                                          <p:spTgt spid="3"/>
                                        </p:tgtEl>
                                        <p:attrNameLst>
                                          <p:attrName>fill.type</p:attrName>
                                        </p:attrNameLst>
                                      </p:cBhvr>
                                      <p:to>
                                        <p:strVal val="solid"/>
                                      </p:to>
                                    </p:set>
                                  </p:childTnLst>
                                  <p:subTnLst>
                                    <p:audio>
                                      <p:cMediaNode>
                                        <p:cTn display="0" masterRel="sameClick">
                                          <p:stCondLst>
                                            <p:cond evt="begin" delay="0">
                                              <p:tn val="24"/>
                                            </p:cond>
                                          </p:stCondLst>
                                          <p:endCondLst>
                                            <p:cond evt="onStopAudio" delay="0">
                                              <p:tgtEl>
                                                <p:sldTgt/>
                                              </p:tgtEl>
                                            </p:cond>
                                          </p:endCondLst>
                                        </p:cTn>
                                        <p:tgtEl>
                                          <p:sndTgt r:embed="rId3" name="chimes.wav"/>
                                        </p:tgtEl>
                                      </p:cMediaNode>
                                    </p:audio>
                                  </p:subTnLst>
                                </p:cTn>
                              </p:par>
                              <p:par>
                                <p:cTn id="29" presetID="9"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dissolve">
                                      <p:cBhvr>
                                        <p:cTn id="31" dur="500"/>
                                        <p:tgtEl>
                                          <p:spTgt spid="7"/>
                                        </p:tgtEl>
                                      </p:cBhvr>
                                    </p:animEffect>
                                  </p:childTnLst>
                                </p:cTn>
                              </p:par>
                            </p:childTnLst>
                          </p:cTn>
                        </p:par>
                      </p:childTnLst>
                    </p:cTn>
                  </p:par>
                </p:childTnLst>
              </p:cTn>
              <p:nextCondLst>
                <p:cond evt="onClick" delay="0">
                  <p:tgtEl>
                    <p:spTgt spid="3"/>
                  </p:tgtEl>
                </p:cond>
              </p:nextCondLst>
            </p:seq>
            <p:seq concurrent="1" nextAc="seek">
              <p:cTn id="32" restart="whenNotActive" fill="hold" evtFilter="cancelBubble" nodeType="interactiveSeq">
                <p:stCondLst>
                  <p:cond evt="onClick" delay="0">
                    <p:tgtEl>
                      <p:spTgt spid="4"/>
                    </p:tgtEl>
                  </p:cond>
                </p:stCondLst>
                <p:endSync evt="end" delay="0">
                  <p:rtn val="all"/>
                </p:endSync>
                <p:childTnLst>
                  <p:par>
                    <p:cTn id="33" fill="hold">
                      <p:stCondLst>
                        <p:cond delay="0"/>
                      </p:stCondLst>
                      <p:childTnLst>
                        <p:par>
                          <p:cTn id="34" fill="hold">
                            <p:stCondLst>
                              <p:cond delay="0"/>
                            </p:stCondLst>
                            <p:childTnLst>
                              <p:par>
                                <p:cTn id="35" presetID="9" presetClass="exit" presetSubtype="0" fill="hold" grpId="1" nodeType="clickEffect">
                                  <p:stCondLst>
                                    <p:cond delay="0"/>
                                  </p:stCondLst>
                                  <p:childTnLst>
                                    <p:animEffect transition="out" filter="dissolve">
                                      <p:cBhvr>
                                        <p:cTn id="36" dur="500"/>
                                        <p:tgtEl>
                                          <p:spTgt spid="4"/>
                                        </p:tgtEl>
                                      </p:cBhvr>
                                    </p:animEffect>
                                    <p:set>
                                      <p:cBhvr>
                                        <p:cTn id="37"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35"/>
                                            </p:cond>
                                          </p:stCondLst>
                                          <p:endCondLst>
                                            <p:cond evt="onStopAudio" delay="0">
                                              <p:tgtEl>
                                                <p:sldTgt/>
                                              </p:tgtEl>
                                            </p:cond>
                                          </p:endCondLst>
                                        </p:cTn>
                                        <p:tgtEl>
                                          <p:sndTgt r:embed="rId4" name="arrow.wav"/>
                                        </p:tgtEl>
                                      </p:cMediaNode>
                                    </p:audio>
                                  </p:subTnLst>
                                </p:cTn>
                              </p:par>
                            </p:childTnLst>
                          </p:cTn>
                        </p:par>
                      </p:childTnLst>
                    </p:cTn>
                  </p:par>
                </p:childTnLst>
              </p:cTn>
              <p:nextCondLst>
                <p:cond evt="onClick" delay="0">
                  <p:tgtEl>
                    <p:spTgt spid="4"/>
                  </p:tgtEl>
                </p:cond>
              </p:nextCondLst>
            </p:seq>
            <p:seq concurrent="1" nextAc="seek">
              <p:cTn id="38" restart="whenNotActive" fill="hold" evtFilter="cancelBubble" nodeType="interactiveSeq">
                <p:stCondLst>
                  <p:cond evt="onClick" delay="0">
                    <p:tgtEl>
                      <p:spTgt spid="14"/>
                    </p:tgtEl>
                  </p:cond>
                </p:stCondLst>
                <p:endSync evt="end" delay="0">
                  <p:rtn val="all"/>
                </p:endSync>
                <p:childTnLst>
                  <p:par>
                    <p:cTn id="39" fill="hold">
                      <p:stCondLst>
                        <p:cond delay="0"/>
                      </p:stCondLst>
                      <p:childTnLst>
                        <p:par>
                          <p:cTn id="40" fill="hold">
                            <p:stCondLst>
                              <p:cond delay="0"/>
                            </p:stCondLst>
                            <p:childTnLst>
                              <p:par>
                                <p:cTn id="41" presetID="9" presetClass="exit" presetSubtype="0" fill="hold" grpId="1" nodeType="clickEffect">
                                  <p:stCondLst>
                                    <p:cond delay="0"/>
                                  </p:stCondLst>
                                  <p:childTnLst>
                                    <p:animEffect transition="out" filter="dissolve">
                                      <p:cBhvr>
                                        <p:cTn id="42" dur="500"/>
                                        <p:tgtEl>
                                          <p:spTgt spid="14"/>
                                        </p:tgtEl>
                                      </p:cBhvr>
                                    </p:animEffect>
                                    <p:set>
                                      <p:cBhvr>
                                        <p:cTn id="43" dur="1" fill="hold">
                                          <p:stCondLst>
                                            <p:cond delay="499"/>
                                          </p:stCondLst>
                                        </p:cTn>
                                        <p:tgtEl>
                                          <p:spTgt spid="14"/>
                                        </p:tgtEl>
                                        <p:attrNameLst>
                                          <p:attrName>style.visibility</p:attrName>
                                        </p:attrNameLst>
                                      </p:cBhvr>
                                      <p:to>
                                        <p:strVal val="hidden"/>
                                      </p:to>
                                    </p:set>
                                  </p:childTnLst>
                                  <p:subTnLst>
                                    <p:audio>
                                      <p:cMediaNode>
                                        <p:cTn display="0" masterRel="sameClick">
                                          <p:stCondLst>
                                            <p:cond evt="begin" delay="0">
                                              <p:tn val="41"/>
                                            </p:cond>
                                          </p:stCondLst>
                                          <p:endCondLst>
                                            <p:cond evt="onStopAudio" delay="0">
                                              <p:tgtEl>
                                                <p:sldTgt/>
                                              </p:tgtEl>
                                            </p:cond>
                                          </p:endCondLst>
                                        </p:cTn>
                                        <p:tgtEl>
                                          <p:sndTgt r:embed="rId4" name="arrow.wav"/>
                                        </p:tgtEl>
                                      </p:cMediaNode>
                                    </p:audio>
                                  </p:subTnLst>
                                </p:cTn>
                              </p:par>
                            </p:childTnLst>
                          </p:cTn>
                        </p:par>
                      </p:childTnLst>
                    </p:cTn>
                  </p:par>
                </p:childTnLst>
              </p:cTn>
              <p:nextCondLst>
                <p:cond evt="onClick" delay="0">
                  <p:tgtEl>
                    <p:spTgt spid="14"/>
                  </p:tgtEl>
                </p:cond>
              </p:nextCondLst>
            </p:seq>
          </p:childTnLst>
        </p:cTn>
      </p:par>
    </p:tnLst>
    <p:bldLst>
      <p:bldP spid="13" grpId="0" animBg="1"/>
      <p:bldP spid="2" grpId="0" animBg="1"/>
      <p:bldP spid="14" grpId="0" animBg="1"/>
      <p:bldP spid="14" grpId="1" animBg="1"/>
      <p:bldP spid="3" grpId="0" animBg="1"/>
      <p:bldP spid="4" grpId="0" animBg="1"/>
      <p:bldP spid="4" grpId="1" animBg="1"/>
      <p:bldP spid="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2">
          <a:extLst>
            <a:ext uri="{FF2B5EF4-FFF2-40B4-BE49-F238E27FC236}">
              <a16:creationId xmlns:a16="http://schemas.microsoft.com/office/drawing/2014/main" id="{DE2AC3B7-A9D5-137E-9C09-FAC3846B1263}"/>
            </a:ext>
          </a:extLst>
        </p:cNvPr>
        <p:cNvGrpSpPr/>
        <p:nvPr/>
      </p:nvGrpSpPr>
      <p:grpSpPr>
        <a:xfrm>
          <a:off x="0" y="0"/>
          <a:ext cx="0" cy="0"/>
          <a:chOff x="0" y="0"/>
          <a:chExt cx="0" cy="0"/>
        </a:xfrm>
      </p:grpSpPr>
      <p:sp>
        <p:nvSpPr>
          <p:cNvPr id="474" name="Google Shape;474;p13">
            <a:extLst>
              <a:ext uri="{FF2B5EF4-FFF2-40B4-BE49-F238E27FC236}">
                <a16:creationId xmlns:a16="http://schemas.microsoft.com/office/drawing/2014/main" id="{3616D8EB-7552-6731-0665-18CA086B5C5D}"/>
              </a:ext>
            </a:extLst>
          </p:cNvPr>
          <p:cNvSpPr/>
          <p:nvPr/>
        </p:nvSpPr>
        <p:spPr>
          <a:xfrm>
            <a:off x="2272332" y="275885"/>
            <a:ext cx="6729332" cy="36929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(P. 24) Read the paragraph and answer the questions below. </a:t>
            </a:r>
            <a:endParaRPr sz="1800" b="0"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endParaRPr>
          </a:p>
        </p:txBody>
      </p:sp>
      <p:sp>
        <p:nvSpPr>
          <p:cNvPr id="13" name="Rectangle 12">
            <a:extLst>
              <a:ext uri="{FF2B5EF4-FFF2-40B4-BE49-F238E27FC236}">
                <a16:creationId xmlns:a16="http://schemas.microsoft.com/office/drawing/2014/main" id="{8F5B539A-B4C8-4DC8-1072-E3FCAEF604A2}"/>
              </a:ext>
            </a:extLst>
          </p:cNvPr>
          <p:cNvSpPr/>
          <p:nvPr/>
        </p:nvSpPr>
        <p:spPr>
          <a:xfrm>
            <a:off x="239827" y="794308"/>
            <a:ext cx="8664345" cy="3370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n-US" sz="1600" dirty="0">
                <a:solidFill>
                  <a:schemeClr val="tx2">
                    <a:lumMod val="10000"/>
                  </a:schemeClr>
                </a:solidFill>
              </a:rPr>
              <a:t>	Traffic situations are very complicated these days, so we need to follow traffic safety regulations, especially safe distance and speed limit. To do this, we should notice signs on the roads and drive our vehicles at the speed lower than the speed limit in that region. For example, people should remember the “3-second rule” when driving on highways: safe distance (m) = speed (m/s) x 3 (s). Keeping a safe distance from the vehicles ahead gives drivers time to react when those vehicles have any trouble. We should keep at least three to four seconds of distance in normal conditions, and even more in bad weather or heavy traffic. Doing this keeps drivers safe because they can avoid hitting other vehicles. Also, it helps traffic flow better and lowers the risk of many accidents at the same time.</a:t>
            </a:r>
          </a:p>
        </p:txBody>
      </p:sp>
      <p:sp>
        <p:nvSpPr>
          <p:cNvPr id="2" name="Rectangle 1">
            <a:extLst>
              <a:ext uri="{FF2B5EF4-FFF2-40B4-BE49-F238E27FC236}">
                <a16:creationId xmlns:a16="http://schemas.microsoft.com/office/drawing/2014/main" id="{71F8C321-6411-58DE-A15E-FC26D724A012}"/>
              </a:ext>
            </a:extLst>
          </p:cNvPr>
          <p:cNvSpPr/>
          <p:nvPr/>
        </p:nvSpPr>
        <p:spPr>
          <a:xfrm>
            <a:off x="0" y="4185034"/>
            <a:ext cx="9144000" cy="769441"/>
          </a:xfrm>
          <a:prstGeom prst="rect">
            <a:avLst/>
          </a:prstGeom>
          <a:solidFill>
            <a:schemeClr val="tx2"/>
          </a:solidFill>
        </p:spPr>
        <p:txBody>
          <a:bodyPr wrap="square">
            <a:spAutoFit/>
          </a:bodyPr>
          <a:lstStyle/>
          <a:p>
            <a:pPr algn="ctr"/>
            <a:r>
              <a:rPr lang="en-US" sz="1600" b="1" dirty="0">
                <a:solidFill>
                  <a:schemeClr val="bg2">
                    <a:lumMod val="50000"/>
                  </a:schemeClr>
                </a:solidFill>
              </a:rPr>
              <a:t>b. Why is it important to keep a safe distance? (you can choose more than one option)</a:t>
            </a:r>
          </a:p>
          <a:p>
            <a:pPr marL="457200" indent="-457200" algn="ctr">
              <a:buAutoNum type="alphaLcPeriod"/>
            </a:pPr>
            <a:endParaRPr lang="en-US" b="1" dirty="0">
              <a:solidFill>
                <a:schemeClr val="bg2">
                  <a:lumMod val="50000"/>
                </a:schemeClr>
              </a:solidFill>
            </a:endParaRPr>
          </a:p>
          <a:p>
            <a:pPr algn="ctr"/>
            <a:endParaRPr lang="en-US" b="1" dirty="0">
              <a:solidFill>
                <a:schemeClr val="bg2">
                  <a:lumMod val="50000"/>
                </a:schemeClr>
              </a:solidFill>
            </a:endParaRPr>
          </a:p>
        </p:txBody>
      </p:sp>
      <p:sp>
        <p:nvSpPr>
          <p:cNvPr id="14" name="Rectangle 13">
            <a:extLst>
              <a:ext uri="{FF2B5EF4-FFF2-40B4-BE49-F238E27FC236}">
                <a16:creationId xmlns:a16="http://schemas.microsoft.com/office/drawing/2014/main" id="{43ED5A12-F47D-AB2D-77F4-93EE4C3FEFA6}"/>
              </a:ext>
            </a:extLst>
          </p:cNvPr>
          <p:cNvSpPr/>
          <p:nvPr/>
        </p:nvSpPr>
        <p:spPr>
          <a:xfrm>
            <a:off x="660285" y="4497250"/>
            <a:ext cx="1840389" cy="58477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1600" b="1" dirty="0"/>
              <a:t>A. Not to hit the cars in front</a:t>
            </a:r>
          </a:p>
        </p:txBody>
      </p:sp>
      <p:sp>
        <p:nvSpPr>
          <p:cNvPr id="3" name="Rectangle 2">
            <a:extLst>
              <a:ext uri="{FF2B5EF4-FFF2-40B4-BE49-F238E27FC236}">
                <a16:creationId xmlns:a16="http://schemas.microsoft.com/office/drawing/2014/main" id="{C1075B64-4520-E16E-06EC-0E8BA3029E6C}"/>
              </a:ext>
            </a:extLst>
          </p:cNvPr>
          <p:cNvSpPr/>
          <p:nvPr/>
        </p:nvSpPr>
        <p:spPr>
          <a:xfrm>
            <a:off x="3323745" y="4523737"/>
            <a:ext cx="2135521" cy="58477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1600" b="1" dirty="0"/>
              <a:t>B. Help traffic flow better</a:t>
            </a:r>
          </a:p>
        </p:txBody>
      </p:sp>
      <p:sp>
        <p:nvSpPr>
          <p:cNvPr id="4" name="Rectangle 3">
            <a:extLst>
              <a:ext uri="{FF2B5EF4-FFF2-40B4-BE49-F238E27FC236}">
                <a16:creationId xmlns:a16="http://schemas.microsoft.com/office/drawing/2014/main" id="{6A560584-D0DC-CEDF-F62F-33755C980FF2}"/>
              </a:ext>
            </a:extLst>
          </p:cNvPr>
          <p:cNvSpPr/>
          <p:nvPr/>
        </p:nvSpPr>
        <p:spPr>
          <a:xfrm>
            <a:off x="6282337" y="4495988"/>
            <a:ext cx="2315398" cy="584775"/>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pPr algn="ctr"/>
            <a:r>
              <a:rPr lang="en-US" sz="1600" b="1" dirty="0"/>
              <a:t>C. Increase the number of accidents. </a:t>
            </a:r>
          </a:p>
        </p:txBody>
      </p:sp>
      <p:sp>
        <p:nvSpPr>
          <p:cNvPr id="5" name="Rectangle: Rounded Corners 7">
            <a:extLst>
              <a:ext uri="{FF2B5EF4-FFF2-40B4-BE49-F238E27FC236}">
                <a16:creationId xmlns:a16="http://schemas.microsoft.com/office/drawing/2014/main" id="{3F42AD29-0DBC-6D21-B7FF-819712730D08}"/>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7" name="Rounded Rectangle 6">
            <a:extLst>
              <a:ext uri="{FF2B5EF4-FFF2-40B4-BE49-F238E27FC236}">
                <a16:creationId xmlns:a16="http://schemas.microsoft.com/office/drawing/2014/main" id="{FBA94009-5F63-69C7-DEED-59C370AE94BA}"/>
              </a:ext>
            </a:extLst>
          </p:cNvPr>
          <p:cNvSpPr/>
          <p:nvPr/>
        </p:nvSpPr>
        <p:spPr>
          <a:xfrm>
            <a:off x="239827" y="3440579"/>
            <a:ext cx="8664345" cy="724395"/>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896807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9" restart="whenNotActive" fill="hold" evtFilter="cancelBubble" nodeType="interactiveSeq">
                <p:stCondLst>
                  <p:cond evt="onClick" delay="0">
                    <p:tgtEl>
                      <p:spTgt spid="3"/>
                    </p:tgtEl>
                  </p:cond>
                </p:stCondLst>
                <p:endSync evt="end" delay="0">
                  <p:rtn val="all"/>
                </p:endSync>
                <p:childTnLst>
                  <p:par>
                    <p:cTn id="20" fill="hold">
                      <p:stCondLst>
                        <p:cond delay="0"/>
                      </p:stCondLst>
                      <p:childTnLst>
                        <p:par>
                          <p:cTn id="21" fill="hold">
                            <p:stCondLst>
                              <p:cond delay="0"/>
                            </p:stCondLst>
                            <p:childTnLst>
                              <p:par>
                                <p:cTn id="22" presetID="21" presetClass="emph" presetSubtype="0" fill="hold" nodeType="clickEffect">
                                  <p:stCondLst>
                                    <p:cond delay="0"/>
                                  </p:stCondLst>
                                  <p:childTnLst>
                                    <p:animClr clrSpc="hsl" dir="cw">
                                      <p:cBhvr override="childStyle">
                                        <p:cTn id="23" dur="500" fill="hold"/>
                                        <p:tgtEl>
                                          <p:spTgt spid="3"/>
                                        </p:tgtEl>
                                        <p:attrNameLst>
                                          <p:attrName>style.color</p:attrName>
                                        </p:attrNameLst>
                                      </p:cBhvr>
                                      <p:by>
                                        <p:hsl h="7200000" s="0" l="0"/>
                                      </p:by>
                                    </p:animClr>
                                    <p:animClr clrSpc="hsl" dir="cw">
                                      <p:cBhvr>
                                        <p:cTn id="24" dur="500" fill="hold"/>
                                        <p:tgtEl>
                                          <p:spTgt spid="3"/>
                                        </p:tgtEl>
                                        <p:attrNameLst>
                                          <p:attrName>fillcolor</p:attrName>
                                        </p:attrNameLst>
                                      </p:cBhvr>
                                      <p:by>
                                        <p:hsl h="7200000" s="0" l="0"/>
                                      </p:by>
                                    </p:animClr>
                                    <p:animClr clrSpc="hsl" dir="cw">
                                      <p:cBhvr>
                                        <p:cTn id="25" dur="500" fill="hold"/>
                                        <p:tgtEl>
                                          <p:spTgt spid="3"/>
                                        </p:tgtEl>
                                        <p:attrNameLst>
                                          <p:attrName>stroke.color</p:attrName>
                                        </p:attrNameLst>
                                      </p:cBhvr>
                                      <p:by>
                                        <p:hsl h="7200000" s="0" l="0"/>
                                      </p:by>
                                    </p:animClr>
                                    <p:set>
                                      <p:cBhvr>
                                        <p:cTn id="26" dur="500" fill="hold"/>
                                        <p:tgtEl>
                                          <p:spTgt spid="3"/>
                                        </p:tgtEl>
                                        <p:attrNameLst>
                                          <p:attrName>fill.type</p:attrName>
                                        </p:attrNameLst>
                                      </p:cBhvr>
                                      <p:to>
                                        <p:strVal val="solid"/>
                                      </p:to>
                                    </p:set>
                                  </p:childTnLst>
                                  <p:subTnLst>
                                    <p:audio>
                                      <p:cMediaNode>
                                        <p:cTn display="0" masterRel="sameClick">
                                          <p:stCondLst>
                                            <p:cond evt="begin" delay="0">
                                              <p:tn val="22"/>
                                            </p:cond>
                                          </p:stCondLst>
                                          <p:endCondLst>
                                            <p:cond evt="onStopAudio" delay="0">
                                              <p:tgtEl>
                                                <p:sldTgt/>
                                              </p:tgtEl>
                                            </p:cond>
                                          </p:endCondLst>
                                        </p:cTn>
                                        <p:tgtEl>
                                          <p:sndTgt r:embed="rId3" name="chimes.wav"/>
                                        </p:tgtEl>
                                      </p:cMediaNode>
                                    </p:audio>
                                  </p:subTnLst>
                                </p:cTn>
                              </p:par>
                              <p:par>
                                <p:cTn id="27" presetID="9"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dissolve">
                                      <p:cBhvr>
                                        <p:cTn id="29" dur="500"/>
                                        <p:tgtEl>
                                          <p:spTgt spid="7"/>
                                        </p:tgtEl>
                                      </p:cBhvr>
                                    </p:animEffect>
                                  </p:childTnLst>
                                </p:cTn>
                              </p:par>
                            </p:childTnLst>
                          </p:cTn>
                        </p:par>
                      </p:childTnLst>
                    </p:cTn>
                  </p:par>
                </p:childTnLst>
              </p:cTn>
              <p:nextCondLst>
                <p:cond evt="onClick" delay="0">
                  <p:tgtEl>
                    <p:spTgt spid="3"/>
                  </p:tgtEl>
                </p:cond>
              </p:nextCondLst>
            </p:seq>
            <p:seq concurrent="1" nextAc="seek">
              <p:cTn id="30" restart="whenNotActive" fill="hold" evtFilter="cancelBubble" nodeType="interactiveSeq">
                <p:stCondLst>
                  <p:cond evt="onClick" delay="0">
                    <p:tgtEl>
                      <p:spTgt spid="4"/>
                    </p:tgtEl>
                  </p:cond>
                </p:stCondLst>
                <p:endSync evt="end" delay="0">
                  <p:rtn val="all"/>
                </p:endSync>
                <p:childTnLst>
                  <p:par>
                    <p:cTn id="31" fill="hold">
                      <p:stCondLst>
                        <p:cond delay="0"/>
                      </p:stCondLst>
                      <p:childTnLst>
                        <p:par>
                          <p:cTn id="32" fill="hold">
                            <p:stCondLst>
                              <p:cond delay="0"/>
                            </p:stCondLst>
                            <p:childTnLst>
                              <p:par>
                                <p:cTn id="33" presetID="9" presetClass="exit" presetSubtype="0" fill="hold" grpId="1" nodeType="clickEffect">
                                  <p:stCondLst>
                                    <p:cond delay="0"/>
                                  </p:stCondLst>
                                  <p:childTnLst>
                                    <p:animEffect transition="out" filter="dissolve">
                                      <p:cBhvr>
                                        <p:cTn id="34" dur="500"/>
                                        <p:tgtEl>
                                          <p:spTgt spid="4"/>
                                        </p:tgtEl>
                                      </p:cBhvr>
                                    </p:animEffect>
                                    <p:set>
                                      <p:cBhvr>
                                        <p:cTn id="35" dur="1" fill="hold">
                                          <p:stCondLst>
                                            <p:cond delay="499"/>
                                          </p:stCondLst>
                                        </p:cTn>
                                        <p:tgtEl>
                                          <p:spTgt spid="4"/>
                                        </p:tgtEl>
                                        <p:attrNameLst>
                                          <p:attrName>style.visibility</p:attrName>
                                        </p:attrNameLst>
                                      </p:cBhvr>
                                      <p:to>
                                        <p:strVal val="hidden"/>
                                      </p:to>
                                    </p:set>
                                  </p:childTnLst>
                                  <p:subTnLst>
                                    <p:audio>
                                      <p:cMediaNode>
                                        <p:cTn display="0" masterRel="sameClick">
                                          <p:stCondLst>
                                            <p:cond evt="begin" delay="0">
                                              <p:tn val="33"/>
                                            </p:cond>
                                          </p:stCondLst>
                                          <p:endCondLst>
                                            <p:cond evt="onStopAudio" delay="0">
                                              <p:tgtEl>
                                                <p:sldTgt/>
                                              </p:tgtEl>
                                            </p:cond>
                                          </p:endCondLst>
                                        </p:cTn>
                                        <p:tgtEl>
                                          <p:sndTgt r:embed="rId4" name="arrow.wav"/>
                                        </p:tgtEl>
                                      </p:cMediaNode>
                                    </p:audio>
                                  </p:subTnLst>
                                </p:cTn>
                              </p:par>
                            </p:childTnLst>
                          </p:cTn>
                        </p:par>
                      </p:childTnLst>
                    </p:cTn>
                  </p:par>
                </p:childTnLst>
              </p:cTn>
              <p:nextCondLst>
                <p:cond evt="onClick" delay="0">
                  <p:tgtEl>
                    <p:spTgt spid="4"/>
                  </p:tgtEl>
                </p:cond>
              </p:nextCondLst>
            </p:seq>
            <p:seq concurrent="1" nextAc="seek">
              <p:cTn id="36" restart="whenNotActive" fill="hold" evtFilter="cancelBubble" nodeType="interactiveSeq">
                <p:stCondLst>
                  <p:cond evt="onClick" delay="0">
                    <p:tgtEl>
                      <p:spTgt spid="14"/>
                    </p:tgtEl>
                  </p:cond>
                </p:stCondLst>
                <p:endSync evt="end" delay="0">
                  <p:rtn val="all"/>
                </p:endSync>
                <p:childTnLst>
                  <p:par>
                    <p:cTn id="37" fill="hold">
                      <p:stCondLst>
                        <p:cond delay="0"/>
                      </p:stCondLst>
                      <p:childTnLst>
                        <p:par>
                          <p:cTn id="38" fill="hold">
                            <p:stCondLst>
                              <p:cond delay="0"/>
                            </p:stCondLst>
                            <p:childTnLst>
                              <p:par>
                                <p:cTn id="39" presetID="21" presetClass="emph" presetSubtype="0" fill="hold" grpId="1" nodeType="clickEffect">
                                  <p:stCondLst>
                                    <p:cond delay="0"/>
                                  </p:stCondLst>
                                  <p:childTnLst>
                                    <p:animClr clrSpc="hsl" dir="cw">
                                      <p:cBhvr override="childStyle">
                                        <p:cTn id="40" dur="500" fill="hold"/>
                                        <p:tgtEl>
                                          <p:spTgt spid="14"/>
                                        </p:tgtEl>
                                        <p:attrNameLst>
                                          <p:attrName>style.color</p:attrName>
                                        </p:attrNameLst>
                                      </p:cBhvr>
                                      <p:by>
                                        <p:hsl h="7200000" s="0" l="0"/>
                                      </p:by>
                                    </p:animClr>
                                    <p:animClr clrSpc="hsl" dir="cw">
                                      <p:cBhvr>
                                        <p:cTn id="41" dur="500" fill="hold"/>
                                        <p:tgtEl>
                                          <p:spTgt spid="14"/>
                                        </p:tgtEl>
                                        <p:attrNameLst>
                                          <p:attrName>fillcolor</p:attrName>
                                        </p:attrNameLst>
                                      </p:cBhvr>
                                      <p:by>
                                        <p:hsl h="7200000" s="0" l="0"/>
                                      </p:by>
                                    </p:animClr>
                                    <p:animClr clrSpc="hsl" dir="cw">
                                      <p:cBhvr>
                                        <p:cTn id="42" dur="500" fill="hold"/>
                                        <p:tgtEl>
                                          <p:spTgt spid="14"/>
                                        </p:tgtEl>
                                        <p:attrNameLst>
                                          <p:attrName>stroke.color</p:attrName>
                                        </p:attrNameLst>
                                      </p:cBhvr>
                                      <p:by>
                                        <p:hsl h="7200000" s="0" l="0"/>
                                      </p:by>
                                    </p:animClr>
                                    <p:set>
                                      <p:cBhvr>
                                        <p:cTn id="43" dur="500" fill="hold"/>
                                        <p:tgtEl>
                                          <p:spTgt spid="14"/>
                                        </p:tgtEl>
                                        <p:attrNameLst>
                                          <p:attrName>fill.type</p:attrName>
                                        </p:attrNameLst>
                                      </p:cBhvr>
                                      <p:to>
                                        <p:strVal val="solid"/>
                                      </p:to>
                                    </p:set>
                                  </p:childTnLst>
                                  <p:subTnLst>
                                    <p:audio>
                                      <p:cMediaNode>
                                        <p:cTn display="0" masterRel="sameClick">
                                          <p:stCondLst>
                                            <p:cond evt="begin" delay="0">
                                              <p:tn val="39"/>
                                            </p:cond>
                                          </p:stCondLst>
                                          <p:endCondLst>
                                            <p:cond evt="onStopAudio" delay="0">
                                              <p:tgtEl>
                                                <p:sldTgt/>
                                              </p:tgtEl>
                                            </p:cond>
                                          </p:endCondLst>
                                        </p:cTn>
                                        <p:tgtEl>
                                          <p:sndTgt r:embed="rId3" name="chimes.wav"/>
                                        </p:tgtEl>
                                      </p:cMediaNode>
                                    </p:audio>
                                  </p:subTnLst>
                                </p:cTn>
                              </p:par>
                            </p:childTnLst>
                          </p:cTn>
                        </p:par>
                      </p:childTnLst>
                    </p:cTn>
                  </p:par>
                </p:childTnLst>
              </p:cTn>
              <p:nextCondLst>
                <p:cond evt="onClick" delay="0">
                  <p:tgtEl>
                    <p:spTgt spid="14"/>
                  </p:tgtEl>
                </p:cond>
              </p:nextCondLst>
            </p:seq>
          </p:childTnLst>
        </p:cTn>
      </p:par>
    </p:tnLst>
    <p:bldLst>
      <p:bldP spid="13" grpId="0" animBg="1"/>
      <p:bldP spid="2" grpId="0" animBg="1"/>
      <p:bldP spid="14" grpId="0" animBg="1"/>
      <p:bldP spid="14" grpId="1" animBg="1"/>
      <p:bldP spid="3" grpId="0" animBg="1"/>
      <p:bldP spid="4" grpId="0" animBg="1"/>
      <p:bldP spid="4" grpId="1"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2">
          <a:extLst>
            <a:ext uri="{FF2B5EF4-FFF2-40B4-BE49-F238E27FC236}">
              <a16:creationId xmlns:a16="http://schemas.microsoft.com/office/drawing/2014/main" id="{3407E2D6-DB75-0124-8363-F42CCC6C8F59}"/>
            </a:ext>
          </a:extLst>
        </p:cNvPr>
        <p:cNvGrpSpPr/>
        <p:nvPr/>
      </p:nvGrpSpPr>
      <p:grpSpPr>
        <a:xfrm>
          <a:off x="0" y="0"/>
          <a:ext cx="0" cy="0"/>
          <a:chOff x="0" y="0"/>
          <a:chExt cx="0" cy="0"/>
        </a:xfrm>
      </p:grpSpPr>
      <p:sp>
        <p:nvSpPr>
          <p:cNvPr id="474" name="Google Shape;474;p13">
            <a:extLst>
              <a:ext uri="{FF2B5EF4-FFF2-40B4-BE49-F238E27FC236}">
                <a16:creationId xmlns:a16="http://schemas.microsoft.com/office/drawing/2014/main" id="{BEB816E0-3726-7C5E-CF71-AAB234CE7540}"/>
              </a:ext>
            </a:extLst>
          </p:cNvPr>
          <p:cNvSpPr/>
          <p:nvPr/>
        </p:nvSpPr>
        <p:spPr>
          <a:xfrm>
            <a:off x="2225615" y="277226"/>
            <a:ext cx="6729332" cy="36929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(P. 24) Read the paragraph and answer the questions below. </a:t>
            </a:r>
            <a:endParaRPr sz="1800" b="0"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endParaRPr>
          </a:p>
        </p:txBody>
      </p:sp>
      <p:sp>
        <p:nvSpPr>
          <p:cNvPr id="13" name="Rectangle 12">
            <a:extLst>
              <a:ext uri="{FF2B5EF4-FFF2-40B4-BE49-F238E27FC236}">
                <a16:creationId xmlns:a16="http://schemas.microsoft.com/office/drawing/2014/main" id="{6BF0C718-74B8-0218-A851-1BE142CB8237}"/>
              </a:ext>
            </a:extLst>
          </p:cNvPr>
          <p:cNvSpPr/>
          <p:nvPr/>
        </p:nvSpPr>
        <p:spPr>
          <a:xfrm>
            <a:off x="239827" y="794308"/>
            <a:ext cx="8664345" cy="337066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pPr algn="just">
              <a:lnSpc>
                <a:spcPct val="150000"/>
              </a:lnSpc>
            </a:pPr>
            <a:r>
              <a:rPr lang="en-US" sz="1600" dirty="0">
                <a:solidFill>
                  <a:schemeClr val="tx2">
                    <a:lumMod val="10000"/>
                  </a:schemeClr>
                </a:solidFill>
              </a:rPr>
              <a:t>	Traffic situations are very complicated these days, so we need to follow traffic safety regulations, especially safe distance and speed limit. To do this, we should notice signs on the roads and drive our vehicles at the speed lower than the speed limit in that region. For example, people should remember the “3-second rule” when driving on highways: safe distance (m) = speed (m/s) x 3 (s). Keeping a safe distance from the vehicles ahead gives drivers time to react when those vehicles have any trouble. We should keep at least three to four seconds of distance in normal conditions, and even more in bad weather or heavy traffic. Doing this keeps drivers safe because they can avoid hitting other vehicles. Also, it helps traffic flow better and lowers the risk of many accidents at the same time.</a:t>
            </a:r>
          </a:p>
        </p:txBody>
      </p:sp>
      <p:sp>
        <p:nvSpPr>
          <p:cNvPr id="2" name="Rectangle 1">
            <a:extLst>
              <a:ext uri="{FF2B5EF4-FFF2-40B4-BE49-F238E27FC236}">
                <a16:creationId xmlns:a16="http://schemas.microsoft.com/office/drawing/2014/main" id="{B5CA8799-B951-865B-382D-A70F6E6EA4C0}"/>
              </a:ext>
            </a:extLst>
          </p:cNvPr>
          <p:cNvSpPr/>
          <p:nvPr/>
        </p:nvSpPr>
        <p:spPr>
          <a:xfrm>
            <a:off x="0" y="4185034"/>
            <a:ext cx="9144000" cy="800219"/>
          </a:xfrm>
          <a:prstGeom prst="rect">
            <a:avLst/>
          </a:prstGeom>
          <a:solidFill>
            <a:schemeClr val="tx2"/>
          </a:solidFill>
        </p:spPr>
        <p:txBody>
          <a:bodyPr wrap="square">
            <a:spAutoFit/>
          </a:bodyPr>
          <a:lstStyle/>
          <a:p>
            <a:pPr algn="ctr"/>
            <a:r>
              <a:rPr lang="en-US" sz="1800" b="1" dirty="0">
                <a:solidFill>
                  <a:schemeClr val="bg2">
                    <a:lumMod val="50000"/>
                  </a:schemeClr>
                </a:solidFill>
              </a:rPr>
              <a:t>c. In bad weather, the safe distance from other vehicles should be:		</a:t>
            </a:r>
          </a:p>
          <a:p>
            <a:pPr marL="457200" indent="-457200" algn="ctr">
              <a:buAutoNum type="alphaLcPeriod"/>
            </a:pPr>
            <a:endParaRPr lang="en-US" b="1" dirty="0">
              <a:solidFill>
                <a:schemeClr val="bg2">
                  <a:lumMod val="50000"/>
                </a:schemeClr>
              </a:solidFill>
            </a:endParaRPr>
          </a:p>
          <a:p>
            <a:pPr algn="ctr"/>
            <a:endParaRPr lang="en-US" b="1" dirty="0">
              <a:solidFill>
                <a:schemeClr val="bg2">
                  <a:lumMod val="50000"/>
                </a:schemeClr>
              </a:solidFill>
            </a:endParaRPr>
          </a:p>
        </p:txBody>
      </p:sp>
      <p:sp>
        <p:nvSpPr>
          <p:cNvPr id="5" name="Rectangle: Rounded Corners 7">
            <a:extLst>
              <a:ext uri="{FF2B5EF4-FFF2-40B4-BE49-F238E27FC236}">
                <a16:creationId xmlns:a16="http://schemas.microsoft.com/office/drawing/2014/main" id="{6D2CBF24-39DE-034E-D8F7-7C79A902C66A}"/>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
        <p:nvSpPr>
          <p:cNvPr id="7" name="Rounded Rectangle 6">
            <a:extLst>
              <a:ext uri="{FF2B5EF4-FFF2-40B4-BE49-F238E27FC236}">
                <a16:creationId xmlns:a16="http://schemas.microsoft.com/office/drawing/2014/main" id="{70BCBA75-7505-E623-975A-24ABC900BD2D}"/>
              </a:ext>
            </a:extLst>
          </p:cNvPr>
          <p:cNvSpPr/>
          <p:nvPr/>
        </p:nvSpPr>
        <p:spPr>
          <a:xfrm>
            <a:off x="239827" y="2680558"/>
            <a:ext cx="8664345" cy="724395"/>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p>
        </p:txBody>
      </p:sp>
      <p:sp>
        <p:nvSpPr>
          <p:cNvPr id="11" name="Rectangle 10">
            <a:extLst>
              <a:ext uri="{FF2B5EF4-FFF2-40B4-BE49-F238E27FC236}">
                <a16:creationId xmlns:a16="http://schemas.microsoft.com/office/drawing/2014/main" id="{882908B6-9D7B-9370-9618-665327E2F017}"/>
              </a:ext>
            </a:extLst>
          </p:cNvPr>
          <p:cNvSpPr/>
          <p:nvPr/>
        </p:nvSpPr>
        <p:spPr>
          <a:xfrm>
            <a:off x="860094" y="4564857"/>
            <a:ext cx="1449436" cy="338554"/>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1600" b="1" dirty="0"/>
              <a:t>A. 3 seconds</a:t>
            </a:r>
          </a:p>
        </p:txBody>
      </p:sp>
      <p:sp>
        <p:nvSpPr>
          <p:cNvPr id="12" name="Rectangle 11">
            <a:extLst>
              <a:ext uri="{FF2B5EF4-FFF2-40B4-BE49-F238E27FC236}">
                <a16:creationId xmlns:a16="http://schemas.microsoft.com/office/drawing/2014/main" id="{6FE1F282-01E0-8529-9AB3-A16718D6CB11}"/>
              </a:ext>
            </a:extLst>
          </p:cNvPr>
          <p:cNvSpPr/>
          <p:nvPr/>
        </p:nvSpPr>
        <p:spPr>
          <a:xfrm>
            <a:off x="2797060" y="4564855"/>
            <a:ext cx="1507144" cy="338554"/>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1600" b="1" dirty="0"/>
              <a:t>B. 4 seconds </a:t>
            </a:r>
          </a:p>
        </p:txBody>
      </p:sp>
      <p:sp>
        <p:nvSpPr>
          <p:cNvPr id="15" name="Rectangle 14">
            <a:extLst>
              <a:ext uri="{FF2B5EF4-FFF2-40B4-BE49-F238E27FC236}">
                <a16:creationId xmlns:a16="http://schemas.microsoft.com/office/drawing/2014/main" id="{3D0CB453-0A3F-35B4-DB95-6CD95E201892}"/>
              </a:ext>
            </a:extLst>
          </p:cNvPr>
          <p:cNvSpPr/>
          <p:nvPr/>
        </p:nvSpPr>
        <p:spPr>
          <a:xfrm>
            <a:off x="4791734" y="4564855"/>
            <a:ext cx="1449436" cy="338554"/>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1600" b="1" dirty="0"/>
              <a:t>C. 5 seconds</a:t>
            </a:r>
          </a:p>
        </p:txBody>
      </p:sp>
      <p:sp>
        <p:nvSpPr>
          <p:cNvPr id="16" name="Rectangle 15">
            <a:extLst>
              <a:ext uri="{FF2B5EF4-FFF2-40B4-BE49-F238E27FC236}">
                <a16:creationId xmlns:a16="http://schemas.microsoft.com/office/drawing/2014/main" id="{B0C21448-3E76-882B-B7C4-6E7F1DC44953}"/>
              </a:ext>
            </a:extLst>
          </p:cNvPr>
          <p:cNvSpPr/>
          <p:nvPr/>
        </p:nvSpPr>
        <p:spPr>
          <a:xfrm>
            <a:off x="6708556" y="4564855"/>
            <a:ext cx="1449436" cy="338554"/>
          </a:xfrm>
          <a:prstGeom prst="rect">
            <a:avLst/>
          </a:prstGeom>
        </p:spPr>
        <p:style>
          <a:lnRef idx="3">
            <a:schemeClr val="lt1"/>
          </a:lnRef>
          <a:fillRef idx="1">
            <a:schemeClr val="dk1"/>
          </a:fillRef>
          <a:effectRef idx="1">
            <a:schemeClr val="dk1"/>
          </a:effectRef>
          <a:fontRef idx="minor">
            <a:schemeClr val="lt1"/>
          </a:fontRef>
        </p:style>
        <p:txBody>
          <a:bodyPr wrap="none">
            <a:spAutoFit/>
          </a:bodyPr>
          <a:lstStyle/>
          <a:p>
            <a:r>
              <a:rPr lang="en-US" sz="1600" b="1" dirty="0"/>
              <a:t>D. 6 seconds</a:t>
            </a:r>
          </a:p>
        </p:txBody>
      </p:sp>
    </p:spTree>
    <p:extLst>
      <p:ext uri="{BB962C8B-B14F-4D97-AF65-F5344CB8AC3E}">
        <p14:creationId xmlns:p14="http://schemas.microsoft.com/office/powerpoint/2010/main" val="130773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2"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2"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2"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2"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2"/>
                    </p:tgtEl>
                  </p:cond>
                </p:stCondLst>
                <p:endSync evt="end" delay="0">
                  <p:rtn val="all"/>
                </p:endSync>
                <p:childTnLst>
                  <p:par>
                    <p:cTn id="24" fill="hold">
                      <p:stCondLst>
                        <p:cond delay="0"/>
                      </p:stCondLst>
                      <p:childTnLst>
                        <p:par>
                          <p:cTn id="25" fill="hold">
                            <p:stCondLst>
                              <p:cond delay="0"/>
                            </p:stCondLst>
                            <p:childTnLst>
                              <p:par>
                                <p:cTn id="26" presetID="21" presetClass="emph" presetSubtype="0" fill="hold" grpId="1" nodeType="clickEffect">
                                  <p:stCondLst>
                                    <p:cond delay="0"/>
                                  </p:stCondLst>
                                  <p:childTnLst>
                                    <p:animClr clrSpc="hsl" dir="cw">
                                      <p:cBhvr override="childStyle">
                                        <p:cTn id="27" dur="500" fill="hold"/>
                                        <p:tgtEl>
                                          <p:spTgt spid="12"/>
                                        </p:tgtEl>
                                        <p:attrNameLst>
                                          <p:attrName>style.color</p:attrName>
                                        </p:attrNameLst>
                                      </p:cBhvr>
                                      <p:by>
                                        <p:hsl h="7200000" s="0" l="0"/>
                                      </p:by>
                                    </p:animClr>
                                    <p:animClr clrSpc="hsl" dir="cw">
                                      <p:cBhvr>
                                        <p:cTn id="28" dur="500" fill="hold"/>
                                        <p:tgtEl>
                                          <p:spTgt spid="12"/>
                                        </p:tgtEl>
                                        <p:attrNameLst>
                                          <p:attrName>fillcolor</p:attrName>
                                        </p:attrNameLst>
                                      </p:cBhvr>
                                      <p:by>
                                        <p:hsl h="7200000" s="0" l="0"/>
                                      </p:by>
                                    </p:animClr>
                                    <p:animClr clrSpc="hsl" dir="cw">
                                      <p:cBhvr>
                                        <p:cTn id="29" dur="500" fill="hold"/>
                                        <p:tgtEl>
                                          <p:spTgt spid="12"/>
                                        </p:tgtEl>
                                        <p:attrNameLst>
                                          <p:attrName>stroke.color</p:attrName>
                                        </p:attrNameLst>
                                      </p:cBhvr>
                                      <p:by>
                                        <p:hsl h="7200000" s="0" l="0"/>
                                      </p:by>
                                    </p:animClr>
                                    <p:set>
                                      <p:cBhvr>
                                        <p:cTn id="30" dur="500" fill="hold"/>
                                        <p:tgtEl>
                                          <p:spTgt spid="12"/>
                                        </p:tgtEl>
                                        <p:attrNameLst>
                                          <p:attrName>fill.type</p:attrName>
                                        </p:attrNameLst>
                                      </p:cBhvr>
                                      <p:to>
                                        <p:strVal val="solid"/>
                                      </p:to>
                                    </p:set>
                                  </p:childTnLst>
                                  <p:subTnLst>
                                    <p:audio>
                                      <p:cMediaNode>
                                        <p:cTn display="0" masterRel="sameClick">
                                          <p:stCondLst>
                                            <p:cond evt="begin" delay="0">
                                              <p:tn val="26"/>
                                            </p:cond>
                                          </p:stCondLst>
                                          <p:endCondLst>
                                            <p:cond evt="onStopAudio" delay="0">
                                              <p:tgtEl>
                                                <p:sldTgt/>
                                              </p:tgtEl>
                                            </p:cond>
                                          </p:endCondLst>
                                        </p:cTn>
                                        <p:tgtEl>
                                          <p:sndTgt r:embed="rId3" name="chimes.wav"/>
                                        </p:tgtEl>
                                      </p:cMediaNode>
                                    </p:audio>
                                  </p:subTnLst>
                                </p:cTn>
                              </p:par>
                            </p:childTnLst>
                          </p:cTn>
                        </p:par>
                      </p:childTnLst>
                    </p:cTn>
                  </p:par>
                </p:childTnLst>
              </p:cTn>
              <p:nextCondLst>
                <p:cond evt="onClick" delay="0">
                  <p:tgtEl>
                    <p:spTgt spid="12"/>
                  </p:tgtEl>
                </p:cond>
              </p:nextCondLst>
            </p:seq>
            <p:seq concurrent="1" nextAc="seek">
              <p:cTn id="31" restart="whenNotActive" fill="hold" evtFilter="cancelBubble" nodeType="interactiveSeq">
                <p:stCondLst>
                  <p:cond evt="onClick" delay="0">
                    <p:tgtEl>
                      <p:spTgt spid="11"/>
                    </p:tgtEl>
                  </p:cond>
                </p:stCondLst>
                <p:endSync evt="end" delay="0">
                  <p:rtn val="all"/>
                </p:endSync>
                <p:childTnLst>
                  <p:par>
                    <p:cTn id="32" fill="hold">
                      <p:stCondLst>
                        <p:cond delay="0"/>
                      </p:stCondLst>
                      <p:childTnLst>
                        <p:par>
                          <p:cTn id="33" fill="hold">
                            <p:stCondLst>
                              <p:cond delay="0"/>
                            </p:stCondLst>
                            <p:childTnLst>
                              <p:par>
                                <p:cTn id="34" presetID="21" presetClass="emph" presetSubtype="0" fill="hold" grpId="1" nodeType="clickEffect">
                                  <p:stCondLst>
                                    <p:cond delay="0"/>
                                  </p:stCondLst>
                                  <p:childTnLst>
                                    <p:animClr clrSpc="hsl" dir="cw">
                                      <p:cBhvr override="childStyle">
                                        <p:cTn id="35" dur="500" fill="hold"/>
                                        <p:tgtEl>
                                          <p:spTgt spid="11"/>
                                        </p:tgtEl>
                                        <p:attrNameLst>
                                          <p:attrName>style.color</p:attrName>
                                        </p:attrNameLst>
                                      </p:cBhvr>
                                      <p:by>
                                        <p:hsl h="7200000" s="0" l="0"/>
                                      </p:by>
                                    </p:animClr>
                                    <p:animClr clrSpc="hsl" dir="cw">
                                      <p:cBhvr>
                                        <p:cTn id="36" dur="500" fill="hold"/>
                                        <p:tgtEl>
                                          <p:spTgt spid="11"/>
                                        </p:tgtEl>
                                        <p:attrNameLst>
                                          <p:attrName>fillcolor</p:attrName>
                                        </p:attrNameLst>
                                      </p:cBhvr>
                                      <p:by>
                                        <p:hsl h="7200000" s="0" l="0"/>
                                      </p:by>
                                    </p:animClr>
                                    <p:animClr clrSpc="hsl" dir="cw">
                                      <p:cBhvr>
                                        <p:cTn id="37" dur="500" fill="hold"/>
                                        <p:tgtEl>
                                          <p:spTgt spid="11"/>
                                        </p:tgtEl>
                                        <p:attrNameLst>
                                          <p:attrName>stroke.color</p:attrName>
                                        </p:attrNameLst>
                                      </p:cBhvr>
                                      <p:by>
                                        <p:hsl h="7200000" s="0" l="0"/>
                                      </p:by>
                                    </p:animClr>
                                    <p:set>
                                      <p:cBhvr>
                                        <p:cTn id="38" dur="500" fill="hold"/>
                                        <p:tgtEl>
                                          <p:spTgt spid="11"/>
                                        </p:tgtEl>
                                        <p:attrNameLst>
                                          <p:attrName>fill.type</p:attrName>
                                        </p:attrNameLst>
                                      </p:cBhvr>
                                      <p:to>
                                        <p:strVal val="solid"/>
                                      </p:to>
                                    </p:set>
                                  </p:childTnLst>
                                  <p:subTnLst>
                                    <p:audio>
                                      <p:cMediaNode>
                                        <p:cTn display="0" masterRel="sameClick">
                                          <p:stCondLst>
                                            <p:cond evt="begin" delay="0">
                                              <p:tn val="34"/>
                                            </p:cond>
                                          </p:stCondLst>
                                          <p:endCondLst>
                                            <p:cond evt="onStopAudio" delay="0">
                                              <p:tgtEl>
                                                <p:sldTgt/>
                                              </p:tgtEl>
                                            </p:cond>
                                          </p:endCondLst>
                                        </p:cTn>
                                        <p:tgtEl>
                                          <p:sndTgt r:embed="rId3" name="chimes.wav"/>
                                        </p:tgtEl>
                                      </p:cMediaNode>
                                    </p:audio>
                                  </p:subTnLst>
                                </p:cTn>
                              </p:par>
                              <p:par>
                                <p:cTn id="39" presetID="9"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dissolve">
                                      <p:cBhvr>
                                        <p:cTn id="41" dur="500"/>
                                        <p:tgtEl>
                                          <p:spTgt spid="7"/>
                                        </p:tgtEl>
                                      </p:cBhvr>
                                    </p:animEffect>
                                  </p:childTnLst>
                                </p:cTn>
                              </p:par>
                            </p:childTnLst>
                          </p:cTn>
                        </p:par>
                      </p:childTnLst>
                    </p:cTn>
                  </p:par>
                </p:childTnLst>
              </p:cTn>
              <p:nextCondLst>
                <p:cond evt="onClick" delay="0">
                  <p:tgtEl>
                    <p:spTgt spid="11"/>
                  </p:tgtEl>
                </p:cond>
              </p:nextCondLst>
            </p:seq>
            <p:seq concurrent="1" nextAc="seek">
              <p:cTn id="42" restart="whenNotActive" fill="hold" evtFilter="cancelBubble" nodeType="interactiveSeq">
                <p:stCondLst>
                  <p:cond evt="onClick" delay="0">
                    <p:tgtEl>
                      <p:spTgt spid="16"/>
                    </p:tgtEl>
                  </p:cond>
                </p:stCondLst>
                <p:endSync evt="end" delay="0">
                  <p:rtn val="all"/>
                </p:endSync>
                <p:childTnLst>
                  <p:par>
                    <p:cTn id="43" fill="hold">
                      <p:stCondLst>
                        <p:cond delay="0"/>
                      </p:stCondLst>
                      <p:childTnLst>
                        <p:par>
                          <p:cTn id="44" fill="hold">
                            <p:stCondLst>
                              <p:cond delay="0"/>
                            </p:stCondLst>
                            <p:childTnLst>
                              <p:par>
                                <p:cTn id="45" presetID="9" presetClass="exit" presetSubtype="0" fill="hold" grpId="1" nodeType="clickEffect">
                                  <p:stCondLst>
                                    <p:cond delay="0"/>
                                  </p:stCondLst>
                                  <p:childTnLst>
                                    <p:animEffect transition="out" filter="dissolve">
                                      <p:cBhvr>
                                        <p:cTn id="46" dur="500"/>
                                        <p:tgtEl>
                                          <p:spTgt spid="16"/>
                                        </p:tgtEl>
                                      </p:cBhvr>
                                    </p:animEffect>
                                    <p:set>
                                      <p:cBhvr>
                                        <p:cTn id="47" dur="1" fill="hold">
                                          <p:stCondLst>
                                            <p:cond delay="499"/>
                                          </p:stCondLst>
                                        </p:cTn>
                                        <p:tgtEl>
                                          <p:spTgt spid="16"/>
                                        </p:tgtEl>
                                        <p:attrNameLst>
                                          <p:attrName>style.visibility</p:attrName>
                                        </p:attrNameLst>
                                      </p:cBhvr>
                                      <p:to>
                                        <p:strVal val="hidden"/>
                                      </p:to>
                                    </p:set>
                                  </p:childTnLst>
                                  <p:subTnLst>
                                    <p:audio>
                                      <p:cMediaNode>
                                        <p:cTn display="0" masterRel="sameClick">
                                          <p:stCondLst>
                                            <p:cond evt="begin" delay="0">
                                              <p:tn val="45"/>
                                            </p:cond>
                                          </p:stCondLst>
                                          <p:endCondLst>
                                            <p:cond evt="onStopAudio" delay="0">
                                              <p:tgtEl>
                                                <p:sldTgt/>
                                              </p:tgtEl>
                                            </p:cond>
                                          </p:endCondLst>
                                        </p:cTn>
                                        <p:tgtEl>
                                          <p:sndTgt r:embed="rId4" name="arrow.wav"/>
                                        </p:tgtEl>
                                      </p:cMediaNode>
                                    </p:audio>
                                  </p:subTnLst>
                                </p:cTn>
                              </p:par>
                            </p:childTnLst>
                          </p:cTn>
                        </p:par>
                      </p:childTnLst>
                    </p:cTn>
                  </p:par>
                </p:childTnLst>
              </p:cTn>
              <p:nextCondLst>
                <p:cond evt="onClick" delay="0">
                  <p:tgtEl>
                    <p:spTgt spid="16"/>
                  </p:tgtEl>
                </p:cond>
              </p:nextCondLst>
            </p:seq>
            <p:seq concurrent="1" nextAc="seek">
              <p:cTn id="48" restart="whenNotActive" fill="hold" evtFilter="cancelBubble" nodeType="interactiveSeq">
                <p:stCondLst>
                  <p:cond evt="onClick" delay="0">
                    <p:tgtEl>
                      <p:spTgt spid="15"/>
                    </p:tgtEl>
                  </p:cond>
                </p:stCondLst>
                <p:endSync evt="end" delay="0">
                  <p:rtn val="all"/>
                </p:endSync>
                <p:childTnLst>
                  <p:par>
                    <p:cTn id="49" fill="hold">
                      <p:stCondLst>
                        <p:cond delay="0"/>
                      </p:stCondLst>
                      <p:childTnLst>
                        <p:par>
                          <p:cTn id="50" fill="hold">
                            <p:stCondLst>
                              <p:cond delay="0"/>
                            </p:stCondLst>
                            <p:childTnLst>
                              <p:par>
                                <p:cTn id="51" presetID="9" presetClass="exit" presetSubtype="0" fill="hold" grpId="1" nodeType="clickEffect">
                                  <p:stCondLst>
                                    <p:cond delay="0"/>
                                  </p:stCondLst>
                                  <p:childTnLst>
                                    <p:animEffect transition="out" filter="dissolve">
                                      <p:cBhvr>
                                        <p:cTn id="52" dur="500"/>
                                        <p:tgtEl>
                                          <p:spTgt spid="15"/>
                                        </p:tgtEl>
                                      </p:cBhvr>
                                    </p:animEffect>
                                    <p:set>
                                      <p:cBhvr>
                                        <p:cTn id="53" dur="1" fill="hold">
                                          <p:stCondLst>
                                            <p:cond delay="499"/>
                                          </p:stCondLst>
                                        </p:cTn>
                                        <p:tgtEl>
                                          <p:spTgt spid="15"/>
                                        </p:tgtEl>
                                        <p:attrNameLst>
                                          <p:attrName>style.visibility</p:attrName>
                                        </p:attrNameLst>
                                      </p:cBhvr>
                                      <p:to>
                                        <p:strVal val="hidden"/>
                                      </p:to>
                                    </p:set>
                                  </p:childTnLst>
                                  <p:subTnLst>
                                    <p:audio>
                                      <p:cMediaNode>
                                        <p:cTn display="0" masterRel="sameClick">
                                          <p:stCondLst>
                                            <p:cond evt="begin" delay="0">
                                              <p:tn val="51"/>
                                            </p:cond>
                                          </p:stCondLst>
                                          <p:endCondLst>
                                            <p:cond evt="onStopAudio" delay="0">
                                              <p:tgtEl>
                                                <p:sldTgt/>
                                              </p:tgtEl>
                                            </p:cond>
                                          </p:endCondLst>
                                        </p:cTn>
                                        <p:tgtEl>
                                          <p:sndTgt r:embed="rId4" name="arrow.wav"/>
                                        </p:tgtEl>
                                      </p:cMediaNode>
                                    </p:audio>
                                  </p:subTnLst>
                                </p:cTn>
                              </p:par>
                            </p:childTnLst>
                          </p:cTn>
                        </p:par>
                      </p:childTnLst>
                    </p:cTn>
                  </p:par>
                </p:childTnLst>
              </p:cTn>
              <p:nextCondLst>
                <p:cond evt="onClick" delay="0">
                  <p:tgtEl>
                    <p:spTgt spid="15"/>
                  </p:tgtEl>
                </p:cond>
              </p:nextCondLst>
            </p:seq>
          </p:childTnLst>
        </p:cTn>
      </p:par>
    </p:tnLst>
    <p:bldLst>
      <p:bldP spid="13" grpId="0" animBg="1"/>
      <p:bldP spid="2" grpId="0" animBg="1"/>
      <p:bldP spid="7" grpId="0" animBg="1"/>
      <p:bldP spid="11" grpId="1" animBg="1"/>
      <p:bldP spid="11" grpId="2" animBg="1"/>
      <p:bldP spid="12" grpId="1" animBg="1"/>
      <p:bldP spid="12" grpId="2" animBg="1"/>
      <p:bldP spid="15" grpId="1" animBg="1"/>
      <p:bldP spid="15" grpId="2" animBg="1"/>
      <p:bldP spid="16" grpId="1" animBg="1"/>
      <p:bldP spid="16" grpId="2"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9" name="Google Shape;499;p16"/>
          <p:cNvSpPr/>
          <p:nvPr/>
        </p:nvSpPr>
        <p:spPr>
          <a:xfrm>
            <a:off x="2278932" y="231060"/>
            <a:ext cx="6722731" cy="707846"/>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91425" tIns="45700" rIns="91425" bIns="45700" anchor="t" anchorCtr="0">
            <a:spAutoFit/>
          </a:bodyPr>
          <a:lstStyle/>
          <a:p>
            <a:pPr lvl="0" algn="ctr"/>
            <a:r>
              <a:rPr lang="en-US" sz="20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(P. 25) </a:t>
            </a:r>
            <a:r>
              <a:rPr lang="en-US" sz="2000" b="1" dirty="0">
                <a:solidFill>
                  <a:srgbClr val="0070C0"/>
                </a:solidFill>
                <a:latin typeface="Arial" panose="020B0604020202020204" pitchFamily="34" charset="0"/>
                <a:ea typeface="Quattrocento Sans"/>
                <a:cs typeface="Arial" panose="020B0604020202020204" pitchFamily="34" charset="0"/>
                <a:sym typeface="Quattrocento Sans"/>
              </a:rPr>
              <a:t>Listen to the conversation and choose the correct answer</a:t>
            </a:r>
            <a:endParaRPr sz="2000" b="0"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endParaRPr>
          </a:p>
        </p:txBody>
      </p:sp>
      <p:pic>
        <p:nvPicPr>
          <p:cNvPr id="2" name="Track 2_Ly_7.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66180" y="750498"/>
            <a:ext cx="609600" cy="609600"/>
          </a:xfrm>
          <a:prstGeom prst="rect">
            <a:avLst/>
          </a:prstGeom>
        </p:spPr>
      </p:pic>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29097" y="1144182"/>
            <a:ext cx="7485806" cy="3859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Oval 11">
            <a:extLst>
              <a:ext uri="{FF2B5EF4-FFF2-40B4-BE49-F238E27FC236}">
                <a16:creationId xmlns:a16="http://schemas.microsoft.com/office/drawing/2014/main" id="{D344E142-9E97-36B3-93E8-D06C6982CEF2}"/>
              </a:ext>
            </a:extLst>
          </p:cNvPr>
          <p:cNvSpPr/>
          <p:nvPr/>
        </p:nvSpPr>
        <p:spPr>
          <a:xfrm>
            <a:off x="1345757" y="3074043"/>
            <a:ext cx="350372" cy="34103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lt1"/>
                </a:solidFill>
                <a:latin typeface="+mn-lt"/>
                <a:ea typeface="+mn-ea"/>
                <a:cs typeface="+mn-cs"/>
              </a:defRPr>
            </a:lvl1pPr>
            <a:lvl2pPr marL="304770" algn="l" defTabSz="609539" rtl="0" eaLnBrk="1" latinLnBrk="0" hangingPunct="1">
              <a:defRPr sz="1200" kern="1200">
                <a:solidFill>
                  <a:schemeClr val="lt1"/>
                </a:solidFill>
                <a:latin typeface="+mn-lt"/>
                <a:ea typeface="+mn-ea"/>
                <a:cs typeface="+mn-cs"/>
              </a:defRPr>
            </a:lvl2pPr>
            <a:lvl3pPr marL="609539" algn="l" defTabSz="609539" rtl="0" eaLnBrk="1" latinLnBrk="0" hangingPunct="1">
              <a:defRPr sz="1200" kern="1200">
                <a:solidFill>
                  <a:schemeClr val="lt1"/>
                </a:solidFill>
                <a:latin typeface="+mn-lt"/>
                <a:ea typeface="+mn-ea"/>
                <a:cs typeface="+mn-cs"/>
              </a:defRPr>
            </a:lvl3pPr>
            <a:lvl4pPr marL="914309" algn="l" defTabSz="609539" rtl="0" eaLnBrk="1" latinLnBrk="0" hangingPunct="1">
              <a:defRPr sz="1200" kern="1200">
                <a:solidFill>
                  <a:schemeClr val="lt1"/>
                </a:solidFill>
                <a:latin typeface="+mn-lt"/>
                <a:ea typeface="+mn-ea"/>
                <a:cs typeface="+mn-cs"/>
              </a:defRPr>
            </a:lvl4pPr>
            <a:lvl5pPr marL="1219078" algn="l" defTabSz="609539" rtl="0" eaLnBrk="1" latinLnBrk="0" hangingPunct="1">
              <a:defRPr sz="1200" kern="1200">
                <a:solidFill>
                  <a:schemeClr val="lt1"/>
                </a:solidFill>
                <a:latin typeface="+mn-lt"/>
                <a:ea typeface="+mn-ea"/>
                <a:cs typeface="+mn-cs"/>
              </a:defRPr>
            </a:lvl5pPr>
            <a:lvl6pPr marL="1523848" algn="l" defTabSz="609539" rtl="0" eaLnBrk="1" latinLnBrk="0" hangingPunct="1">
              <a:defRPr sz="1200" kern="1200">
                <a:solidFill>
                  <a:schemeClr val="lt1"/>
                </a:solidFill>
                <a:latin typeface="+mn-lt"/>
                <a:ea typeface="+mn-ea"/>
                <a:cs typeface="+mn-cs"/>
              </a:defRPr>
            </a:lvl6pPr>
            <a:lvl7pPr marL="1828617" algn="l" defTabSz="609539" rtl="0" eaLnBrk="1" latinLnBrk="0" hangingPunct="1">
              <a:defRPr sz="1200" kern="1200">
                <a:solidFill>
                  <a:schemeClr val="lt1"/>
                </a:solidFill>
                <a:latin typeface="+mn-lt"/>
                <a:ea typeface="+mn-ea"/>
                <a:cs typeface="+mn-cs"/>
              </a:defRPr>
            </a:lvl7pPr>
            <a:lvl8pPr marL="2133387" algn="l" defTabSz="609539" rtl="0" eaLnBrk="1" latinLnBrk="0" hangingPunct="1">
              <a:defRPr sz="1200" kern="1200">
                <a:solidFill>
                  <a:schemeClr val="lt1"/>
                </a:solidFill>
                <a:latin typeface="+mn-lt"/>
                <a:ea typeface="+mn-ea"/>
                <a:cs typeface="+mn-cs"/>
              </a:defRPr>
            </a:lvl8pPr>
            <a:lvl9pPr marL="2438156" algn="l" defTabSz="609539" rtl="0" eaLnBrk="1" latinLnBrk="0" hangingPunct="1">
              <a:defRPr sz="1200" kern="1200">
                <a:solidFill>
                  <a:schemeClr val="lt1"/>
                </a:solidFill>
                <a:latin typeface="+mn-lt"/>
                <a:ea typeface="+mn-ea"/>
                <a:cs typeface="+mn-cs"/>
              </a:defRPr>
            </a:lvl9pPr>
          </a:lstStyle>
          <a:p>
            <a:endParaRPr lang="en-US">
              <a:latin typeface="Arial" panose="020B0604020202020204" pitchFamily="34" charset="0"/>
              <a:cs typeface="Arial" panose="020B0604020202020204" pitchFamily="34" charset="0"/>
            </a:endParaRPr>
          </a:p>
        </p:txBody>
      </p:sp>
      <p:sp>
        <p:nvSpPr>
          <p:cNvPr id="13" name="Oval 12">
            <a:extLst>
              <a:ext uri="{FF2B5EF4-FFF2-40B4-BE49-F238E27FC236}">
                <a16:creationId xmlns:a16="http://schemas.microsoft.com/office/drawing/2014/main" id="{D344E142-9E97-36B3-93E8-D06C6982CEF2}"/>
              </a:ext>
            </a:extLst>
          </p:cNvPr>
          <p:cNvSpPr/>
          <p:nvPr/>
        </p:nvSpPr>
        <p:spPr>
          <a:xfrm>
            <a:off x="1355390" y="4020071"/>
            <a:ext cx="350372" cy="34103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lt1"/>
                </a:solidFill>
                <a:latin typeface="+mn-lt"/>
                <a:ea typeface="+mn-ea"/>
                <a:cs typeface="+mn-cs"/>
              </a:defRPr>
            </a:lvl1pPr>
            <a:lvl2pPr marL="304770" algn="l" defTabSz="609539" rtl="0" eaLnBrk="1" latinLnBrk="0" hangingPunct="1">
              <a:defRPr sz="1200" kern="1200">
                <a:solidFill>
                  <a:schemeClr val="lt1"/>
                </a:solidFill>
                <a:latin typeface="+mn-lt"/>
                <a:ea typeface="+mn-ea"/>
                <a:cs typeface="+mn-cs"/>
              </a:defRPr>
            </a:lvl2pPr>
            <a:lvl3pPr marL="609539" algn="l" defTabSz="609539" rtl="0" eaLnBrk="1" latinLnBrk="0" hangingPunct="1">
              <a:defRPr sz="1200" kern="1200">
                <a:solidFill>
                  <a:schemeClr val="lt1"/>
                </a:solidFill>
                <a:latin typeface="+mn-lt"/>
                <a:ea typeface="+mn-ea"/>
                <a:cs typeface="+mn-cs"/>
              </a:defRPr>
            </a:lvl3pPr>
            <a:lvl4pPr marL="914309" algn="l" defTabSz="609539" rtl="0" eaLnBrk="1" latinLnBrk="0" hangingPunct="1">
              <a:defRPr sz="1200" kern="1200">
                <a:solidFill>
                  <a:schemeClr val="lt1"/>
                </a:solidFill>
                <a:latin typeface="+mn-lt"/>
                <a:ea typeface="+mn-ea"/>
                <a:cs typeface="+mn-cs"/>
              </a:defRPr>
            </a:lvl4pPr>
            <a:lvl5pPr marL="1219078" algn="l" defTabSz="609539" rtl="0" eaLnBrk="1" latinLnBrk="0" hangingPunct="1">
              <a:defRPr sz="1200" kern="1200">
                <a:solidFill>
                  <a:schemeClr val="lt1"/>
                </a:solidFill>
                <a:latin typeface="+mn-lt"/>
                <a:ea typeface="+mn-ea"/>
                <a:cs typeface="+mn-cs"/>
              </a:defRPr>
            </a:lvl5pPr>
            <a:lvl6pPr marL="1523848" algn="l" defTabSz="609539" rtl="0" eaLnBrk="1" latinLnBrk="0" hangingPunct="1">
              <a:defRPr sz="1200" kern="1200">
                <a:solidFill>
                  <a:schemeClr val="lt1"/>
                </a:solidFill>
                <a:latin typeface="+mn-lt"/>
                <a:ea typeface="+mn-ea"/>
                <a:cs typeface="+mn-cs"/>
              </a:defRPr>
            </a:lvl6pPr>
            <a:lvl7pPr marL="1828617" algn="l" defTabSz="609539" rtl="0" eaLnBrk="1" latinLnBrk="0" hangingPunct="1">
              <a:defRPr sz="1200" kern="1200">
                <a:solidFill>
                  <a:schemeClr val="lt1"/>
                </a:solidFill>
                <a:latin typeface="+mn-lt"/>
                <a:ea typeface="+mn-ea"/>
                <a:cs typeface="+mn-cs"/>
              </a:defRPr>
            </a:lvl7pPr>
            <a:lvl8pPr marL="2133387" algn="l" defTabSz="609539" rtl="0" eaLnBrk="1" latinLnBrk="0" hangingPunct="1">
              <a:defRPr sz="1200" kern="1200">
                <a:solidFill>
                  <a:schemeClr val="lt1"/>
                </a:solidFill>
                <a:latin typeface="+mn-lt"/>
                <a:ea typeface="+mn-ea"/>
                <a:cs typeface="+mn-cs"/>
              </a:defRPr>
            </a:lvl8pPr>
            <a:lvl9pPr marL="2438156" algn="l" defTabSz="609539" rtl="0" eaLnBrk="1" latinLnBrk="0" hangingPunct="1">
              <a:defRPr sz="1200" kern="1200">
                <a:solidFill>
                  <a:schemeClr val="lt1"/>
                </a:solidFill>
                <a:latin typeface="+mn-lt"/>
                <a:ea typeface="+mn-ea"/>
                <a:cs typeface="+mn-cs"/>
              </a:defRPr>
            </a:lvl9pPr>
          </a:lstStyle>
          <a:p>
            <a:endParaRPr lang="en-US">
              <a:latin typeface="Arial" panose="020B0604020202020204" pitchFamily="34" charset="0"/>
              <a:cs typeface="Arial" panose="020B0604020202020204" pitchFamily="34" charset="0"/>
            </a:endParaRPr>
          </a:p>
        </p:txBody>
      </p:sp>
      <p:sp>
        <p:nvSpPr>
          <p:cNvPr id="14" name="Oval 13">
            <a:extLst>
              <a:ext uri="{FF2B5EF4-FFF2-40B4-BE49-F238E27FC236}">
                <a16:creationId xmlns:a16="http://schemas.microsoft.com/office/drawing/2014/main" id="{D344E142-9E97-36B3-93E8-D06C6982CEF2}"/>
              </a:ext>
            </a:extLst>
          </p:cNvPr>
          <p:cNvSpPr/>
          <p:nvPr/>
        </p:nvSpPr>
        <p:spPr>
          <a:xfrm>
            <a:off x="4948715" y="4620230"/>
            <a:ext cx="350372" cy="341034"/>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39" rtl="0" eaLnBrk="1" latinLnBrk="0" hangingPunct="1">
              <a:defRPr sz="1200" kern="1200">
                <a:solidFill>
                  <a:schemeClr val="lt1"/>
                </a:solidFill>
                <a:latin typeface="+mn-lt"/>
                <a:ea typeface="+mn-ea"/>
                <a:cs typeface="+mn-cs"/>
              </a:defRPr>
            </a:lvl1pPr>
            <a:lvl2pPr marL="304770" algn="l" defTabSz="609539" rtl="0" eaLnBrk="1" latinLnBrk="0" hangingPunct="1">
              <a:defRPr sz="1200" kern="1200">
                <a:solidFill>
                  <a:schemeClr val="lt1"/>
                </a:solidFill>
                <a:latin typeface="+mn-lt"/>
                <a:ea typeface="+mn-ea"/>
                <a:cs typeface="+mn-cs"/>
              </a:defRPr>
            </a:lvl2pPr>
            <a:lvl3pPr marL="609539" algn="l" defTabSz="609539" rtl="0" eaLnBrk="1" latinLnBrk="0" hangingPunct="1">
              <a:defRPr sz="1200" kern="1200">
                <a:solidFill>
                  <a:schemeClr val="lt1"/>
                </a:solidFill>
                <a:latin typeface="+mn-lt"/>
                <a:ea typeface="+mn-ea"/>
                <a:cs typeface="+mn-cs"/>
              </a:defRPr>
            </a:lvl3pPr>
            <a:lvl4pPr marL="914309" algn="l" defTabSz="609539" rtl="0" eaLnBrk="1" latinLnBrk="0" hangingPunct="1">
              <a:defRPr sz="1200" kern="1200">
                <a:solidFill>
                  <a:schemeClr val="lt1"/>
                </a:solidFill>
                <a:latin typeface="+mn-lt"/>
                <a:ea typeface="+mn-ea"/>
                <a:cs typeface="+mn-cs"/>
              </a:defRPr>
            </a:lvl4pPr>
            <a:lvl5pPr marL="1219078" algn="l" defTabSz="609539" rtl="0" eaLnBrk="1" latinLnBrk="0" hangingPunct="1">
              <a:defRPr sz="1200" kern="1200">
                <a:solidFill>
                  <a:schemeClr val="lt1"/>
                </a:solidFill>
                <a:latin typeface="+mn-lt"/>
                <a:ea typeface="+mn-ea"/>
                <a:cs typeface="+mn-cs"/>
              </a:defRPr>
            </a:lvl5pPr>
            <a:lvl6pPr marL="1523848" algn="l" defTabSz="609539" rtl="0" eaLnBrk="1" latinLnBrk="0" hangingPunct="1">
              <a:defRPr sz="1200" kern="1200">
                <a:solidFill>
                  <a:schemeClr val="lt1"/>
                </a:solidFill>
                <a:latin typeface="+mn-lt"/>
                <a:ea typeface="+mn-ea"/>
                <a:cs typeface="+mn-cs"/>
              </a:defRPr>
            </a:lvl6pPr>
            <a:lvl7pPr marL="1828617" algn="l" defTabSz="609539" rtl="0" eaLnBrk="1" latinLnBrk="0" hangingPunct="1">
              <a:defRPr sz="1200" kern="1200">
                <a:solidFill>
                  <a:schemeClr val="lt1"/>
                </a:solidFill>
                <a:latin typeface="+mn-lt"/>
                <a:ea typeface="+mn-ea"/>
                <a:cs typeface="+mn-cs"/>
              </a:defRPr>
            </a:lvl7pPr>
            <a:lvl8pPr marL="2133387" algn="l" defTabSz="609539" rtl="0" eaLnBrk="1" latinLnBrk="0" hangingPunct="1">
              <a:defRPr sz="1200" kern="1200">
                <a:solidFill>
                  <a:schemeClr val="lt1"/>
                </a:solidFill>
                <a:latin typeface="+mn-lt"/>
                <a:ea typeface="+mn-ea"/>
                <a:cs typeface="+mn-cs"/>
              </a:defRPr>
            </a:lvl8pPr>
            <a:lvl9pPr marL="2438156" algn="l" defTabSz="609539" rtl="0" eaLnBrk="1" latinLnBrk="0" hangingPunct="1">
              <a:defRPr sz="1200" kern="1200">
                <a:solidFill>
                  <a:schemeClr val="lt1"/>
                </a:solidFill>
                <a:latin typeface="+mn-lt"/>
                <a:ea typeface="+mn-ea"/>
                <a:cs typeface="+mn-cs"/>
              </a:defRPr>
            </a:lvl9pPr>
          </a:lstStyle>
          <a:p>
            <a:endParaRPr lang="en-US">
              <a:latin typeface="Arial" panose="020B0604020202020204" pitchFamily="34" charset="0"/>
              <a:cs typeface="Arial" panose="020B0604020202020204" pitchFamily="34" charset="0"/>
            </a:endParaRPr>
          </a:p>
        </p:txBody>
      </p:sp>
      <p:sp>
        <p:nvSpPr>
          <p:cNvPr id="3" name="Rectangle: Rounded Corners 7">
            <a:extLst>
              <a:ext uri="{FF2B5EF4-FFF2-40B4-BE49-F238E27FC236}">
                <a16:creationId xmlns:a16="http://schemas.microsoft.com/office/drawing/2014/main" id="{C3BC26C4-B426-9B7F-6809-84BA7B35A91F}"/>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99"/>
                                        </p:tgtEl>
                                        <p:attrNameLst>
                                          <p:attrName>style.visibility</p:attrName>
                                        </p:attrNameLst>
                                      </p:cBhvr>
                                      <p:to>
                                        <p:strVal val="visible"/>
                                      </p:to>
                                    </p:set>
                                    <p:animEffect transition="in" filter="fade">
                                      <p:cBhvr>
                                        <p:cTn id="7" dur="1000"/>
                                        <p:tgtEl>
                                          <p:spTgt spid="49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6"/>
                                        </p:tgtEl>
                                        <p:attrNameLst>
                                          <p:attrName>style.visibility</p:attrName>
                                        </p:attrNameLst>
                                      </p:cBhvr>
                                      <p:to>
                                        <p:strVal val="visible"/>
                                      </p:to>
                                    </p:set>
                                  </p:childTnLst>
                                  <p:subTnLst>
                                    <p:audio>
                                      <p:cMediaNode>
                                        <p:cTn display="0" masterRel="sameClick">
                                          <p:stCondLst>
                                            <p:cond evt="begin" delay="0">
                                              <p:tn val="17"/>
                                            </p:cond>
                                          </p:stCondLst>
                                          <p:endCondLst>
                                            <p:cond evt="onStopAudio" delay="0">
                                              <p:tgtEl>
                                                <p:sldTgt/>
                                              </p:tgtEl>
                                            </p:cond>
                                          </p:endCondLst>
                                        </p:cTn>
                                        <p:tgtEl>
                                          <p:sndTgt r:embed="rId5" name="chimes.wav"/>
                                        </p:tgtEl>
                                      </p:cMediaNode>
                                    </p:audio>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subTnLst>
                                    <p:audio>
                                      <p:cMediaNode>
                                        <p:cTn display="0" masterRel="sameClick">
                                          <p:stCondLst>
                                            <p:cond evt="begin" delay="0">
                                              <p:tn val="21"/>
                                            </p:cond>
                                          </p:stCondLst>
                                          <p:endCondLst>
                                            <p:cond evt="onStopAudio" delay="0">
                                              <p:tgtEl>
                                                <p:sldTgt/>
                                              </p:tgtEl>
                                            </p:cond>
                                          </p:endCondLst>
                                        </p:cTn>
                                        <p:tgtEl>
                                          <p:sndTgt r:embed="rId5" name="chimes.wav"/>
                                        </p:tgtEl>
                                      </p:cMediaNode>
                                    </p:audio>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subTnLst>
                                    <p:audio>
                                      <p:cMediaNode>
                                        <p:cTn display="0" masterRel="sameClick">
                                          <p:stCondLst>
                                            <p:cond evt="begin" delay="0">
                                              <p:tn val="25"/>
                                            </p:cond>
                                          </p:stCondLst>
                                          <p:endCondLst>
                                            <p:cond evt="onStopAudio" delay="0">
                                              <p:tgtEl>
                                                <p:sldTgt/>
                                              </p:tgtEl>
                                            </p:cond>
                                          </p:endCondLst>
                                        </p:cTn>
                                        <p:tgtEl>
                                          <p:sndTgt r:embed="rId5" name="chimes.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audio>
              <p:cMediaNode vol="80000">
                <p:cTn id="31" fill="hold" display="0">
                  <p:stCondLst>
                    <p:cond delay="indefinite"/>
                  </p:stCondLst>
                  <p:endCondLst>
                    <p:cond evt="onStopAudio" delay="0">
                      <p:tgtEl>
                        <p:sldTgt/>
                      </p:tgtEl>
                    </p:cond>
                  </p:endCondLst>
                </p:cTn>
                <p:tgtEl>
                  <p:spTgt spid="2"/>
                </p:tgtEl>
              </p:cMediaNode>
            </p:audio>
          </p:childTnLst>
        </p:cTn>
      </p:par>
    </p:tnLst>
    <p:bldLst>
      <p:bldP spid="12"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20"/>
        <p:cNvGrpSpPr/>
        <p:nvPr/>
      </p:nvGrpSpPr>
      <p:grpSpPr>
        <a:xfrm>
          <a:off x="0" y="0"/>
          <a:ext cx="0" cy="0"/>
          <a:chOff x="0" y="0"/>
          <a:chExt cx="0" cy="0"/>
        </a:xfrm>
      </p:grpSpPr>
      <p:sp>
        <p:nvSpPr>
          <p:cNvPr id="2" name="Google Shape;499;p16">
            <a:extLst>
              <a:ext uri="{FF2B5EF4-FFF2-40B4-BE49-F238E27FC236}">
                <a16:creationId xmlns:a16="http://schemas.microsoft.com/office/drawing/2014/main" id="{7A1B90CA-225B-E250-43DA-D91063FCB739}"/>
              </a:ext>
            </a:extLst>
          </p:cNvPr>
          <p:cNvSpPr/>
          <p:nvPr/>
        </p:nvSpPr>
        <p:spPr>
          <a:xfrm>
            <a:off x="2278933" y="261837"/>
            <a:ext cx="2443538" cy="400069"/>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91425" tIns="45700" rIns="91425" bIns="45700" anchor="t" anchorCtr="0">
            <a:spAutoFit/>
          </a:bodyPr>
          <a:lstStyle/>
          <a:p>
            <a:pPr lvl="0"/>
            <a:r>
              <a:rPr lang="en-US" sz="2000" b="1" dirty="0">
                <a:solidFill>
                  <a:srgbClr val="0070C0"/>
                </a:solidFill>
                <a:latin typeface="Arial" panose="020B0604020202020204" pitchFamily="34" charset="0"/>
                <a:ea typeface="Quattrocento Sans"/>
                <a:cs typeface="Arial" panose="020B0604020202020204" pitchFamily="34" charset="0"/>
                <a:sym typeface="Quattrocento Sans"/>
              </a:rPr>
              <a:t>(P. 24) Speaking</a:t>
            </a:r>
            <a:endParaRPr lang="en-US" sz="2000" dirty="0">
              <a:solidFill>
                <a:srgbClr val="0070C0"/>
              </a:solidFill>
              <a:latin typeface="Arial" panose="020B0604020202020204" pitchFamily="34" charset="0"/>
              <a:ea typeface="Quattrocento Sans"/>
              <a:cs typeface="Arial" panose="020B0604020202020204" pitchFamily="34" charset="0"/>
              <a:sym typeface="Quattrocento Sans"/>
            </a:endParaRPr>
          </a:p>
        </p:txBody>
      </p:sp>
      <p:sp>
        <p:nvSpPr>
          <p:cNvPr id="3" name="Rectangle: Rounded Corners 7">
            <a:extLst>
              <a:ext uri="{FF2B5EF4-FFF2-40B4-BE49-F238E27FC236}">
                <a16:creationId xmlns:a16="http://schemas.microsoft.com/office/drawing/2014/main" id="{E4A2DA5C-D72D-14E8-A43C-5FBBE93ADDDC}"/>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Practice</a:t>
            </a:r>
          </a:p>
        </p:txBody>
      </p:sp>
      <p:pic>
        <p:nvPicPr>
          <p:cNvPr id="10" name="Picture 9">
            <a:extLst>
              <a:ext uri="{FF2B5EF4-FFF2-40B4-BE49-F238E27FC236}">
                <a16:creationId xmlns:a16="http://schemas.microsoft.com/office/drawing/2014/main" id="{71DFA68B-3004-7202-7A00-DEB235ECD5A6}"/>
              </a:ext>
            </a:extLst>
          </p:cNvPr>
          <p:cNvPicPr>
            <a:picLocks noChangeAspect="1"/>
          </p:cNvPicPr>
          <p:nvPr/>
        </p:nvPicPr>
        <p:blipFill>
          <a:blip r:embed="rId3"/>
          <a:srcRect l="1742" t="13040" r="739"/>
          <a:stretch>
            <a:fillRect/>
          </a:stretch>
        </p:blipFill>
        <p:spPr>
          <a:xfrm>
            <a:off x="712031" y="1855290"/>
            <a:ext cx="7719937" cy="3186490"/>
          </a:xfrm>
          <a:prstGeom prst="roundRect">
            <a:avLst/>
          </a:prstGeom>
          <a:effectLst>
            <a:outerShdw blurRad="50800" dist="38100" dir="2700000" algn="tl" rotWithShape="0">
              <a:prstClr val="black">
                <a:alpha val="40000"/>
              </a:prstClr>
            </a:outerShdw>
          </a:effectLst>
        </p:spPr>
      </p:pic>
      <p:sp>
        <p:nvSpPr>
          <p:cNvPr id="12" name="Rounded Rectangle 11">
            <a:extLst>
              <a:ext uri="{FF2B5EF4-FFF2-40B4-BE49-F238E27FC236}">
                <a16:creationId xmlns:a16="http://schemas.microsoft.com/office/drawing/2014/main" id="{99A1D1BA-E662-E5CD-AAB1-EBB7706EDE99}"/>
              </a:ext>
            </a:extLst>
          </p:cNvPr>
          <p:cNvSpPr/>
          <p:nvPr/>
        </p:nvSpPr>
        <p:spPr>
          <a:xfrm>
            <a:off x="1155320" y="828244"/>
            <a:ext cx="7609516" cy="949300"/>
          </a:xfrm>
          <a:prstGeom prst="roundRect">
            <a:avLst>
              <a:gd name="adj"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solidFill>
                  <a:srgbClr val="000000"/>
                </a:solidFill>
                <a:latin typeface="Arial" panose="020B0604020202020204" pitchFamily="34" charset="0"/>
                <a:ea typeface="Quattrocento Sans"/>
                <a:cs typeface="Arial" panose="020B0604020202020204" pitchFamily="34" charset="0"/>
                <a:sym typeface="Quattrocento Sans"/>
              </a:rPr>
              <a:t>	Imagine a traffic policeman caught a driver for driving too fast. Make a conversation between the policeman and the driver as in the following 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31" name="Google Shape;531;p19"/>
          <p:cNvSpPr/>
          <p:nvPr/>
        </p:nvSpPr>
        <p:spPr>
          <a:xfrm>
            <a:off x="1114062" y="1008097"/>
            <a:ext cx="6915874" cy="830956"/>
          </a:xfrm>
          <a:prstGeom prst="rect">
            <a:avLst/>
          </a:prstGeom>
          <a:ln/>
        </p:spPr>
        <p:style>
          <a:lnRef idx="2">
            <a:schemeClr val="accent1"/>
          </a:lnRef>
          <a:fillRef idx="1">
            <a:schemeClr val="lt1"/>
          </a:fillRef>
          <a:effectRef idx="0">
            <a:schemeClr val="accent1"/>
          </a:effectRef>
          <a:fontRef idx="minor">
            <a:schemeClr val="dk1"/>
          </a:fontRef>
        </p:style>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4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(P. 25) Write a short paragraph (50-60 words) to guide 7</a:t>
            </a:r>
            <a:r>
              <a:rPr lang="en-US" sz="2400" b="1" i="0" u="none" strike="noStrike" cap="none" baseline="30000" dirty="0">
                <a:solidFill>
                  <a:srgbClr val="0070C0"/>
                </a:solidFill>
                <a:latin typeface="Arial" panose="020B0604020202020204" pitchFamily="34" charset="0"/>
                <a:ea typeface="Quattrocento Sans"/>
                <a:cs typeface="Arial" panose="020B0604020202020204" pitchFamily="34" charset="0"/>
                <a:sym typeface="Quattrocento Sans"/>
              </a:rPr>
              <a:t>th</a:t>
            </a:r>
            <a:r>
              <a:rPr lang="en-US" sz="2400" b="1"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rPr>
              <a:t> grade students on traffic safety.</a:t>
            </a:r>
            <a:endParaRPr sz="2400" b="0" i="0" u="none" strike="noStrike" cap="none" dirty="0">
              <a:solidFill>
                <a:srgbClr val="0070C0"/>
              </a:solidFill>
              <a:latin typeface="Arial" panose="020B0604020202020204" pitchFamily="34" charset="0"/>
              <a:ea typeface="Quattrocento Sans"/>
              <a:cs typeface="Arial" panose="020B0604020202020204" pitchFamily="34" charset="0"/>
              <a:sym typeface="Quattrocento Sans"/>
            </a:endParaRPr>
          </a:p>
        </p:txBody>
      </p:sp>
      <p:pic>
        <p:nvPicPr>
          <p:cNvPr id="307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557" r="1265" b="3275"/>
          <a:stretch>
            <a:fillRect/>
          </a:stretch>
        </p:blipFill>
        <p:spPr bwMode="auto">
          <a:xfrm>
            <a:off x="129041" y="2096654"/>
            <a:ext cx="8885917" cy="2873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Rounded Corners 7">
            <a:extLst>
              <a:ext uri="{FF2B5EF4-FFF2-40B4-BE49-F238E27FC236}">
                <a16:creationId xmlns:a16="http://schemas.microsoft.com/office/drawing/2014/main" id="{B2DB8DB1-9DA3-3014-E4B6-7AAB3F66DAE1}"/>
              </a:ext>
            </a:extLst>
          </p:cNvPr>
          <p:cNvSpPr/>
          <p:nvPr/>
        </p:nvSpPr>
        <p:spPr>
          <a:xfrm>
            <a:off x="142336" y="173247"/>
            <a:ext cx="2083279"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Produce</a:t>
            </a:r>
          </a:p>
        </p:txBody>
      </p:sp>
      <p:sp>
        <p:nvSpPr>
          <p:cNvPr id="5" name="Oval Callout 4">
            <a:extLst>
              <a:ext uri="{FF2B5EF4-FFF2-40B4-BE49-F238E27FC236}">
                <a16:creationId xmlns:a16="http://schemas.microsoft.com/office/drawing/2014/main" id="{4FA6ED7C-D532-98DB-2CB8-FEF97EF5A8F7}"/>
              </a:ext>
            </a:extLst>
          </p:cNvPr>
          <p:cNvSpPr/>
          <p:nvPr/>
        </p:nvSpPr>
        <p:spPr>
          <a:xfrm>
            <a:off x="5686063" y="113890"/>
            <a:ext cx="2913927" cy="636607"/>
          </a:xfrm>
          <a:prstGeom prst="wedgeEllipseCallout">
            <a:avLst>
              <a:gd name="adj1" fmla="val -45938"/>
              <a:gd name="adj2" fmla="val 77046"/>
            </a:avLst>
          </a:prstGeom>
          <a:solidFill>
            <a:schemeClr val="bg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lumMod val="50000"/>
                  </a:schemeClr>
                </a:solidFill>
              </a:rPr>
              <a:t>Homework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1"/>
                                        </p:tgtEl>
                                        <p:attrNameLst>
                                          <p:attrName>style.visibility</p:attrName>
                                        </p:attrNameLst>
                                      </p:cBhvr>
                                      <p:to>
                                        <p:strVal val="visible"/>
                                      </p:to>
                                    </p:set>
                                    <p:anim calcmode="lin" valueType="num">
                                      <p:cBhvr additive="base">
                                        <p:cTn id="7" dur="500"/>
                                        <p:tgtEl>
                                          <p:spTgt spid="531"/>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07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subTnLst>
                                    <p:audio>
                                      <p:cMediaNode>
                                        <p:cTn display="0" masterRel="sameClick">
                                          <p:stCondLst>
                                            <p:cond evt="begin" delay="0">
                                              <p:tn val="14"/>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7" name="Google Shape;537;p20"/>
          <p:cNvSpPr txBox="1"/>
          <p:nvPr/>
        </p:nvSpPr>
        <p:spPr>
          <a:xfrm>
            <a:off x="507497" y="1048276"/>
            <a:ext cx="8129006" cy="3785611"/>
          </a:xfrm>
          <a:custGeom>
            <a:avLst/>
            <a:gdLst>
              <a:gd name="csX0" fmla="*/ 0 w 8129006"/>
              <a:gd name="csY0" fmla="*/ 0 h 3046948"/>
              <a:gd name="csX1" fmla="*/ 8129006 w 8129006"/>
              <a:gd name="csY1" fmla="*/ 0 h 3046948"/>
              <a:gd name="csX2" fmla="*/ 8129006 w 8129006"/>
              <a:gd name="csY2" fmla="*/ 3046948 h 3046948"/>
              <a:gd name="csX3" fmla="*/ 0 w 8129006"/>
              <a:gd name="csY3" fmla="*/ 3046948 h 3046948"/>
              <a:gd name="csX4" fmla="*/ 0 w 8129006"/>
              <a:gd name="csY4" fmla="*/ 0 h 3046948"/>
            </a:gdLst>
            <a:ahLst/>
            <a:cxnLst>
              <a:cxn ang="0">
                <a:pos x="csX0" y="csY0"/>
              </a:cxn>
              <a:cxn ang="0">
                <a:pos x="csX1" y="csY1"/>
              </a:cxn>
              <a:cxn ang="0">
                <a:pos x="csX2" y="csY2"/>
              </a:cxn>
              <a:cxn ang="0">
                <a:pos x="csX3" y="csY3"/>
              </a:cxn>
              <a:cxn ang="0">
                <a:pos x="csX4" y="csY4"/>
              </a:cxn>
            </a:cxnLst>
            <a:rect l="l" t="t" r="r" b="b"/>
            <a:pathLst>
              <a:path w="8129006" h="3046948" fill="none" extrusionOk="0">
                <a:moveTo>
                  <a:pt x="0" y="0"/>
                </a:moveTo>
                <a:cubicBezTo>
                  <a:pt x="973123" y="-49533"/>
                  <a:pt x="4772330" y="-14809"/>
                  <a:pt x="8129006" y="0"/>
                </a:cubicBezTo>
                <a:cubicBezTo>
                  <a:pt x="8216645" y="898132"/>
                  <a:pt x="8056327" y="2735606"/>
                  <a:pt x="8129006" y="3046948"/>
                </a:cubicBezTo>
                <a:cubicBezTo>
                  <a:pt x="5087098" y="2998717"/>
                  <a:pt x="3881665" y="3131403"/>
                  <a:pt x="0" y="3046948"/>
                </a:cubicBezTo>
                <a:cubicBezTo>
                  <a:pt x="-38581" y="2100675"/>
                  <a:pt x="63341" y="667265"/>
                  <a:pt x="0" y="0"/>
                </a:cubicBezTo>
                <a:close/>
              </a:path>
              <a:path w="8129006" h="3046948" stroke="0" extrusionOk="0">
                <a:moveTo>
                  <a:pt x="0" y="0"/>
                </a:moveTo>
                <a:cubicBezTo>
                  <a:pt x="3672189" y="118645"/>
                  <a:pt x="6705746" y="116012"/>
                  <a:pt x="8129006" y="0"/>
                </a:cubicBezTo>
                <a:cubicBezTo>
                  <a:pt x="7996124" y="487124"/>
                  <a:pt x="8213957" y="1870212"/>
                  <a:pt x="8129006" y="3046948"/>
                </a:cubicBezTo>
                <a:cubicBezTo>
                  <a:pt x="4225566" y="3181548"/>
                  <a:pt x="3778032" y="2889752"/>
                  <a:pt x="0" y="3046948"/>
                </a:cubicBezTo>
                <a:cubicBezTo>
                  <a:pt x="-20187" y="1563548"/>
                  <a:pt x="-152480" y="357340"/>
                  <a:pt x="0" y="0"/>
                </a:cubicBezTo>
                <a:close/>
              </a:path>
            </a:pathLst>
          </a:custGeom>
          <a:solidFill>
            <a:schemeClr val="accent6"/>
          </a:solidFill>
          <a:ln w="38100">
            <a:solidFill>
              <a:schemeClr val="bg2">
                <a:lumMod val="75000"/>
              </a:schemeClr>
            </a:solidFill>
            <a:extLst>
              <a:ext uri="{C807C97D-BFC1-408E-A445-0C87EB9F89A2}">
                <ask:lineSketchStyleProps xmlns:ask="http://schemas.microsoft.com/office/drawing/2018/sketchyshapes" sd="1219033472">
                  <a:custGeom>
                    <a:avLst/>
                    <a:gdLst>
                      <a:gd name="connsiteX0" fmla="*/ 0 w 8129006"/>
                      <a:gd name="connsiteY0" fmla="*/ 0 h 3785611"/>
                      <a:gd name="connsiteX1" fmla="*/ 8129006 w 8129006"/>
                      <a:gd name="connsiteY1" fmla="*/ 0 h 3785611"/>
                      <a:gd name="connsiteX2" fmla="*/ 8129006 w 8129006"/>
                      <a:gd name="connsiteY2" fmla="*/ 3785611 h 3785611"/>
                      <a:gd name="connsiteX3" fmla="*/ 0 w 8129006"/>
                      <a:gd name="connsiteY3" fmla="*/ 3785611 h 3785611"/>
                      <a:gd name="connsiteX4" fmla="*/ 0 w 8129006"/>
                      <a:gd name="connsiteY4" fmla="*/ 0 h 3785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9006" h="3785611" fill="none" extrusionOk="0">
                        <a:moveTo>
                          <a:pt x="0" y="0"/>
                        </a:moveTo>
                        <a:cubicBezTo>
                          <a:pt x="973123" y="-49533"/>
                          <a:pt x="4772330" y="-14809"/>
                          <a:pt x="8129006" y="0"/>
                        </a:cubicBezTo>
                        <a:cubicBezTo>
                          <a:pt x="8216645" y="633894"/>
                          <a:pt x="8056327" y="2732994"/>
                          <a:pt x="8129006" y="3785611"/>
                        </a:cubicBezTo>
                        <a:cubicBezTo>
                          <a:pt x="5087098" y="3737380"/>
                          <a:pt x="3881665" y="3870066"/>
                          <a:pt x="0" y="3785611"/>
                        </a:cubicBezTo>
                        <a:cubicBezTo>
                          <a:pt x="-38581" y="2324089"/>
                          <a:pt x="63341" y="1300642"/>
                          <a:pt x="0" y="0"/>
                        </a:cubicBezTo>
                        <a:close/>
                      </a:path>
                      <a:path w="8129006" h="3785611" stroke="0" extrusionOk="0">
                        <a:moveTo>
                          <a:pt x="0" y="0"/>
                        </a:moveTo>
                        <a:cubicBezTo>
                          <a:pt x="3672189" y="118645"/>
                          <a:pt x="6705746" y="116012"/>
                          <a:pt x="8129006" y="0"/>
                        </a:cubicBezTo>
                        <a:cubicBezTo>
                          <a:pt x="7996124" y="665919"/>
                          <a:pt x="8213957" y="3155818"/>
                          <a:pt x="8129006" y="3785611"/>
                        </a:cubicBezTo>
                        <a:cubicBezTo>
                          <a:pt x="4225566" y="3920211"/>
                          <a:pt x="3778032" y="3628415"/>
                          <a:pt x="0" y="3785611"/>
                        </a:cubicBezTo>
                        <a:cubicBezTo>
                          <a:pt x="-20187" y="3228688"/>
                          <a:pt x="-152480" y="657453"/>
                          <a:pt x="0" y="0"/>
                        </a:cubicBezTo>
                        <a:close/>
                      </a:path>
                    </a:pathLst>
                  </a:custGeom>
                  <ask:type>
                    <ask:lineSketchCurved/>
                  </ask:type>
                </ask:lineSketchStyleProps>
              </a:ext>
            </a:extLst>
          </a:ln>
        </p:spPr>
        <p:txBody>
          <a:bodyPr spcFirstLastPara="1" wrap="square" lIns="91425" tIns="45700" rIns="91425" bIns="45700" anchor="t" anchorCtr="0">
            <a:spAutoFit/>
          </a:bodyPr>
          <a:lstStyle/>
          <a:p>
            <a:pPr lvl="0">
              <a:lnSpc>
                <a:spcPct val="150000"/>
              </a:lnSpc>
            </a:pPr>
            <a:r>
              <a:rPr lang="en-US" sz="3200" b="0" u="none" strike="noStrike" cap="none" dirty="0">
                <a:solidFill>
                  <a:srgbClr val="1C1700"/>
                </a:solidFill>
                <a:latin typeface="Arial" panose="020B0604020202020204" pitchFamily="34" charset="0"/>
                <a:ea typeface="Quattrocento Sans"/>
                <a:cs typeface="Arial" panose="020B0604020202020204" pitchFamily="34" charset="0"/>
                <a:sym typeface="Quattrocento Sans"/>
              </a:rPr>
              <a:t>- Vocabulary: </a:t>
            </a:r>
            <a:r>
              <a:rPr lang="en-US" sz="3200" dirty="0">
                <a:solidFill>
                  <a:srgbClr val="1C1700"/>
                </a:solidFill>
                <a:latin typeface="Arial" panose="020B0604020202020204" pitchFamily="34" charset="0"/>
                <a:ea typeface="Quattrocento Sans"/>
                <a:cs typeface="Arial" panose="020B0604020202020204" pitchFamily="34" charset="0"/>
                <a:sym typeface="Quattrocento Sans"/>
              </a:rPr>
              <a:t>graph, table, limited speed, traffic safety, safe distance.</a:t>
            </a:r>
            <a:endParaRPr sz="3200" b="0" u="none" strike="noStrike" cap="none" dirty="0">
              <a:solidFill>
                <a:srgbClr val="1C1700"/>
              </a:solidFill>
              <a:latin typeface="Arial" panose="020B0604020202020204" pitchFamily="34" charset="0"/>
              <a:ea typeface="Quattrocento Sans"/>
              <a:cs typeface="Arial" panose="020B0604020202020204" pitchFamily="34" charset="0"/>
              <a:sym typeface="Quattrocento Sans"/>
            </a:endParaRPr>
          </a:p>
          <a:p>
            <a:pPr marL="457200" marR="0" lvl="0" indent="-457200" algn="l" rtl="0">
              <a:lnSpc>
                <a:spcPct val="150000"/>
              </a:lnSpc>
              <a:spcBef>
                <a:spcPts val="0"/>
              </a:spcBef>
              <a:spcAft>
                <a:spcPts val="0"/>
              </a:spcAft>
              <a:buFontTx/>
              <a:buChar char="-"/>
            </a:pPr>
            <a:r>
              <a:rPr lang="en-US" sz="3200" b="0" u="none" strike="noStrike" cap="none">
                <a:solidFill>
                  <a:srgbClr val="1C1700"/>
                </a:solidFill>
                <a:latin typeface="Arial" panose="020B0604020202020204" pitchFamily="34" charset="0"/>
                <a:ea typeface="Quattrocento Sans"/>
                <a:cs typeface="Arial" panose="020B0604020202020204" pitchFamily="34" charset="0"/>
                <a:sym typeface="Quattrocento Sans"/>
              </a:rPr>
              <a:t>Understand </a:t>
            </a:r>
            <a:r>
              <a:rPr lang="en-US" sz="3200" b="0" u="none" strike="noStrike" cap="none" dirty="0">
                <a:solidFill>
                  <a:srgbClr val="1C1700"/>
                </a:solidFill>
                <a:latin typeface="Arial" panose="020B0604020202020204" pitchFamily="34" charset="0"/>
                <a:ea typeface="Quattrocento Sans"/>
                <a:cs typeface="Arial" panose="020B0604020202020204" pitchFamily="34" charset="0"/>
                <a:sym typeface="Quattrocento Sans"/>
              </a:rPr>
              <a:t>and do exercises, related to measurement of </a:t>
            </a:r>
            <a:r>
              <a:rPr lang="en-US" sz="3200" b="0" u="none" strike="noStrike" cap="none">
                <a:solidFill>
                  <a:srgbClr val="1C1700"/>
                </a:solidFill>
                <a:latin typeface="Arial" panose="020B0604020202020204" pitchFamily="34" charset="0"/>
                <a:ea typeface="Quattrocento Sans"/>
                <a:cs typeface="Arial" panose="020B0604020202020204" pitchFamily="34" charset="0"/>
                <a:sym typeface="Quattrocento Sans"/>
              </a:rPr>
              <a:t>speed.</a:t>
            </a:r>
          </a:p>
          <a:p>
            <a:pPr marL="457200" marR="0" lvl="0" indent="-457200" algn="l" rtl="0">
              <a:lnSpc>
                <a:spcPct val="150000"/>
              </a:lnSpc>
              <a:spcBef>
                <a:spcPts val="0"/>
              </a:spcBef>
              <a:spcAft>
                <a:spcPts val="0"/>
              </a:spcAft>
              <a:buFontTx/>
              <a:buChar char="-"/>
            </a:pPr>
            <a:r>
              <a:rPr lang="en-US" sz="3200">
                <a:solidFill>
                  <a:srgbClr val="1C1700"/>
                </a:solidFill>
                <a:latin typeface="Arial" panose="020B0604020202020204" pitchFamily="34" charset="0"/>
                <a:ea typeface="Quattrocento Sans"/>
                <a:cs typeface="Arial" panose="020B0604020202020204" pitchFamily="34" charset="0"/>
                <a:sym typeface="Quattrocento Sans"/>
              </a:rPr>
              <a:t>Prepare the next lesson.</a:t>
            </a:r>
            <a:endParaRPr sz="3200" b="0" u="none" strike="noStrike" cap="none" dirty="0">
              <a:solidFill>
                <a:srgbClr val="1C1700"/>
              </a:solidFill>
              <a:latin typeface="Arial" panose="020B0604020202020204" pitchFamily="34" charset="0"/>
              <a:ea typeface="Quattrocento Sans"/>
              <a:cs typeface="Arial" panose="020B0604020202020204" pitchFamily="34" charset="0"/>
              <a:sym typeface="Quattrocento Sans"/>
            </a:endParaRPr>
          </a:p>
        </p:txBody>
      </p:sp>
      <p:sp>
        <p:nvSpPr>
          <p:cNvPr id="2" name="Rectangle: Rounded Corners 7">
            <a:extLst>
              <a:ext uri="{FF2B5EF4-FFF2-40B4-BE49-F238E27FC236}">
                <a16:creationId xmlns:a16="http://schemas.microsoft.com/office/drawing/2014/main" id="{E1DF7202-D3BD-8F82-55F8-B37A77DB1DBA}"/>
              </a:ext>
            </a:extLst>
          </p:cNvPr>
          <p:cNvSpPr/>
          <p:nvPr/>
        </p:nvSpPr>
        <p:spPr>
          <a:xfrm>
            <a:off x="142336" y="173247"/>
            <a:ext cx="2762910" cy="577251"/>
          </a:xfrm>
          <a:prstGeom prst="round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FF0000"/>
                </a:solidFill>
                <a:latin typeface="Arial" panose="020B0604020202020204" pitchFamily="34" charset="0"/>
                <a:cs typeface="Arial" panose="020B0604020202020204" pitchFamily="34" charset="0"/>
              </a:rPr>
              <a:t>Consolidation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7782" y="-905390"/>
            <a:ext cx="9621574" cy="1796992"/>
          </a:xfrm>
          <a:custGeom>
            <a:avLst/>
            <a:gdLst/>
            <a:ahLst/>
            <a:cxnLst/>
            <a:rect l="l" t="t" r="r" b="b"/>
            <a:pathLst>
              <a:path w="19243148" h="3593983">
                <a:moveTo>
                  <a:pt x="0" y="0"/>
                </a:moveTo>
                <a:lnTo>
                  <a:pt x="19243148" y="0"/>
                </a:lnTo>
                <a:lnTo>
                  <a:pt x="19243148" y="3593983"/>
                </a:lnTo>
                <a:lnTo>
                  <a:pt x="0" y="359398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sz="700"/>
          </a:p>
        </p:txBody>
      </p:sp>
      <p:sp>
        <p:nvSpPr>
          <p:cNvPr id="3" name="Freeform 3"/>
          <p:cNvSpPr/>
          <p:nvPr/>
        </p:nvSpPr>
        <p:spPr>
          <a:xfrm>
            <a:off x="-1538759" y="2537365"/>
            <a:ext cx="8053069" cy="3849834"/>
          </a:xfrm>
          <a:custGeom>
            <a:avLst/>
            <a:gdLst/>
            <a:ahLst/>
            <a:cxnLst/>
            <a:rect l="l" t="t" r="r" b="b"/>
            <a:pathLst>
              <a:path w="16106137" h="7699667">
                <a:moveTo>
                  <a:pt x="0" y="0"/>
                </a:moveTo>
                <a:lnTo>
                  <a:pt x="16106137" y="0"/>
                </a:lnTo>
                <a:lnTo>
                  <a:pt x="16106137" y="7699667"/>
                </a:lnTo>
                <a:lnTo>
                  <a:pt x="0" y="769966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VN" sz="700"/>
          </a:p>
        </p:txBody>
      </p:sp>
      <p:sp>
        <p:nvSpPr>
          <p:cNvPr id="4" name="Freeform 4"/>
          <p:cNvSpPr/>
          <p:nvPr/>
        </p:nvSpPr>
        <p:spPr>
          <a:xfrm>
            <a:off x="8139051" y="-13716"/>
            <a:ext cx="1255124" cy="1581250"/>
          </a:xfrm>
          <a:custGeom>
            <a:avLst/>
            <a:gdLst/>
            <a:ahLst/>
            <a:cxnLst/>
            <a:rect l="l" t="t" r="r" b="b"/>
            <a:pathLst>
              <a:path w="2510247" h="3162500">
                <a:moveTo>
                  <a:pt x="0" y="0"/>
                </a:moveTo>
                <a:lnTo>
                  <a:pt x="2510247" y="0"/>
                </a:lnTo>
                <a:lnTo>
                  <a:pt x="2510247" y="3162500"/>
                </a:lnTo>
                <a:lnTo>
                  <a:pt x="0" y="31625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VN" sz="700"/>
          </a:p>
        </p:txBody>
      </p:sp>
      <p:sp>
        <p:nvSpPr>
          <p:cNvPr id="5" name="Freeform 5"/>
          <p:cNvSpPr/>
          <p:nvPr/>
        </p:nvSpPr>
        <p:spPr>
          <a:xfrm>
            <a:off x="-2190384" y="-330770"/>
            <a:ext cx="3561707" cy="5480433"/>
          </a:xfrm>
          <a:custGeom>
            <a:avLst/>
            <a:gdLst/>
            <a:ahLst/>
            <a:cxnLst/>
            <a:rect l="l" t="t" r="r" b="b"/>
            <a:pathLst>
              <a:path w="7123414" h="10960865">
                <a:moveTo>
                  <a:pt x="0" y="0"/>
                </a:moveTo>
                <a:lnTo>
                  <a:pt x="7123415" y="0"/>
                </a:lnTo>
                <a:lnTo>
                  <a:pt x="7123415" y="10960865"/>
                </a:lnTo>
                <a:lnTo>
                  <a:pt x="0" y="1096086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VN" sz="700"/>
          </a:p>
        </p:txBody>
      </p:sp>
      <p:sp>
        <p:nvSpPr>
          <p:cNvPr id="6" name="Freeform 6"/>
          <p:cNvSpPr/>
          <p:nvPr/>
        </p:nvSpPr>
        <p:spPr>
          <a:xfrm>
            <a:off x="4365313" y="169036"/>
            <a:ext cx="702669" cy="375623"/>
          </a:xfrm>
          <a:custGeom>
            <a:avLst/>
            <a:gdLst/>
            <a:ahLst/>
            <a:cxnLst/>
            <a:rect l="l" t="t" r="r" b="b"/>
            <a:pathLst>
              <a:path w="1405338" h="751246">
                <a:moveTo>
                  <a:pt x="0" y="0"/>
                </a:moveTo>
                <a:lnTo>
                  <a:pt x="1405337" y="0"/>
                </a:lnTo>
                <a:lnTo>
                  <a:pt x="1405337" y="751246"/>
                </a:lnTo>
                <a:lnTo>
                  <a:pt x="0" y="751246"/>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VN" sz="700"/>
          </a:p>
        </p:txBody>
      </p:sp>
      <p:sp>
        <p:nvSpPr>
          <p:cNvPr id="7" name="Freeform 7"/>
          <p:cNvSpPr/>
          <p:nvPr/>
        </p:nvSpPr>
        <p:spPr>
          <a:xfrm>
            <a:off x="-326817" y="3261808"/>
            <a:ext cx="1690431" cy="1289266"/>
          </a:xfrm>
          <a:custGeom>
            <a:avLst/>
            <a:gdLst/>
            <a:ahLst/>
            <a:cxnLst/>
            <a:rect l="l" t="t" r="r" b="b"/>
            <a:pathLst>
              <a:path w="3380861" h="2578532">
                <a:moveTo>
                  <a:pt x="0" y="0"/>
                </a:moveTo>
                <a:lnTo>
                  <a:pt x="3380861" y="0"/>
                </a:lnTo>
                <a:lnTo>
                  <a:pt x="3380861" y="2578532"/>
                </a:lnTo>
                <a:lnTo>
                  <a:pt x="0" y="2578532"/>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VN" sz="700"/>
          </a:p>
        </p:txBody>
      </p:sp>
      <p:sp>
        <p:nvSpPr>
          <p:cNvPr id="9" name="Freeform 9"/>
          <p:cNvSpPr/>
          <p:nvPr/>
        </p:nvSpPr>
        <p:spPr>
          <a:xfrm>
            <a:off x="-1037782" y="-905390"/>
            <a:ext cx="9621574" cy="1796992"/>
          </a:xfrm>
          <a:custGeom>
            <a:avLst/>
            <a:gdLst/>
            <a:ahLst/>
            <a:cxnLst/>
            <a:rect l="l" t="t" r="r" b="b"/>
            <a:pathLst>
              <a:path w="19243148" h="3593983">
                <a:moveTo>
                  <a:pt x="0" y="0"/>
                </a:moveTo>
                <a:lnTo>
                  <a:pt x="19243148" y="0"/>
                </a:lnTo>
                <a:lnTo>
                  <a:pt x="19243148" y="3593983"/>
                </a:lnTo>
                <a:lnTo>
                  <a:pt x="0" y="3593983"/>
                </a:lnTo>
                <a:lnTo>
                  <a:pt x="0" y="0"/>
                </a:lnTo>
                <a:close/>
              </a:path>
            </a:pathLst>
          </a:custGeom>
          <a:blipFill>
            <a:blip r:embed="rId3">
              <a:extLst>
                <a:ext uri="{96DAC541-7B7A-43D3-8B79-37D633B846F1}">
                  <asvg:svgBlip xmlns:asvg="http://schemas.microsoft.com/office/drawing/2016/SVG/main" r:embed="rId15"/>
                </a:ext>
              </a:extLst>
            </a:blip>
            <a:stretch>
              <a:fillRect/>
            </a:stretch>
          </a:blipFill>
        </p:spPr>
        <p:txBody>
          <a:bodyPr/>
          <a:lstStyle/>
          <a:p>
            <a:endParaRPr lang="en-VN" sz="700"/>
          </a:p>
        </p:txBody>
      </p:sp>
      <p:sp>
        <p:nvSpPr>
          <p:cNvPr id="10" name="Freeform 10"/>
          <p:cNvSpPr/>
          <p:nvPr/>
        </p:nvSpPr>
        <p:spPr>
          <a:xfrm>
            <a:off x="-1538759" y="2537365"/>
            <a:ext cx="8053069" cy="3849834"/>
          </a:xfrm>
          <a:custGeom>
            <a:avLst/>
            <a:gdLst/>
            <a:ahLst/>
            <a:cxnLst/>
            <a:rect l="l" t="t" r="r" b="b"/>
            <a:pathLst>
              <a:path w="16106137" h="7699667">
                <a:moveTo>
                  <a:pt x="0" y="0"/>
                </a:moveTo>
                <a:lnTo>
                  <a:pt x="16106137" y="0"/>
                </a:lnTo>
                <a:lnTo>
                  <a:pt x="16106137" y="7699667"/>
                </a:lnTo>
                <a:lnTo>
                  <a:pt x="0" y="7699667"/>
                </a:lnTo>
                <a:lnTo>
                  <a:pt x="0" y="0"/>
                </a:lnTo>
                <a:close/>
              </a:path>
            </a:pathLst>
          </a:custGeom>
          <a:blipFill>
            <a:blip r:embed="rId5">
              <a:extLst>
                <a:ext uri="{96DAC541-7B7A-43D3-8B79-37D633B846F1}">
                  <asvg:svgBlip xmlns:asvg="http://schemas.microsoft.com/office/drawing/2016/SVG/main" r:embed="rId16"/>
                </a:ext>
              </a:extLst>
            </a:blip>
            <a:stretch>
              <a:fillRect/>
            </a:stretch>
          </a:blipFill>
        </p:spPr>
        <p:txBody>
          <a:bodyPr/>
          <a:lstStyle/>
          <a:p>
            <a:endParaRPr lang="en-VN" sz="700"/>
          </a:p>
        </p:txBody>
      </p:sp>
      <p:sp>
        <p:nvSpPr>
          <p:cNvPr id="11" name="Freeform 11"/>
          <p:cNvSpPr/>
          <p:nvPr/>
        </p:nvSpPr>
        <p:spPr>
          <a:xfrm>
            <a:off x="8139051" y="-13716"/>
            <a:ext cx="1255124" cy="1581250"/>
          </a:xfrm>
          <a:custGeom>
            <a:avLst/>
            <a:gdLst/>
            <a:ahLst/>
            <a:cxnLst/>
            <a:rect l="l" t="t" r="r" b="b"/>
            <a:pathLst>
              <a:path w="2510247" h="3162500">
                <a:moveTo>
                  <a:pt x="0" y="0"/>
                </a:moveTo>
                <a:lnTo>
                  <a:pt x="2510247" y="0"/>
                </a:lnTo>
                <a:lnTo>
                  <a:pt x="2510247" y="3162500"/>
                </a:lnTo>
                <a:lnTo>
                  <a:pt x="0" y="3162500"/>
                </a:lnTo>
                <a:lnTo>
                  <a:pt x="0" y="0"/>
                </a:lnTo>
                <a:close/>
              </a:path>
            </a:pathLst>
          </a:custGeom>
          <a:blipFill>
            <a:blip r:embed="rId7">
              <a:extLst>
                <a:ext uri="{96DAC541-7B7A-43D3-8B79-37D633B846F1}">
                  <asvg:svgBlip xmlns:asvg="http://schemas.microsoft.com/office/drawing/2016/SVG/main" r:embed="rId17"/>
                </a:ext>
              </a:extLst>
            </a:blip>
            <a:stretch>
              <a:fillRect/>
            </a:stretch>
          </a:blipFill>
        </p:spPr>
        <p:txBody>
          <a:bodyPr/>
          <a:lstStyle/>
          <a:p>
            <a:endParaRPr lang="en-VN" sz="700"/>
          </a:p>
        </p:txBody>
      </p:sp>
      <p:sp>
        <p:nvSpPr>
          <p:cNvPr id="12" name="Freeform 12"/>
          <p:cNvSpPr/>
          <p:nvPr/>
        </p:nvSpPr>
        <p:spPr>
          <a:xfrm>
            <a:off x="-2190384" y="-330770"/>
            <a:ext cx="3561707" cy="5480433"/>
          </a:xfrm>
          <a:custGeom>
            <a:avLst/>
            <a:gdLst/>
            <a:ahLst/>
            <a:cxnLst/>
            <a:rect l="l" t="t" r="r" b="b"/>
            <a:pathLst>
              <a:path w="7123414" h="10960865">
                <a:moveTo>
                  <a:pt x="0" y="0"/>
                </a:moveTo>
                <a:lnTo>
                  <a:pt x="7123415" y="0"/>
                </a:lnTo>
                <a:lnTo>
                  <a:pt x="7123415" y="10960865"/>
                </a:lnTo>
                <a:lnTo>
                  <a:pt x="0" y="10960865"/>
                </a:lnTo>
                <a:lnTo>
                  <a:pt x="0" y="0"/>
                </a:lnTo>
                <a:close/>
              </a:path>
            </a:pathLst>
          </a:custGeom>
          <a:blipFill>
            <a:blip r:embed="rId9">
              <a:extLst>
                <a:ext uri="{96DAC541-7B7A-43D3-8B79-37D633B846F1}">
                  <asvg:svgBlip xmlns:asvg="http://schemas.microsoft.com/office/drawing/2016/SVG/main" r:embed="rId18"/>
                </a:ext>
              </a:extLst>
            </a:blip>
            <a:stretch>
              <a:fillRect/>
            </a:stretch>
          </a:blipFill>
        </p:spPr>
        <p:txBody>
          <a:bodyPr/>
          <a:lstStyle/>
          <a:p>
            <a:endParaRPr lang="en-VN" sz="700"/>
          </a:p>
        </p:txBody>
      </p:sp>
      <p:sp>
        <p:nvSpPr>
          <p:cNvPr id="13" name="Freeform 13"/>
          <p:cNvSpPr/>
          <p:nvPr/>
        </p:nvSpPr>
        <p:spPr>
          <a:xfrm>
            <a:off x="4365313" y="169036"/>
            <a:ext cx="702669" cy="375623"/>
          </a:xfrm>
          <a:custGeom>
            <a:avLst/>
            <a:gdLst/>
            <a:ahLst/>
            <a:cxnLst/>
            <a:rect l="l" t="t" r="r" b="b"/>
            <a:pathLst>
              <a:path w="1405338" h="751246">
                <a:moveTo>
                  <a:pt x="0" y="0"/>
                </a:moveTo>
                <a:lnTo>
                  <a:pt x="1405337" y="0"/>
                </a:lnTo>
                <a:lnTo>
                  <a:pt x="1405337" y="751246"/>
                </a:lnTo>
                <a:lnTo>
                  <a:pt x="0" y="751246"/>
                </a:lnTo>
                <a:lnTo>
                  <a:pt x="0" y="0"/>
                </a:lnTo>
                <a:close/>
              </a:path>
            </a:pathLst>
          </a:custGeom>
          <a:blipFill>
            <a:blip r:embed="rId11">
              <a:extLst>
                <a:ext uri="{96DAC541-7B7A-43D3-8B79-37D633B846F1}">
                  <asvg:svgBlip xmlns:asvg="http://schemas.microsoft.com/office/drawing/2016/SVG/main" r:embed="rId19"/>
                </a:ext>
              </a:extLst>
            </a:blip>
            <a:stretch>
              <a:fillRect/>
            </a:stretch>
          </a:blipFill>
        </p:spPr>
        <p:txBody>
          <a:bodyPr/>
          <a:lstStyle/>
          <a:p>
            <a:endParaRPr lang="en-VN" sz="700"/>
          </a:p>
        </p:txBody>
      </p:sp>
      <p:sp>
        <p:nvSpPr>
          <p:cNvPr id="14" name="Freeform 14"/>
          <p:cNvSpPr/>
          <p:nvPr/>
        </p:nvSpPr>
        <p:spPr>
          <a:xfrm>
            <a:off x="-326817" y="3261808"/>
            <a:ext cx="1690431" cy="1289266"/>
          </a:xfrm>
          <a:custGeom>
            <a:avLst/>
            <a:gdLst/>
            <a:ahLst/>
            <a:cxnLst/>
            <a:rect l="l" t="t" r="r" b="b"/>
            <a:pathLst>
              <a:path w="3380861" h="2578532">
                <a:moveTo>
                  <a:pt x="0" y="0"/>
                </a:moveTo>
                <a:lnTo>
                  <a:pt x="3380861" y="0"/>
                </a:lnTo>
                <a:lnTo>
                  <a:pt x="3380861" y="2578532"/>
                </a:lnTo>
                <a:lnTo>
                  <a:pt x="0" y="2578532"/>
                </a:lnTo>
                <a:lnTo>
                  <a:pt x="0" y="0"/>
                </a:lnTo>
                <a:close/>
              </a:path>
            </a:pathLst>
          </a:custGeom>
          <a:blipFill>
            <a:blip r:embed="rId13">
              <a:extLst>
                <a:ext uri="{96DAC541-7B7A-43D3-8B79-37D633B846F1}">
                  <asvg:svgBlip xmlns:asvg="http://schemas.microsoft.com/office/drawing/2016/SVG/main" r:embed="rId20"/>
                </a:ext>
              </a:extLst>
            </a:blip>
            <a:stretch>
              <a:fillRect/>
            </a:stretch>
          </a:blipFill>
        </p:spPr>
        <p:txBody>
          <a:bodyPr/>
          <a:lstStyle/>
          <a:p>
            <a:endParaRPr lang="en-VN" sz="700"/>
          </a:p>
        </p:txBody>
      </p:sp>
      <p:sp>
        <p:nvSpPr>
          <p:cNvPr id="16" name="Freeform 16"/>
          <p:cNvSpPr/>
          <p:nvPr/>
        </p:nvSpPr>
        <p:spPr>
          <a:xfrm>
            <a:off x="1560573" y="584871"/>
            <a:ext cx="6312147" cy="3724167"/>
          </a:xfrm>
          <a:custGeom>
            <a:avLst/>
            <a:gdLst/>
            <a:ahLst/>
            <a:cxnLst/>
            <a:rect l="l" t="t" r="r" b="b"/>
            <a:pathLst>
              <a:path w="10902849" h="6432681">
                <a:moveTo>
                  <a:pt x="0" y="0"/>
                </a:moveTo>
                <a:lnTo>
                  <a:pt x="10902850" y="0"/>
                </a:lnTo>
                <a:lnTo>
                  <a:pt x="10902850" y="6432680"/>
                </a:lnTo>
                <a:lnTo>
                  <a:pt x="0" y="6432680"/>
                </a:lnTo>
                <a:lnTo>
                  <a:pt x="0" y="0"/>
                </a:lnTo>
                <a:close/>
              </a:path>
            </a:pathLst>
          </a:custGeom>
          <a:blipFill>
            <a:blip r:embed="rId21">
              <a:extLst>
                <a:ext uri="{96DAC541-7B7A-43D3-8B79-37D633B846F1}">
                  <asvg:svgBlip xmlns:asvg="http://schemas.microsoft.com/office/drawing/2016/SVG/main" r:embed="rId22"/>
                </a:ext>
              </a:extLst>
            </a:blip>
            <a:stretch>
              <a:fillRect/>
            </a:stretch>
          </a:blipFill>
        </p:spPr>
        <p:txBody>
          <a:bodyPr/>
          <a:lstStyle/>
          <a:p>
            <a:endParaRPr lang="en-VN" sz="700"/>
          </a:p>
        </p:txBody>
      </p:sp>
      <p:pic>
        <p:nvPicPr>
          <p:cNvPr id="17" name="Picture 16">
            <a:extLst>
              <a:ext uri="{FF2B5EF4-FFF2-40B4-BE49-F238E27FC236}">
                <a16:creationId xmlns:a16="http://schemas.microsoft.com/office/drawing/2014/main" id="{F11B6B24-8B31-49AC-2517-847155D62BA3}"/>
              </a:ext>
            </a:extLst>
          </p:cNvPr>
          <p:cNvPicPr>
            <a:picLocks noChangeAspect="1"/>
          </p:cNvPicPr>
          <p:nvPr/>
        </p:nvPicPr>
        <p:blipFill>
          <a:blip r:embed="rId23" cstate="hqprint">
            <a:extLst>
              <a:ext uri="{28A0092B-C50C-407E-A947-70E740481C1C}">
                <a14:useLocalDpi xmlns:a14="http://schemas.microsoft.com/office/drawing/2010/main" val="0"/>
              </a:ext>
            </a:extLst>
          </a:blip>
          <a:stretch>
            <a:fillRect/>
          </a:stretch>
        </p:blipFill>
        <p:spPr>
          <a:xfrm>
            <a:off x="7477845" y="-662291"/>
            <a:ext cx="1869251" cy="2643020"/>
          </a:xfrm>
          <a:prstGeom prst="rect">
            <a:avLst/>
          </a:prstGeom>
        </p:spPr>
      </p:pic>
      <p:sp>
        <p:nvSpPr>
          <p:cNvPr id="15" name="TextBox 14">
            <a:extLst>
              <a:ext uri="{FF2B5EF4-FFF2-40B4-BE49-F238E27FC236}">
                <a16:creationId xmlns:a16="http://schemas.microsoft.com/office/drawing/2014/main" id="{9C941957-C47A-757A-DFFC-00D5E279C62F}"/>
              </a:ext>
            </a:extLst>
          </p:cNvPr>
          <p:cNvSpPr txBox="1"/>
          <p:nvPr/>
        </p:nvSpPr>
        <p:spPr>
          <a:xfrm>
            <a:off x="596825" y="4317605"/>
            <a:ext cx="7059223" cy="338554"/>
          </a:xfrm>
          <a:prstGeom prst="rect">
            <a:avLst/>
          </a:prstGeom>
          <a:noFill/>
        </p:spPr>
        <p:txBody>
          <a:bodyPr wrap="square">
            <a:spAutoFit/>
          </a:bodyPr>
          <a:lstStyle/>
          <a:p>
            <a:r>
              <a:rPr lang="en-US" sz="1600" b="1">
                <a:solidFill>
                  <a:srgbClr val="E83F42"/>
                </a:solidFill>
                <a:effectLst>
                  <a:outerShdw blurRad="38100" dist="38100" dir="2700000" algn="tl">
                    <a:srgbClr val="000000">
                      <a:alpha val="43137"/>
                    </a:srgbClr>
                  </a:outerShdw>
                </a:effectLst>
              </a:rPr>
              <a:t>“Energy cannot be created or destroyed; transform yours into action.”</a:t>
            </a:r>
          </a:p>
        </p:txBody>
      </p:sp>
    </p:spTree>
  </p:cSld>
  <p:clrMapOvr>
    <a:masterClrMapping/>
  </p:clrMapOvr>
</p:sld>
</file>

<file path=ppt/theme/theme1.xml><?xml version="1.0" encoding="utf-8"?>
<a:theme xmlns:a="http://schemas.openxmlformats.org/drawingml/2006/main" name="Force, Motion, and Energy - Science - 11th Grade ">
  <a:themeElements>
    <a:clrScheme name="Simple Light">
      <a:dk1>
        <a:srgbClr val="021331"/>
      </a:dk1>
      <a:lt1>
        <a:srgbClr val="FFD521"/>
      </a:lt1>
      <a:dk2>
        <a:srgbClr val="E83F42"/>
      </a:dk2>
      <a:lt2>
        <a:srgbClr val="E3FAFF"/>
      </a:lt2>
      <a:accent1>
        <a:srgbClr val="FFFFFF"/>
      </a:accent1>
      <a:accent2>
        <a:srgbClr val="FFFFFF"/>
      </a:accent2>
      <a:accent3>
        <a:srgbClr val="FFFFFF"/>
      </a:accent3>
      <a:accent4>
        <a:srgbClr val="FFFFFF"/>
      </a:accent4>
      <a:accent5>
        <a:srgbClr val="FFFFFF"/>
      </a:accent5>
      <a:accent6>
        <a:srgbClr val="FFFFFF"/>
      </a:accent6>
      <a:hlink>
        <a:srgbClr val="0213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1319</TotalTime>
  <Words>1240</Words>
  <Application>Microsoft Office PowerPoint</Application>
  <PresentationFormat>On-screen Show (16:9)</PresentationFormat>
  <Paragraphs>109</Paragraphs>
  <Slides>23</Slides>
  <Notes>17</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Nunito Light</vt:lpstr>
      <vt:lpstr>Anaheim</vt:lpstr>
      <vt:lpstr>Albert Sans</vt:lpstr>
      <vt:lpstr>Arial</vt:lpstr>
      <vt:lpstr>DM Sans</vt:lpstr>
      <vt:lpstr>Concert One</vt:lpstr>
      <vt:lpstr>Force, Motion, and Energy - Science - 11th Grade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2: Measurement of Speed</dc:title>
  <dc:creator>admin</dc:creator>
  <cp:lastModifiedBy>tutrinh.1602@gmail.com</cp:lastModifiedBy>
  <cp:revision>79</cp:revision>
  <dcterms:modified xsi:type="dcterms:W3CDTF">2026-09-24T07:27:19Z</dcterms:modified>
</cp:coreProperties>
</file>