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Arimo" panose="020B0604020202020204" charset="0"/>
      <p:bold r:id="rId27"/>
      <p:boldItalic r:id="rId28"/>
    </p:embeddedFont>
    <p:embeddedFont>
      <p:font typeface="Forum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L4Sxy8aPmj3FVyCKetO6NylG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7E16C5-E09C-45BA-BE99-32CA8C98C2E7}">
  <a:tblStyle styleId="{497E16C5-E09C-45BA-BE99-32CA8C98C2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tcBdr/>
        <a:fill>
          <a:solidFill>
            <a:srgbClr val="FCD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C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6" name="Google Shape;266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5" name="Google Shape;305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0" name="Google Shape;330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9" name="Google Shape;349;p1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8" name="Google Shape;368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1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7" name="Google Shape;387;p1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6" name="Google Shape;406;p1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1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3" name="Google Shape;423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1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8" name="Google Shape;448;p2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2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5" name="Google Shape;465;p2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2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84" name="Google Shape;484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2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2" name="Google Shape;502;p2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p2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20" name="Google Shape;520;p2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2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9996452" y="4919555"/>
            <a:ext cx="7834348" cy="4964790"/>
          </a:xfrm>
          <a:prstGeom prst="rect">
            <a:avLst/>
          </a:prstGeom>
          <a:blipFill rotWithShape="1">
            <a:blip r:embed="rId13">
              <a:alphaModFix amt="17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.pn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10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-3313121" y="-496600"/>
            <a:ext cx="9944005" cy="2992660"/>
          </a:xfrm>
          <a:custGeom>
            <a:avLst/>
            <a:gdLst/>
            <a:ahLst/>
            <a:cxnLst/>
            <a:rect l="l" t="t" r="r" b="b"/>
            <a:pathLst>
              <a:path w="13258673" h="3990213" extrusionOk="0">
                <a:moveTo>
                  <a:pt x="1142619" y="0"/>
                </a:moveTo>
                <a:lnTo>
                  <a:pt x="13258673" y="423545"/>
                </a:lnTo>
                <a:cubicBezTo>
                  <a:pt x="13258673" y="423545"/>
                  <a:pt x="11853418" y="2066671"/>
                  <a:pt x="8761858" y="2066671"/>
                </a:cubicBezTo>
                <a:cubicBezTo>
                  <a:pt x="5673217" y="2066671"/>
                  <a:pt x="6858635" y="3990213"/>
                  <a:pt x="3427730" y="3990213"/>
                </a:cubicBezTo>
                <a:cubicBezTo>
                  <a:pt x="0" y="3990213"/>
                  <a:pt x="1142619" y="127"/>
                  <a:pt x="114261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6445590" y="136955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807615" y="-1097260"/>
            <a:ext cx="4993093" cy="2646729"/>
          </a:xfrm>
          <a:custGeom>
            <a:avLst/>
            <a:gdLst/>
            <a:ahLst/>
            <a:cxnLst/>
            <a:rect l="l" t="t" r="r" b="b"/>
            <a:pathLst>
              <a:path w="4993093" h="2646729" extrusionOk="0">
                <a:moveTo>
                  <a:pt x="0" y="0"/>
                </a:moveTo>
                <a:lnTo>
                  <a:pt x="4993094" y="0"/>
                </a:lnTo>
                <a:lnTo>
                  <a:pt x="4993094" y="2646730"/>
                </a:lnTo>
                <a:lnTo>
                  <a:pt x="0" y="2646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690145" y="13696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-974655" y="6577231"/>
            <a:ext cx="4006710" cy="3557214"/>
          </a:xfrm>
          <a:custGeom>
            <a:avLst/>
            <a:gdLst/>
            <a:ahLst/>
            <a:cxnLst/>
            <a:rect l="l" t="t" r="r" b="b"/>
            <a:pathLst>
              <a:path w="4006710" h="3557214" extrusionOk="0">
                <a:moveTo>
                  <a:pt x="0" y="0"/>
                </a:moveTo>
                <a:lnTo>
                  <a:pt x="4006710" y="0"/>
                </a:lnTo>
                <a:lnTo>
                  <a:pt x="4006710" y="3557214"/>
                </a:lnTo>
                <a:lnTo>
                  <a:pt x="0" y="3557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2213241" y="6282345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3166431" y="1907658"/>
            <a:ext cx="83439" cy="83439"/>
          </a:xfrm>
          <a:custGeom>
            <a:avLst/>
            <a:gdLst/>
            <a:ahLst/>
            <a:cxnLst/>
            <a:rect l="l" t="t" r="r" b="b"/>
            <a:pathLst>
              <a:path w="111252" h="111252" extrusionOk="0">
                <a:moveTo>
                  <a:pt x="55626" y="0"/>
                </a:moveTo>
                <a:cubicBezTo>
                  <a:pt x="24511" y="0"/>
                  <a:pt x="0" y="24511"/>
                  <a:pt x="0" y="55626"/>
                </a:cubicBezTo>
                <a:cubicBezTo>
                  <a:pt x="0" y="86741"/>
                  <a:pt x="24511" y="111252"/>
                  <a:pt x="55626" y="111252"/>
                </a:cubicBezTo>
                <a:cubicBezTo>
                  <a:pt x="84582" y="111252"/>
                  <a:pt x="111252" y="86741"/>
                  <a:pt x="111252" y="55626"/>
                </a:cubicBezTo>
                <a:cubicBezTo>
                  <a:pt x="111252" y="24511"/>
                  <a:pt x="84582" y="0"/>
                  <a:pt x="5562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3806129" y="6471522"/>
            <a:ext cx="1889400" cy="4788487"/>
          </a:xfrm>
          <a:custGeom>
            <a:avLst/>
            <a:gdLst/>
            <a:ahLst/>
            <a:cxnLst/>
            <a:rect l="l" t="t" r="r" b="b"/>
            <a:pathLst>
              <a:path w="1889400" h="4788487" extrusionOk="0">
                <a:moveTo>
                  <a:pt x="0" y="0"/>
                </a:moveTo>
                <a:lnTo>
                  <a:pt x="1889400" y="0"/>
                </a:lnTo>
                <a:lnTo>
                  <a:pt x="1889400" y="4788487"/>
                </a:lnTo>
                <a:lnTo>
                  <a:pt x="0" y="4788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 rot="578082">
            <a:off x="629135" y="1749559"/>
            <a:ext cx="2607346" cy="2566628"/>
          </a:xfrm>
          <a:custGeom>
            <a:avLst/>
            <a:gdLst/>
            <a:ahLst/>
            <a:cxnLst/>
            <a:rect l="l" t="t" r="r" b="b"/>
            <a:pathLst>
              <a:path w="2607346" h="2566628" extrusionOk="0">
                <a:moveTo>
                  <a:pt x="0" y="0"/>
                </a:moveTo>
                <a:lnTo>
                  <a:pt x="2607346" y="0"/>
                </a:lnTo>
                <a:lnTo>
                  <a:pt x="2607346" y="2566628"/>
                </a:lnTo>
                <a:lnTo>
                  <a:pt x="0" y="2566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4119595" y="7494895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271081" y="3764551"/>
            <a:ext cx="16066160" cy="171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 b="1">
                <a:solidFill>
                  <a:srgbClr val="00328E"/>
                </a:solidFill>
                <a:latin typeface="Arimo"/>
                <a:ea typeface="Arimo"/>
                <a:cs typeface="Arimo"/>
                <a:sym typeface="Arimo"/>
              </a:rPr>
              <a:t>Make Hand Sanitizer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3407862" y="571549"/>
            <a:ext cx="488013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302F2F"/>
                </a:solidFill>
                <a:latin typeface="Arimo"/>
                <a:ea typeface="Arimo"/>
                <a:cs typeface="Arimo"/>
                <a:sym typeface="Arimo"/>
              </a:rPr>
              <a:t>MATH &amp; SCIENCE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439445" y="7202449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504063" h="504063" extrusionOk="0">
                <a:moveTo>
                  <a:pt x="252730" y="0"/>
                </a:moveTo>
                <a:cubicBezTo>
                  <a:pt x="113411" y="0"/>
                  <a:pt x="0" y="113411"/>
                  <a:pt x="0" y="252730"/>
                </a:cubicBezTo>
                <a:cubicBezTo>
                  <a:pt x="0" y="390398"/>
                  <a:pt x="113411" y="504063"/>
                  <a:pt x="252730" y="504063"/>
                </a:cubicBezTo>
                <a:cubicBezTo>
                  <a:pt x="392049" y="504063"/>
                  <a:pt x="504063" y="390398"/>
                  <a:pt x="504063" y="252730"/>
                </a:cubicBezTo>
                <a:cubicBezTo>
                  <a:pt x="504063" y="113411"/>
                  <a:pt x="391922" y="0"/>
                  <a:pt x="25273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6712354" y="858370"/>
            <a:ext cx="1705656" cy="1682657"/>
          </a:xfrm>
          <a:custGeom>
            <a:avLst/>
            <a:gdLst/>
            <a:ahLst/>
            <a:cxnLst/>
            <a:rect l="l" t="t" r="r" b="b"/>
            <a:pathLst>
              <a:path w="1705656" h="1682657" extrusionOk="0">
                <a:moveTo>
                  <a:pt x="0" y="0"/>
                </a:moveTo>
                <a:lnTo>
                  <a:pt x="1705656" y="0"/>
                </a:lnTo>
                <a:lnTo>
                  <a:pt x="1705656" y="1682657"/>
                </a:lnTo>
                <a:lnTo>
                  <a:pt x="0" y="1682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-812731" y="3018763"/>
            <a:ext cx="1805731" cy="1805679"/>
          </a:xfrm>
          <a:custGeom>
            <a:avLst/>
            <a:gdLst/>
            <a:ahLst/>
            <a:cxnLst/>
            <a:rect l="l" t="t" r="r" b="b"/>
            <a:pathLst>
              <a:path w="1805731" h="1805679" extrusionOk="0">
                <a:moveTo>
                  <a:pt x="0" y="0"/>
                </a:moveTo>
                <a:lnTo>
                  <a:pt x="1805732" y="0"/>
                </a:lnTo>
                <a:lnTo>
                  <a:pt x="1805732" y="1805678"/>
                </a:lnTo>
                <a:lnTo>
                  <a:pt x="0" y="18056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5766336" y="2332636"/>
            <a:ext cx="1905095" cy="1905095"/>
          </a:xfrm>
          <a:custGeom>
            <a:avLst/>
            <a:gdLst/>
            <a:ahLst/>
            <a:cxnLst/>
            <a:rect l="l" t="t" r="r" b="b"/>
            <a:pathLst>
              <a:path w="2540127" h="2540127" extrusionOk="0">
                <a:moveTo>
                  <a:pt x="1273683" y="0"/>
                </a:moveTo>
                <a:cubicBezTo>
                  <a:pt x="571881" y="0"/>
                  <a:pt x="0" y="571881"/>
                  <a:pt x="0" y="1273683"/>
                </a:cubicBezTo>
                <a:cubicBezTo>
                  <a:pt x="0" y="1967865"/>
                  <a:pt x="571881" y="2540127"/>
                  <a:pt x="1273683" y="2540127"/>
                </a:cubicBezTo>
                <a:cubicBezTo>
                  <a:pt x="1975485" y="2540127"/>
                  <a:pt x="2540127" y="1967865"/>
                  <a:pt x="2540127" y="1273683"/>
                </a:cubicBezTo>
                <a:cubicBezTo>
                  <a:pt x="2540127" y="571881"/>
                  <a:pt x="1975485" y="0"/>
                  <a:pt x="1273683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984293" y="3771900"/>
            <a:ext cx="6319413" cy="131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1">
                <a:solidFill>
                  <a:srgbClr val="00328E"/>
                </a:solidFill>
                <a:latin typeface="Arimo"/>
                <a:ea typeface="Arimo"/>
                <a:cs typeface="Arimo"/>
                <a:sym typeface="Arimo"/>
              </a:rPr>
              <a:t>Warm-up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 rot="10800000">
            <a:off x="-786622" y="7117917"/>
            <a:ext cx="4426172" cy="3487483"/>
          </a:xfrm>
          <a:custGeom>
            <a:avLst/>
            <a:gdLst/>
            <a:ahLst/>
            <a:cxnLst/>
            <a:rect l="l" t="t" r="r" b="b"/>
            <a:pathLst>
              <a:path w="5901563" h="4649978" extrusionOk="0">
                <a:moveTo>
                  <a:pt x="5901563" y="0"/>
                </a:moveTo>
                <a:lnTo>
                  <a:pt x="0" y="157226"/>
                </a:lnTo>
                <a:cubicBezTo>
                  <a:pt x="0" y="157226"/>
                  <a:pt x="985393" y="2338324"/>
                  <a:pt x="2326894" y="2371217"/>
                </a:cubicBezTo>
                <a:cubicBezTo>
                  <a:pt x="3669792" y="2406777"/>
                  <a:pt x="5426075" y="3099054"/>
                  <a:pt x="5901436" y="4649978"/>
                </a:cubicBezTo>
                <a:lnTo>
                  <a:pt x="5901436" y="0"/>
                </a:ln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683812" y="8834434"/>
            <a:ext cx="1800789" cy="2302382"/>
          </a:xfrm>
          <a:custGeom>
            <a:avLst/>
            <a:gdLst/>
            <a:ahLst/>
            <a:cxnLst/>
            <a:rect l="l" t="t" r="r" b="b"/>
            <a:pathLst>
              <a:path w="1800789" h="2302382" extrusionOk="0">
                <a:moveTo>
                  <a:pt x="0" y="0"/>
                </a:moveTo>
                <a:lnTo>
                  <a:pt x="1800790" y="0"/>
                </a:lnTo>
                <a:lnTo>
                  <a:pt x="1800790" y="2302382"/>
                </a:lnTo>
                <a:lnTo>
                  <a:pt x="0" y="2302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763688" y="8843454"/>
            <a:ext cx="1321704" cy="1707080"/>
          </a:xfrm>
          <a:custGeom>
            <a:avLst/>
            <a:gdLst/>
            <a:ahLst/>
            <a:cxnLst/>
            <a:rect l="l" t="t" r="r" b="b"/>
            <a:pathLst>
              <a:path w="1321704" h="1707080" extrusionOk="0">
                <a:moveTo>
                  <a:pt x="0" y="0"/>
                </a:moveTo>
                <a:lnTo>
                  <a:pt x="1321704" y="0"/>
                </a:lnTo>
                <a:lnTo>
                  <a:pt x="1321704" y="1707080"/>
                </a:lnTo>
                <a:lnTo>
                  <a:pt x="0" y="1707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 rot="10800000">
            <a:off x="12517934" y="-921459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 rot="10800000">
            <a:off x="-2350752" y="8025660"/>
            <a:ext cx="9944005" cy="2992660"/>
          </a:xfrm>
          <a:custGeom>
            <a:avLst/>
            <a:gdLst/>
            <a:ahLst/>
            <a:cxnLst/>
            <a:rect l="l" t="t" r="r" b="b"/>
            <a:pathLst>
              <a:path w="13258673" h="3990213" extrusionOk="0">
                <a:moveTo>
                  <a:pt x="12116054" y="0"/>
                </a:moveTo>
                <a:lnTo>
                  <a:pt x="0" y="423545"/>
                </a:lnTo>
                <a:cubicBezTo>
                  <a:pt x="0" y="423545"/>
                  <a:pt x="1405255" y="2066671"/>
                  <a:pt x="4496816" y="2066671"/>
                </a:cubicBezTo>
                <a:cubicBezTo>
                  <a:pt x="7585456" y="2066671"/>
                  <a:pt x="6400038" y="3990213"/>
                  <a:pt x="9830943" y="3990213"/>
                </a:cubicBezTo>
                <a:cubicBezTo>
                  <a:pt x="13258673" y="3990213"/>
                  <a:pt x="12116054" y="127"/>
                  <a:pt x="1211605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-2040300" y="3524243"/>
            <a:ext cx="4252993" cy="2988575"/>
          </a:xfrm>
          <a:custGeom>
            <a:avLst/>
            <a:gdLst/>
            <a:ahLst/>
            <a:cxnLst/>
            <a:rect l="l" t="t" r="r" b="b"/>
            <a:pathLst>
              <a:path w="4252993" h="2988575" extrusionOk="0">
                <a:moveTo>
                  <a:pt x="0" y="0"/>
                </a:moveTo>
                <a:lnTo>
                  <a:pt x="4252994" y="0"/>
                </a:lnTo>
                <a:lnTo>
                  <a:pt x="4252994" y="2988576"/>
                </a:lnTo>
                <a:lnTo>
                  <a:pt x="0" y="298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6459883" y="3725951"/>
            <a:ext cx="2115548" cy="4784726"/>
          </a:xfrm>
          <a:custGeom>
            <a:avLst/>
            <a:gdLst/>
            <a:ahLst/>
            <a:cxnLst/>
            <a:rect l="l" t="t" r="r" b="b"/>
            <a:pathLst>
              <a:path w="2115548" h="4784726" extrusionOk="0">
                <a:moveTo>
                  <a:pt x="0" y="0"/>
                </a:moveTo>
                <a:lnTo>
                  <a:pt x="2115548" y="0"/>
                </a:lnTo>
                <a:lnTo>
                  <a:pt x="2115548" y="4784726"/>
                </a:lnTo>
                <a:lnTo>
                  <a:pt x="0" y="4784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3979001" y="3419475"/>
            <a:ext cx="10329998" cy="172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1">
                <a:solidFill>
                  <a:srgbClr val="00328E"/>
                </a:solidFill>
                <a:latin typeface="Arimo"/>
                <a:ea typeface="Arimo"/>
                <a:cs typeface="Arimo"/>
                <a:sym typeface="Arimo"/>
              </a:rPr>
              <a:t>Practice time 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4263812" y="5455373"/>
            <a:ext cx="9760376" cy="119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Make Hand Sanitizer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2163495" y="74041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14609295" y="2054349"/>
            <a:ext cx="375571" cy="375571"/>
          </a:xfrm>
          <a:custGeom>
            <a:avLst/>
            <a:gdLst/>
            <a:ahLst/>
            <a:cxnLst/>
            <a:rect l="l" t="t" r="r" b="b"/>
            <a:pathLst>
              <a:path w="500761" h="500761" extrusionOk="0">
                <a:moveTo>
                  <a:pt x="251079" y="0"/>
                </a:moveTo>
                <a:cubicBezTo>
                  <a:pt x="112649" y="0"/>
                  <a:pt x="0" y="112649"/>
                  <a:pt x="0" y="251079"/>
                </a:cubicBezTo>
                <a:cubicBezTo>
                  <a:pt x="0" y="387858"/>
                  <a:pt x="112776" y="500761"/>
                  <a:pt x="251079" y="500761"/>
                </a:cubicBezTo>
                <a:cubicBezTo>
                  <a:pt x="389382" y="500761"/>
                  <a:pt x="500761" y="387985"/>
                  <a:pt x="500761" y="251079"/>
                </a:cubicBezTo>
                <a:cubicBezTo>
                  <a:pt x="500634" y="112649"/>
                  <a:pt x="389382" y="0"/>
                  <a:pt x="25107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9467433" y="-768189"/>
            <a:ext cx="2607346" cy="2566628"/>
          </a:xfrm>
          <a:custGeom>
            <a:avLst/>
            <a:gdLst/>
            <a:ahLst/>
            <a:cxnLst/>
            <a:rect l="l" t="t" r="r" b="b"/>
            <a:pathLst>
              <a:path w="2607346" h="2566628" extrusionOk="0">
                <a:moveTo>
                  <a:pt x="0" y="0"/>
                </a:moveTo>
                <a:lnTo>
                  <a:pt x="2607346" y="0"/>
                </a:lnTo>
                <a:lnTo>
                  <a:pt x="2607346" y="2566628"/>
                </a:lnTo>
                <a:lnTo>
                  <a:pt x="0" y="2566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632150" y="7909340"/>
            <a:ext cx="3694222" cy="3694222"/>
          </a:xfrm>
          <a:custGeom>
            <a:avLst/>
            <a:gdLst/>
            <a:ahLst/>
            <a:cxnLst/>
            <a:rect l="l" t="t" r="r" b="b"/>
            <a:pathLst>
              <a:path w="3694222" h="3694222" extrusionOk="0">
                <a:moveTo>
                  <a:pt x="0" y="0"/>
                </a:moveTo>
                <a:lnTo>
                  <a:pt x="3694222" y="0"/>
                </a:lnTo>
                <a:lnTo>
                  <a:pt x="3694222" y="3694222"/>
                </a:lnTo>
                <a:lnTo>
                  <a:pt x="0" y="3694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 rot="10800000">
            <a:off x="-4155307" y="-200159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115975" y="8441731"/>
            <a:ext cx="1720298" cy="2221892"/>
          </a:xfrm>
          <a:custGeom>
            <a:avLst/>
            <a:gdLst/>
            <a:ahLst/>
            <a:cxnLst/>
            <a:rect l="l" t="t" r="r" b="b"/>
            <a:pathLst>
              <a:path w="1720298" h="2221892" extrusionOk="0">
                <a:moveTo>
                  <a:pt x="0" y="0"/>
                </a:moveTo>
                <a:lnTo>
                  <a:pt x="1720298" y="0"/>
                </a:lnTo>
                <a:lnTo>
                  <a:pt x="1720298" y="2221892"/>
                </a:lnTo>
                <a:lnTo>
                  <a:pt x="0" y="2221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1421995" y="88308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3533125" y="5111598"/>
            <a:ext cx="12074849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marR="0" lvl="0" indent="-685800" algn="l" rtl="0">
              <a:lnSpc>
                <a:spcPct val="114983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6000"/>
              <a:buFont typeface="Forum"/>
              <a:buChar char="-"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Groups of 6-8</a:t>
            </a:r>
            <a:endParaRPr/>
          </a:p>
          <a:p>
            <a:pPr marL="685800" marR="0" lvl="0" indent="-685800" algn="l" rtl="0">
              <a:lnSpc>
                <a:spcPct val="114983"/>
              </a:lnSpc>
              <a:spcBef>
                <a:spcPts val="0"/>
              </a:spcBef>
              <a:spcAft>
                <a:spcPts val="0"/>
              </a:spcAft>
              <a:buClr>
                <a:srgbClr val="302F2F"/>
              </a:buClr>
              <a:buSzPts val="6000"/>
              <a:buFont typeface="Forum"/>
              <a:buChar char="-"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Each group elect a sribe and a leader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4421025" y="3022968"/>
            <a:ext cx="944595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>
                <a:solidFill>
                  <a:srgbClr val="4770E2"/>
                </a:solidFill>
                <a:latin typeface="Arimo"/>
                <a:ea typeface="Arimo"/>
                <a:cs typeface="Arimo"/>
                <a:sym typeface="Arimo"/>
              </a:rPr>
              <a:t>Activity 01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12043434" y="7564600"/>
            <a:ext cx="7135558" cy="3671316"/>
          </a:xfrm>
          <a:custGeom>
            <a:avLst/>
            <a:gdLst/>
            <a:ahLst/>
            <a:cxnLst/>
            <a:rect l="l" t="t" r="r" b="b"/>
            <a:pathLst>
              <a:path w="9514077" h="4895088" extrusionOk="0">
                <a:moveTo>
                  <a:pt x="9222994" y="0"/>
                </a:moveTo>
                <a:lnTo>
                  <a:pt x="9514077" y="4895088"/>
                </a:lnTo>
                <a:lnTo>
                  <a:pt x="1127506" y="4895088"/>
                </a:lnTo>
                <a:cubicBezTo>
                  <a:pt x="0" y="2015871"/>
                  <a:pt x="1614424" y="0"/>
                  <a:pt x="3923030" y="0"/>
                </a:cubicBezTo>
                <a:cubicBezTo>
                  <a:pt x="6231636" y="0"/>
                  <a:pt x="6439154" y="1139317"/>
                  <a:pt x="7678801" y="1139317"/>
                </a:cubicBezTo>
                <a:cubicBezTo>
                  <a:pt x="8918449" y="1139317"/>
                  <a:pt x="9222994" y="0"/>
                  <a:pt x="922299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-1229057" y="4967837"/>
            <a:ext cx="4208816" cy="4864306"/>
          </a:xfrm>
          <a:custGeom>
            <a:avLst/>
            <a:gdLst/>
            <a:ahLst/>
            <a:cxnLst/>
            <a:rect l="l" t="t" r="r" b="b"/>
            <a:pathLst>
              <a:path w="4208816" h="4864306" extrusionOk="0">
                <a:moveTo>
                  <a:pt x="0" y="0"/>
                </a:moveTo>
                <a:lnTo>
                  <a:pt x="4208816" y="0"/>
                </a:lnTo>
                <a:lnTo>
                  <a:pt x="4208816" y="4864306"/>
                </a:lnTo>
                <a:lnTo>
                  <a:pt x="0" y="486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665440" y="2498404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13927934" y="-1384397"/>
            <a:ext cx="3331366" cy="3732497"/>
          </a:xfrm>
          <a:custGeom>
            <a:avLst/>
            <a:gdLst/>
            <a:ahLst/>
            <a:cxnLst/>
            <a:rect l="l" t="t" r="r" b="b"/>
            <a:pathLst>
              <a:path w="3331366" h="3732497" extrusionOk="0">
                <a:moveTo>
                  <a:pt x="0" y="0"/>
                </a:moveTo>
                <a:lnTo>
                  <a:pt x="3331366" y="0"/>
                </a:lnTo>
                <a:lnTo>
                  <a:pt x="3331366" y="3732497"/>
                </a:lnTo>
                <a:lnTo>
                  <a:pt x="0" y="3732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5607974" y="3317722"/>
            <a:ext cx="4456173" cy="3956371"/>
          </a:xfrm>
          <a:custGeom>
            <a:avLst/>
            <a:gdLst/>
            <a:ahLst/>
            <a:cxnLst/>
            <a:rect l="l" t="t" r="r" b="b"/>
            <a:pathLst>
              <a:path w="4456173" h="3956371" extrusionOk="0">
                <a:moveTo>
                  <a:pt x="0" y="0"/>
                </a:moveTo>
                <a:lnTo>
                  <a:pt x="4456174" y="0"/>
                </a:lnTo>
                <a:lnTo>
                  <a:pt x="4456174" y="3956370"/>
                </a:lnTo>
                <a:lnTo>
                  <a:pt x="0" y="3956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2836273" y="242936"/>
            <a:ext cx="6997341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1">
                <a:solidFill>
                  <a:srgbClr val="00328E"/>
                </a:solidFill>
                <a:latin typeface="Forum"/>
                <a:ea typeface="Forum"/>
                <a:cs typeface="Forum"/>
                <a:sym typeface="Forum"/>
              </a:rPr>
              <a:t>Practice time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 rot="10800000">
            <a:off x="-3846691" y="-200159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115975" y="8441731"/>
            <a:ext cx="1720298" cy="2221892"/>
          </a:xfrm>
          <a:custGeom>
            <a:avLst/>
            <a:gdLst/>
            <a:ahLst/>
            <a:cxnLst/>
            <a:rect l="l" t="t" r="r" b="b"/>
            <a:pathLst>
              <a:path w="1720298" h="2221892" extrusionOk="0">
                <a:moveTo>
                  <a:pt x="0" y="0"/>
                </a:moveTo>
                <a:lnTo>
                  <a:pt x="1720298" y="0"/>
                </a:lnTo>
                <a:lnTo>
                  <a:pt x="1720298" y="2221892"/>
                </a:lnTo>
                <a:lnTo>
                  <a:pt x="0" y="2221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1421995" y="88308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5023736" y="4992997"/>
            <a:ext cx="8240527" cy="90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5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Discuss</a:t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4421025" y="2946498"/>
            <a:ext cx="944595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>
                <a:solidFill>
                  <a:srgbClr val="4770E2"/>
                </a:solidFill>
                <a:latin typeface="Arimo"/>
                <a:ea typeface="Arimo"/>
                <a:cs typeface="Arimo"/>
                <a:sym typeface="Arimo"/>
              </a:rPr>
              <a:t>Activity 02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2347786" y="7996469"/>
            <a:ext cx="7135558" cy="3671316"/>
          </a:xfrm>
          <a:custGeom>
            <a:avLst/>
            <a:gdLst/>
            <a:ahLst/>
            <a:cxnLst/>
            <a:rect l="l" t="t" r="r" b="b"/>
            <a:pathLst>
              <a:path w="9514077" h="4895088" extrusionOk="0">
                <a:moveTo>
                  <a:pt x="9222994" y="0"/>
                </a:moveTo>
                <a:lnTo>
                  <a:pt x="9514077" y="4895088"/>
                </a:lnTo>
                <a:lnTo>
                  <a:pt x="1127506" y="4895088"/>
                </a:lnTo>
                <a:cubicBezTo>
                  <a:pt x="0" y="2015871"/>
                  <a:pt x="1614424" y="0"/>
                  <a:pt x="3923030" y="0"/>
                </a:cubicBezTo>
                <a:cubicBezTo>
                  <a:pt x="6231636" y="0"/>
                  <a:pt x="6439154" y="1139317"/>
                  <a:pt x="7678801" y="1139317"/>
                </a:cubicBezTo>
                <a:cubicBezTo>
                  <a:pt x="8918449" y="1139317"/>
                  <a:pt x="9222994" y="0"/>
                  <a:pt x="922299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-1229057" y="4967837"/>
            <a:ext cx="4208816" cy="4864306"/>
          </a:xfrm>
          <a:custGeom>
            <a:avLst/>
            <a:gdLst/>
            <a:ahLst/>
            <a:cxnLst/>
            <a:rect l="l" t="t" r="r" b="b"/>
            <a:pathLst>
              <a:path w="4208816" h="4864306" extrusionOk="0">
                <a:moveTo>
                  <a:pt x="0" y="0"/>
                </a:moveTo>
                <a:lnTo>
                  <a:pt x="4208816" y="0"/>
                </a:lnTo>
                <a:lnTo>
                  <a:pt x="4208816" y="4864306"/>
                </a:lnTo>
                <a:lnTo>
                  <a:pt x="0" y="486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032150" y="2696259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3927934" y="-1384397"/>
            <a:ext cx="3331366" cy="3732497"/>
          </a:xfrm>
          <a:custGeom>
            <a:avLst/>
            <a:gdLst/>
            <a:ahLst/>
            <a:cxnLst/>
            <a:rect l="l" t="t" r="r" b="b"/>
            <a:pathLst>
              <a:path w="3331366" h="3732497" extrusionOk="0">
                <a:moveTo>
                  <a:pt x="0" y="0"/>
                </a:moveTo>
                <a:lnTo>
                  <a:pt x="3331366" y="0"/>
                </a:lnTo>
                <a:lnTo>
                  <a:pt x="3331366" y="3732497"/>
                </a:lnTo>
                <a:lnTo>
                  <a:pt x="0" y="3732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15607974" y="3317722"/>
            <a:ext cx="4456173" cy="3956371"/>
          </a:xfrm>
          <a:custGeom>
            <a:avLst/>
            <a:gdLst/>
            <a:ahLst/>
            <a:cxnLst/>
            <a:rect l="l" t="t" r="r" b="b"/>
            <a:pathLst>
              <a:path w="4456173" h="3956371" extrusionOk="0">
                <a:moveTo>
                  <a:pt x="0" y="0"/>
                </a:moveTo>
                <a:lnTo>
                  <a:pt x="4456174" y="0"/>
                </a:lnTo>
                <a:lnTo>
                  <a:pt x="4456174" y="3956370"/>
                </a:lnTo>
                <a:lnTo>
                  <a:pt x="0" y="3956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3195698" y="242936"/>
            <a:ext cx="6997341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1">
                <a:solidFill>
                  <a:srgbClr val="00328E"/>
                </a:solidFill>
                <a:latin typeface="Forum"/>
                <a:ea typeface="Forum"/>
                <a:cs typeface="Forum"/>
                <a:sym typeface="Forum"/>
              </a:rPr>
              <a:t>Practice time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588345" y="27410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6807895" y="60016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288554" y="9019420"/>
            <a:ext cx="1705656" cy="1682657"/>
          </a:xfrm>
          <a:custGeom>
            <a:avLst/>
            <a:gdLst/>
            <a:ahLst/>
            <a:cxnLst/>
            <a:rect l="l" t="t" r="r" b="b"/>
            <a:pathLst>
              <a:path w="1705656" h="1682657" extrusionOk="0">
                <a:moveTo>
                  <a:pt x="0" y="0"/>
                </a:moveTo>
                <a:lnTo>
                  <a:pt x="1705656" y="0"/>
                </a:lnTo>
                <a:lnTo>
                  <a:pt x="1705656" y="1682657"/>
                </a:lnTo>
                <a:lnTo>
                  <a:pt x="0" y="1682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-733454" y="7040889"/>
            <a:ext cx="1321704" cy="1707080"/>
          </a:xfrm>
          <a:custGeom>
            <a:avLst/>
            <a:gdLst/>
            <a:ahLst/>
            <a:cxnLst/>
            <a:rect l="l" t="t" r="r" b="b"/>
            <a:pathLst>
              <a:path w="1321704" h="1707080" extrusionOk="0">
                <a:moveTo>
                  <a:pt x="0" y="0"/>
                </a:moveTo>
                <a:lnTo>
                  <a:pt x="1321704" y="0"/>
                </a:lnTo>
                <a:lnTo>
                  <a:pt x="1321704" y="1707080"/>
                </a:lnTo>
                <a:lnTo>
                  <a:pt x="0" y="1707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1337166" y="3466883"/>
            <a:ext cx="15613668" cy="2492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Can you remove bacteria and viruses </a:t>
            </a:r>
            <a:endParaRPr/>
          </a:p>
          <a:p>
            <a:pPr marL="0" marR="0" lvl="0" indent="0" algn="ctr" rtl="0">
              <a:lnSpc>
                <a:spcPct val="137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from your hands without using soap?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3127641" y="7196745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 rot="10800000">
            <a:off x="-1675676" y="-409854"/>
            <a:ext cx="5408676" cy="2782729"/>
          </a:xfrm>
          <a:custGeom>
            <a:avLst/>
            <a:gdLst/>
            <a:ahLst/>
            <a:cxnLst/>
            <a:rect l="l" t="t" r="r" b="b"/>
            <a:pathLst>
              <a:path w="7211568" h="3710305" extrusionOk="0">
                <a:moveTo>
                  <a:pt x="6990842" y="0"/>
                </a:moveTo>
                <a:lnTo>
                  <a:pt x="7211568" y="3710305"/>
                </a:lnTo>
                <a:lnTo>
                  <a:pt x="854710" y="3710305"/>
                </a:lnTo>
                <a:cubicBezTo>
                  <a:pt x="0" y="1527937"/>
                  <a:pt x="1223645" y="0"/>
                  <a:pt x="2973578" y="0"/>
                </a:cubicBezTo>
                <a:cubicBezTo>
                  <a:pt x="4723511" y="0"/>
                  <a:pt x="4880737" y="863473"/>
                  <a:pt x="5820410" y="863473"/>
                </a:cubicBezTo>
                <a:cubicBezTo>
                  <a:pt x="6760083" y="863473"/>
                  <a:pt x="6990842" y="0"/>
                  <a:pt x="69908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6352151" y="101577"/>
            <a:ext cx="3540421" cy="2487812"/>
          </a:xfrm>
          <a:custGeom>
            <a:avLst/>
            <a:gdLst/>
            <a:ahLst/>
            <a:cxnLst/>
            <a:rect l="l" t="t" r="r" b="b"/>
            <a:pathLst>
              <a:path w="3540421" h="2487812" extrusionOk="0">
                <a:moveTo>
                  <a:pt x="0" y="0"/>
                </a:moveTo>
                <a:lnTo>
                  <a:pt x="3540422" y="0"/>
                </a:lnTo>
                <a:lnTo>
                  <a:pt x="3540422" y="2487812"/>
                </a:lnTo>
                <a:lnTo>
                  <a:pt x="0" y="2487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588345" y="27410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6807895" y="60016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288554" y="9019420"/>
            <a:ext cx="1705656" cy="1682657"/>
          </a:xfrm>
          <a:custGeom>
            <a:avLst/>
            <a:gdLst/>
            <a:ahLst/>
            <a:cxnLst/>
            <a:rect l="l" t="t" r="r" b="b"/>
            <a:pathLst>
              <a:path w="1705656" h="1682657" extrusionOk="0">
                <a:moveTo>
                  <a:pt x="0" y="0"/>
                </a:moveTo>
                <a:lnTo>
                  <a:pt x="1705656" y="0"/>
                </a:lnTo>
                <a:lnTo>
                  <a:pt x="1705656" y="1682657"/>
                </a:lnTo>
                <a:lnTo>
                  <a:pt x="0" y="1682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-733454" y="7040889"/>
            <a:ext cx="1321704" cy="1707080"/>
          </a:xfrm>
          <a:custGeom>
            <a:avLst/>
            <a:gdLst/>
            <a:ahLst/>
            <a:cxnLst/>
            <a:rect l="l" t="t" r="r" b="b"/>
            <a:pathLst>
              <a:path w="1321704" h="1707080" extrusionOk="0">
                <a:moveTo>
                  <a:pt x="0" y="0"/>
                </a:moveTo>
                <a:lnTo>
                  <a:pt x="1321704" y="0"/>
                </a:lnTo>
                <a:lnTo>
                  <a:pt x="1321704" y="1707080"/>
                </a:lnTo>
                <a:lnTo>
                  <a:pt x="0" y="1707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796941" y="3117247"/>
            <a:ext cx="16694118" cy="250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Can you make </a:t>
            </a:r>
            <a:endParaRPr/>
          </a:p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a disinfecting solution in place of soap?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13127641" y="7196745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 rot="10800000">
            <a:off x="-1675676" y="-409854"/>
            <a:ext cx="5408676" cy="2782729"/>
          </a:xfrm>
          <a:custGeom>
            <a:avLst/>
            <a:gdLst/>
            <a:ahLst/>
            <a:cxnLst/>
            <a:rect l="l" t="t" r="r" b="b"/>
            <a:pathLst>
              <a:path w="7211568" h="3710305" extrusionOk="0">
                <a:moveTo>
                  <a:pt x="6990842" y="0"/>
                </a:moveTo>
                <a:lnTo>
                  <a:pt x="7211568" y="3710305"/>
                </a:lnTo>
                <a:lnTo>
                  <a:pt x="854710" y="3710305"/>
                </a:lnTo>
                <a:cubicBezTo>
                  <a:pt x="0" y="1527937"/>
                  <a:pt x="1223645" y="0"/>
                  <a:pt x="2973578" y="0"/>
                </a:cubicBezTo>
                <a:cubicBezTo>
                  <a:pt x="4723511" y="0"/>
                  <a:pt x="4880737" y="863473"/>
                  <a:pt x="5820410" y="863473"/>
                </a:cubicBezTo>
                <a:cubicBezTo>
                  <a:pt x="6760083" y="863473"/>
                  <a:pt x="6990842" y="0"/>
                  <a:pt x="69908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6352151" y="101577"/>
            <a:ext cx="3540421" cy="2487812"/>
          </a:xfrm>
          <a:custGeom>
            <a:avLst/>
            <a:gdLst/>
            <a:ahLst/>
            <a:cxnLst/>
            <a:rect l="l" t="t" r="r" b="b"/>
            <a:pathLst>
              <a:path w="3540421" h="2487812" extrusionOk="0">
                <a:moveTo>
                  <a:pt x="0" y="0"/>
                </a:moveTo>
                <a:lnTo>
                  <a:pt x="3540422" y="0"/>
                </a:lnTo>
                <a:lnTo>
                  <a:pt x="3540422" y="2487812"/>
                </a:lnTo>
                <a:lnTo>
                  <a:pt x="0" y="2487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588345" y="27410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6807895" y="60016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288554" y="9019420"/>
            <a:ext cx="1705656" cy="1682657"/>
          </a:xfrm>
          <a:custGeom>
            <a:avLst/>
            <a:gdLst/>
            <a:ahLst/>
            <a:cxnLst/>
            <a:rect l="l" t="t" r="r" b="b"/>
            <a:pathLst>
              <a:path w="1705656" h="1682657" extrusionOk="0">
                <a:moveTo>
                  <a:pt x="0" y="0"/>
                </a:moveTo>
                <a:lnTo>
                  <a:pt x="1705656" y="0"/>
                </a:lnTo>
                <a:lnTo>
                  <a:pt x="1705656" y="1682657"/>
                </a:lnTo>
                <a:lnTo>
                  <a:pt x="0" y="1682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-733454" y="7040889"/>
            <a:ext cx="1321704" cy="1707080"/>
          </a:xfrm>
          <a:custGeom>
            <a:avLst/>
            <a:gdLst/>
            <a:ahLst/>
            <a:cxnLst/>
            <a:rect l="l" t="t" r="r" b="b"/>
            <a:pathLst>
              <a:path w="1321704" h="1707080" extrusionOk="0">
                <a:moveTo>
                  <a:pt x="0" y="0"/>
                </a:moveTo>
                <a:lnTo>
                  <a:pt x="1321704" y="0"/>
                </a:lnTo>
                <a:lnTo>
                  <a:pt x="1321704" y="1707080"/>
                </a:lnTo>
                <a:lnTo>
                  <a:pt x="0" y="1707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3568954" y="3441611"/>
            <a:ext cx="10774468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What is hand sanitizer? 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3127641" y="7196745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 rot="10800000">
            <a:off x="-1675676" y="-409854"/>
            <a:ext cx="5408676" cy="2782729"/>
          </a:xfrm>
          <a:custGeom>
            <a:avLst/>
            <a:gdLst/>
            <a:ahLst/>
            <a:cxnLst/>
            <a:rect l="l" t="t" r="r" b="b"/>
            <a:pathLst>
              <a:path w="7211568" h="3710305" extrusionOk="0">
                <a:moveTo>
                  <a:pt x="6990842" y="0"/>
                </a:moveTo>
                <a:lnTo>
                  <a:pt x="7211568" y="3710305"/>
                </a:lnTo>
                <a:lnTo>
                  <a:pt x="854710" y="3710305"/>
                </a:lnTo>
                <a:cubicBezTo>
                  <a:pt x="0" y="1527937"/>
                  <a:pt x="1223645" y="0"/>
                  <a:pt x="2973578" y="0"/>
                </a:cubicBezTo>
                <a:cubicBezTo>
                  <a:pt x="4723511" y="0"/>
                  <a:pt x="4880737" y="863473"/>
                  <a:pt x="5820410" y="863473"/>
                </a:cubicBezTo>
                <a:cubicBezTo>
                  <a:pt x="6760083" y="863473"/>
                  <a:pt x="6990842" y="0"/>
                  <a:pt x="69908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6352151" y="101577"/>
            <a:ext cx="3540421" cy="2487812"/>
          </a:xfrm>
          <a:custGeom>
            <a:avLst/>
            <a:gdLst/>
            <a:ahLst/>
            <a:cxnLst/>
            <a:rect l="l" t="t" r="r" b="b"/>
            <a:pathLst>
              <a:path w="3540421" h="2487812" extrusionOk="0">
                <a:moveTo>
                  <a:pt x="0" y="0"/>
                </a:moveTo>
                <a:lnTo>
                  <a:pt x="3540422" y="0"/>
                </a:lnTo>
                <a:lnTo>
                  <a:pt x="3540422" y="2487812"/>
                </a:lnTo>
                <a:lnTo>
                  <a:pt x="0" y="2487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568954" y="4758730"/>
            <a:ext cx="10774468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What is it used for? </a:t>
            </a:r>
            <a:endParaRPr/>
          </a:p>
        </p:txBody>
      </p:sp>
      <p:pic>
        <p:nvPicPr>
          <p:cNvPr id="227" name="Google Shape;227;p8" descr="Gel Rửa Tay Khô Nước Hoa Dream Chiffon Hand Sanitizer 29ml"/>
          <p:cNvPicPr preferRelativeResize="0"/>
          <p:nvPr/>
        </p:nvPicPr>
        <p:blipFill rotWithShape="1">
          <a:blip r:embed="rId6">
            <a:alphaModFix/>
          </a:blip>
          <a:srcRect l="30800" t="18000" r="34051" b="16400"/>
          <a:stretch/>
        </p:blipFill>
        <p:spPr>
          <a:xfrm>
            <a:off x="13570071" y="1584236"/>
            <a:ext cx="3347968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588345" y="27410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6807895" y="6001647"/>
            <a:ext cx="426720" cy="426720"/>
          </a:xfrm>
          <a:custGeom>
            <a:avLst/>
            <a:gdLst/>
            <a:ahLst/>
            <a:cxnLst/>
            <a:rect l="l" t="t" r="r" b="b"/>
            <a:pathLst>
              <a:path w="568960" h="568960" extrusionOk="0">
                <a:moveTo>
                  <a:pt x="285242" y="0"/>
                </a:moveTo>
                <a:cubicBezTo>
                  <a:pt x="128016" y="0"/>
                  <a:pt x="0" y="128016"/>
                  <a:pt x="0" y="285242"/>
                </a:cubicBezTo>
                <a:cubicBezTo>
                  <a:pt x="0" y="440817"/>
                  <a:pt x="128143" y="568960"/>
                  <a:pt x="285369" y="568960"/>
                </a:cubicBezTo>
                <a:cubicBezTo>
                  <a:pt x="442595" y="568960"/>
                  <a:pt x="568960" y="440817"/>
                  <a:pt x="568960" y="285242"/>
                </a:cubicBezTo>
                <a:cubicBezTo>
                  <a:pt x="568960" y="128016"/>
                  <a:pt x="442468" y="0"/>
                  <a:pt x="2852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288554" y="9019420"/>
            <a:ext cx="1705656" cy="1682657"/>
          </a:xfrm>
          <a:custGeom>
            <a:avLst/>
            <a:gdLst/>
            <a:ahLst/>
            <a:cxnLst/>
            <a:rect l="l" t="t" r="r" b="b"/>
            <a:pathLst>
              <a:path w="1705656" h="1682657" extrusionOk="0">
                <a:moveTo>
                  <a:pt x="0" y="0"/>
                </a:moveTo>
                <a:lnTo>
                  <a:pt x="1705656" y="0"/>
                </a:lnTo>
                <a:lnTo>
                  <a:pt x="1705656" y="1682657"/>
                </a:lnTo>
                <a:lnTo>
                  <a:pt x="0" y="1682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-733454" y="7040889"/>
            <a:ext cx="1321704" cy="1707080"/>
          </a:xfrm>
          <a:custGeom>
            <a:avLst/>
            <a:gdLst/>
            <a:ahLst/>
            <a:cxnLst/>
            <a:rect l="l" t="t" r="r" b="b"/>
            <a:pathLst>
              <a:path w="1321704" h="1707080" extrusionOk="0">
                <a:moveTo>
                  <a:pt x="0" y="0"/>
                </a:moveTo>
                <a:lnTo>
                  <a:pt x="1321704" y="0"/>
                </a:lnTo>
                <a:lnTo>
                  <a:pt x="1321704" y="1707080"/>
                </a:lnTo>
                <a:lnTo>
                  <a:pt x="0" y="1707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429548" y="3071117"/>
            <a:ext cx="17428905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Why do </a:t>
            </a:r>
            <a:endParaRPr/>
          </a:p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some hand sanitizers have a fragrance? 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3127641" y="7196745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 rot="10800000">
            <a:off x="-1675676" y="-409854"/>
            <a:ext cx="5408676" cy="2782729"/>
          </a:xfrm>
          <a:custGeom>
            <a:avLst/>
            <a:gdLst/>
            <a:ahLst/>
            <a:cxnLst/>
            <a:rect l="l" t="t" r="r" b="b"/>
            <a:pathLst>
              <a:path w="7211568" h="3710305" extrusionOk="0">
                <a:moveTo>
                  <a:pt x="6990842" y="0"/>
                </a:moveTo>
                <a:lnTo>
                  <a:pt x="7211568" y="3710305"/>
                </a:lnTo>
                <a:lnTo>
                  <a:pt x="854710" y="3710305"/>
                </a:lnTo>
                <a:cubicBezTo>
                  <a:pt x="0" y="1527937"/>
                  <a:pt x="1223645" y="0"/>
                  <a:pt x="2973578" y="0"/>
                </a:cubicBezTo>
                <a:cubicBezTo>
                  <a:pt x="4723511" y="0"/>
                  <a:pt x="4880737" y="863473"/>
                  <a:pt x="5820410" y="863473"/>
                </a:cubicBezTo>
                <a:cubicBezTo>
                  <a:pt x="6760083" y="863473"/>
                  <a:pt x="6990842" y="0"/>
                  <a:pt x="6990842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6352151" y="101577"/>
            <a:ext cx="3540421" cy="2487812"/>
          </a:xfrm>
          <a:custGeom>
            <a:avLst/>
            <a:gdLst/>
            <a:ahLst/>
            <a:cxnLst/>
            <a:rect l="l" t="t" r="r" b="b"/>
            <a:pathLst>
              <a:path w="3540421" h="2487812" extrusionOk="0">
                <a:moveTo>
                  <a:pt x="0" y="0"/>
                </a:moveTo>
                <a:lnTo>
                  <a:pt x="3540422" y="0"/>
                </a:lnTo>
                <a:lnTo>
                  <a:pt x="3540422" y="2487812"/>
                </a:lnTo>
                <a:lnTo>
                  <a:pt x="0" y="2487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 rot="10800000">
            <a:off x="-4283192" y="-9"/>
            <a:ext cx="7884319" cy="4147090"/>
          </a:xfrm>
          <a:custGeom>
            <a:avLst/>
            <a:gdLst/>
            <a:ahLst/>
            <a:cxnLst/>
            <a:rect l="l" t="t" r="r" b="b"/>
            <a:pathLst>
              <a:path w="10512425" h="5529453" extrusionOk="0">
                <a:moveTo>
                  <a:pt x="6646545" y="0"/>
                </a:moveTo>
                <a:cubicBezTo>
                  <a:pt x="3951224" y="0"/>
                  <a:pt x="4954270" y="2683129"/>
                  <a:pt x="2477135" y="2683129"/>
                </a:cubicBezTo>
                <a:cubicBezTo>
                  <a:pt x="0" y="2683129"/>
                  <a:pt x="595122" y="5529453"/>
                  <a:pt x="595122" y="5529453"/>
                </a:cubicBezTo>
                <a:lnTo>
                  <a:pt x="10512425" y="5529453"/>
                </a:lnTo>
                <a:cubicBezTo>
                  <a:pt x="10512425" y="2988945"/>
                  <a:pt x="9340088" y="0"/>
                  <a:pt x="6646545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115975" y="8441731"/>
            <a:ext cx="1720298" cy="2221892"/>
          </a:xfrm>
          <a:custGeom>
            <a:avLst/>
            <a:gdLst/>
            <a:ahLst/>
            <a:cxnLst/>
            <a:rect l="l" t="t" r="r" b="b"/>
            <a:pathLst>
              <a:path w="1720298" h="2221892" extrusionOk="0">
                <a:moveTo>
                  <a:pt x="0" y="0"/>
                </a:moveTo>
                <a:lnTo>
                  <a:pt x="1720298" y="0"/>
                </a:lnTo>
                <a:lnTo>
                  <a:pt x="1720298" y="2221892"/>
                </a:lnTo>
                <a:lnTo>
                  <a:pt x="0" y="2221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1421995" y="88308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4822511" y="5661526"/>
            <a:ext cx="8240527" cy="90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5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Creating products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4037818" y="3908926"/>
            <a:ext cx="944595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>
                <a:solidFill>
                  <a:srgbClr val="4770E2"/>
                </a:solidFill>
                <a:latin typeface="Arimo"/>
                <a:ea typeface="Arimo"/>
                <a:cs typeface="Arimo"/>
                <a:sym typeface="Arimo"/>
              </a:rPr>
              <a:t>Activity 03</a:t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12347786" y="7996469"/>
            <a:ext cx="7135558" cy="3671316"/>
          </a:xfrm>
          <a:custGeom>
            <a:avLst/>
            <a:gdLst/>
            <a:ahLst/>
            <a:cxnLst/>
            <a:rect l="l" t="t" r="r" b="b"/>
            <a:pathLst>
              <a:path w="9514077" h="4895088" extrusionOk="0">
                <a:moveTo>
                  <a:pt x="9222994" y="0"/>
                </a:moveTo>
                <a:lnTo>
                  <a:pt x="9514077" y="4895088"/>
                </a:lnTo>
                <a:lnTo>
                  <a:pt x="1127506" y="4895088"/>
                </a:lnTo>
                <a:cubicBezTo>
                  <a:pt x="0" y="2015871"/>
                  <a:pt x="1614424" y="0"/>
                  <a:pt x="3923030" y="0"/>
                </a:cubicBezTo>
                <a:cubicBezTo>
                  <a:pt x="6231636" y="0"/>
                  <a:pt x="6439154" y="1139317"/>
                  <a:pt x="7678801" y="1139317"/>
                </a:cubicBezTo>
                <a:cubicBezTo>
                  <a:pt x="8918449" y="1139317"/>
                  <a:pt x="9222994" y="0"/>
                  <a:pt x="922299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-1229057" y="4967837"/>
            <a:ext cx="4208816" cy="4864306"/>
          </a:xfrm>
          <a:custGeom>
            <a:avLst/>
            <a:gdLst/>
            <a:ahLst/>
            <a:cxnLst/>
            <a:rect l="l" t="t" r="r" b="b"/>
            <a:pathLst>
              <a:path w="4208816" h="4864306" extrusionOk="0">
                <a:moveTo>
                  <a:pt x="0" y="0"/>
                </a:moveTo>
                <a:lnTo>
                  <a:pt x="4208816" y="0"/>
                </a:lnTo>
                <a:lnTo>
                  <a:pt x="4208816" y="4864306"/>
                </a:lnTo>
                <a:lnTo>
                  <a:pt x="0" y="486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979854" y="234819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3927934" y="-1384397"/>
            <a:ext cx="3331366" cy="3732497"/>
          </a:xfrm>
          <a:custGeom>
            <a:avLst/>
            <a:gdLst/>
            <a:ahLst/>
            <a:cxnLst/>
            <a:rect l="l" t="t" r="r" b="b"/>
            <a:pathLst>
              <a:path w="3331366" h="3732497" extrusionOk="0">
                <a:moveTo>
                  <a:pt x="0" y="0"/>
                </a:moveTo>
                <a:lnTo>
                  <a:pt x="3331366" y="0"/>
                </a:lnTo>
                <a:lnTo>
                  <a:pt x="3331366" y="3732497"/>
                </a:lnTo>
                <a:lnTo>
                  <a:pt x="0" y="3732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5607974" y="3317722"/>
            <a:ext cx="4456173" cy="3956371"/>
          </a:xfrm>
          <a:custGeom>
            <a:avLst/>
            <a:gdLst/>
            <a:ahLst/>
            <a:cxnLst/>
            <a:rect l="l" t="t" r="r" b="b"/>
            <a:pathLst>
              <a:path w="4456173" h="3956371" extrusionOk="0">
                <a:moveTo>
                  <a:pt x="0" y="0"/>
                </a:moveTo>
                <a:lnTo>
                  <a:pt x="4456174" y="0"/>
                </a:lnTo>
                <a:lnTo>
                  <a:pt x="4456174" y="3956370"/>
                </a:lnTo>
                <a:lnTo>
                  <a:pt x="0" y="3956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2836273" y="242936"/>
            <a:ext cx="6997341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1">
                <a:solidFill>
                  <a:srgbClr val="00328E"/>
                </a:solidFill>
                <a:latin typeface="Forum"/>
                <a:ea typeface="Forum"/>
                <a:cs typeface="Forum"/>
                <a:sym typeface="Forum"/>
              </a:rPr>
              <a:t>Practice time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1036373" y="2952974"/>
            <a:ext cx="16215255" cy="500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59660" marR="0" lvl="1" indent="-114300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712"/>
              <a:buFont typeface="Calibri"/>
              <a:buAutoNum type="arabicParenR"/>
            </a:pPr>
            <a:r>
              <a:rPr lang="en-US" sz="5712" b="0" i="0" u="none" strike="noStrike" cap="none">
                <a:solidFill>
                  <a:srgbClr val="002060"/>
                </a:solidFill>
                <a:latin typeface="Forum"/>
                <a:ea typeface="Forum"/>
                <a:cs typeface="Forum"/>
                <a:sym typeface="Forum"/>
              </a:rPr>
              <a:t>Introduce the ingredients and equipments</a:t>
            </a:r>
            <a:endParaRPr/>
          </a:p>
          <a:p>
            <a:pPr marL="1759660" marR="0" lvl="1" indent="-114300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712"/>
              <a:buFont typeface="Calibri"/>
              <a:buAutoNum type="arabicParenR"/>
            </a:pPr>
            <a:r>
              <a:rPr lang="en-US" sz="5712" b="0" i="0" u="none" strike="noStrike" cap="none">
                <a:solidFill>
                  <a:srgbClr val="002060"/>
                </a:solidFill>
                <a:latin typeface="Forum"/>
                <a:ea typeface="Forum"/>
                <a:cs typeface="Forum"/>
                <a:sym typeface="Forum"/>
              </a:rPr>
              <a:t>Instruction</a:t>
            </a:r>
            <a:endParaRPr/>
          </a:p>
          <a:p>
            <a:pPr marL="1759660" marR="0" lvl="1" indent="-114300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712"/>
              <a:buFont typeface="Calibri"/>
              <a:buAutoNum type="arabicParenR"/>
            </a:pPr>
            <a:r>
              <a:rPr lang="en-US" sz="5712" b="0" i="0" u="none" strike="noStrike" cap="none">
                <a:solidFill>
                  <a:srgbClr val="002060"/>
                </a:solidFill>
                <a:latin typeface="Forum"/>
                <a:ea typeface="Forum"/>
                <a:cs typeface="Forum"/>
                <a:sym typeface="Forum"/>
              </a:rPr>
              <a:t>Make the products</a:t>
            </a:r>
            <a:endParaRPr/>
          </a:p>
          <a:p>
            <a:pPr marL="1759660" marR="0" lvl="1" indent="-114300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712"/>
              <a:buFont typeface="Calibri"/>
              <a:buAutoNum type="arabicParenR"/>
            </a:pPr>
            <a:r>
              <a:rPr lang="en-US" sz="5712" b="0" i="0" u="none" strike="noStrike" cap="none">
                <a:solidFill>
                  <a:srgbClr val="002060"/>
                </a:solidFill>
                <a:latin typeface="Forum"/>
                <a:ea typeface="Forum"/>
                <a:cs typeface="Forum"/>
                <a:sym typeface="Forum"/>
              </a:rPr>
              <a:t>Clean up</a:t>
            </a:r>
            <a:endParaRPr/>
          </a:p>
          <a:p>
            <a:pPr marL="1759660" marR="0" lvl="1" indent="-114300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712"/>
              <a:buFont typeface="Calibri"/>
              <a:buAutoNum type="arabicParenR"/>
            </a:pPr>
            <a:r>
              <a:rPr lang="en-US" sz="5712" b="0" i="0" u="none" strike="noStrike" cap="none">
                <a:solidFill>
                  <a:srgbClr val="002060"/>
                </a:solidFill>
                <a:latin typeface="Forum"/>
                <a:ea typeface="Forum"/>
                <a:cs typeface="Forum"/>
                <a:sym typeface="Forum"/>
              </a:rPr>
              <a:t>Test and evaluate the product creation process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4263812" y="1087848"/>
            <a:ext cx="9760376" cy="119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Make Hand Sanitizer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148145" y="1958470"/>
            <a:ext cx="6438018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90 degrees alcohol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419653" y="442059"/>
            <a:ext cx="7604646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1) Ingredients and equipment</a:t>
            </a:r>
            <a:endParaRPr/>
          </a:p>
        </p:txBody>
      </p:sp>
      <p:pic>
        <p:nvPicPr>
          <p:cNvPr id="297" name="Google Shape;297;p12" descr="90% Alcohol Content (500ml) | nhuycompany.com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8616" y="3309141"/>
            <a:ext cx="4992295" cy="4992295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8" name="Google Shape;298;p12"/>
          <p:cNvSpPr txBox="1"/>
          <p:nvPr/>
        </p:nvSpPr>
        <p:spPr>
          <a:xfrm>
            <a:off x="6539171" y="3615370"/>
            <a:ext cx="5029200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aloe vera gel</a:t>
            </a:r>
            <a:endParaRPr/>
          </a:p>
        </p:txBody>
      </p:sp>
      <p:pic>
        <p:nvPicPr>
          <p:cNvPr id="299" name="Google Shape;299;p12" descr="Gel dưỡng ẩm đa năng Blumei Jeju Moisture Aloe Vera Soothing Gel 97% 300m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941" y="4833414"/>
            <a:ext cx="4992295" cy="499229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0" name="Google Shape;300;p12" descr="Tinh Dầu Hoa Cỏ - Blend Essential Oi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319288" y="4229927"/>
            <a:ext cx="4992295" cy="4992295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1" name="Google Shape;301;p12"/>
          <p:cNvSpPr txBox="1"/>
          <p:nvPr/>
        </p:nvSpPr>
        <p:spPr>
          <a:xfrm>
            <a:off x="12624616" y="3045016"/>
            <a:ext cx="4567229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essential oil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419653" y="442059"/>
            <a:ext cx="7604646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1) Ingredients and equipment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3639663" y="3725156"/>
            <a:ext cx="3539382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spoon</a:t>
            </a:r>
            <a:endParaRPr/>
          </a:p>
        </p:txBody>
      </p:sp>
      <p:pic>
        <p:nvPicPr>
          <p:cNvPr id="316" name="Google Shape;316;p13" descr="Madison Table Spoon | Maxwell &amp; William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29742" y="4841011"/>
            <a:ext cx="3810000" cy="2857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/>
          <p:nvPr/>
        </p:nvSpPr>
        <p:spPr>
          <a:xfrm>
            <a:off x="-75408" y="1883051"/>
            <a:ext cx="4026859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plastic cup</a:t>
            </a:r>
            <a:endParaRPr/>
          </a:p>
        </p:txBody>
      </p:sp>
      <p:pic>
        <p:nvPicPr>
          <p:cNvPr id="318" name="Google Shape;318;p13" descr="RPET Plastic Cup 430ml - Ecological 24h delivery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371" y="3019131"/>
            <a:ext cx="3543300" cy="3543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19" name="Google Shape;319;p13" descr="Uxcell 50ml Low Form Glass Beaker, 3.3 Borosilicate Graduated Lab Measuring  Cups - Walmart.com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73381" y="2873345"/>
            <a:ext cx="3143355" cy="3143355"/>
          </a:xfrm>
          <a:prstGeom prst="ellipse">
            <a:avLst/>
          </a:prstGeom>
          <a:noFill/>
          <a:ln>
            <a:noFill/>
          </a:ln>
        </p:spPr>
      </p:pic>
      <p:sp>
        <p:nvSpPr>
          <p:cNvPr id="320" name="Google Shape;320;p13"/>
          <p:cNvSpPr txBox="1"/>
          <p:nvPr/>
        </p:nvSpPr>
        <p:spPr>
          <a:xfrm>
            <a:off x="6241250" y="1933088"/>
            <a:ext cx="6308409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measuring cup</a:t>
            </a:r>
            <a:endParaRPr/>
          </a:p>
        </p:txBody>
      </p:sp>
      <p:pic>
        <p:nvPicPr>
          <p:cNvPr id="321" name="Google Shape;321;p13" descr="Mua CHAI NHỰA NẮP BẬT 30ml-50ml-100ml CHIẾT MỸ PHẨM, DUNG DỊCH | Tiki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0023" y="7294829"/>
            <a:ext cx="2916604" cy="2916604"/>
          </a:xfrm>
          <a:prstGeom prst="ellipse">
            <a:avLst/>
          </a:prstGeom>
          <a:noFill/>
          <a:ln>
            <a:noFill/>
          </a:ln>
        </p:spPr>
      </p:pic>
      <p:sp>
        <p:nvSpPr>
          <p:cNvPr id="322" name="Google Shape;322;p13"/>
          <p:cNvSpPr txBox="1"/>
          <p:nvPr/>
        </p:nvSpPr>
        <p:spPr>
          <a:xfrm>
            <a:off x="2157480" y="8199894"/>
            <a:ext cx="464416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dropper bottle 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9958391" y="6335679"/>
            <a:ext cx="6122369" cy="1140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plastic hand gloves </a:t>
            </a:r>
            <a:endParaRPr/>
          </a:p>
        </p:txBody>
      </p:sp>
      <p:pic>
        <p:nvPicPr>
          <p:cNvPr id="324" name="Google Shape;324;p13" descr="Plastic Hand Gloves – Betterlifekart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551537" y="7314273"/>
            <a:ext cx="3357484" cy="280685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5" name="Google Shape;325;p13" descr="16 oz. Funnel - Arrow Home Products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600642" y="3464758"/>
            <a:ext cx="3357484" cy="3357484"/>
          </a:xfrm>
          <a:prstGeom prst="ellipse">
            <a:avLst/>
          </a:prstGeom>
          <a:noFill/>
          <a:ln>
            <a:noFill/>
          </a:ln>
        </p:spPr>
      </p:pic>
      <p:sp>
        <p:nvSpPr>
          <p:cNvPr id="326" name="Google Shape;326;p13"/>
          <p:cNvSpPr txBox="1"/>
          <p:nvPr/>
        </p:nvSpPr>
        <p:spPr>
          <a:xfrm>
            <a:off x="11979591" y="2451091"/>
            <a:ext cx="6308409" cy="11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funnel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7331922" y="2837320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1  </a:t>
            </a:r>
            <a:endParaRPr/>
          </a:p>
        </p:txBody>
      </p:sp>
      <p:sp>
        <p:nvSpPr>
          <p:cNvPr id="343" name="Google Shape;343;p14"/>
          <p:cNvSpPr txBox="1"/>
          <p:nvPr/>
        </p:nvSpPr>
        <p:spPr>
          <a:xfrm>
            <a:off x="1426301" y="4398412"/>
            <a:ext cx="15435398" cy="207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Add 2 cups of rubbing alcohol (</a:t>
            </a:r>
            <a:r>
              <a:rPr lang="en-US" sz="6000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50ml x 2</a:t>
            </a: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) into the plastic cup.</a:t>
            </a:r>
            <a:endParaRPr/>
          </a:p>
        </p:txBody>
      </p:sp>
      <p:sp>
        <p:nvSpPr>
          <p:cNvPr id="344" name="Google Shape;344;p14"/>
          <p:cNvSpPr txBox="1"/>
          <p:nvPr/>
        </p:nvSpPr>
        <p:spPr>
          <a:xfrm>
            <a:off x="419653" y="442059"/>
            <a:ext cx="3999947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2) Instruction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5505719" y="1264717"/>
            <a:ext cx="66351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highlight>
                  <a:srgbClr val="FFFF00"/>
                </a:highlight>
                <a:latin typeface="Forum"/>
                <a:ea typeface="Forum"/>
                <a:cs typeface="Forum"/>
                <a:sym typeface="Forum"/>
              </a:rPr>
              <a:t>100ml hand sanitizer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7331922" y="3026309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2  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1426301" y="4537743"/>
            <a:ext cx="15435398" cy="207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Add 1 cup of aloe vera gel (</a:t>
            </a:r>
            <a:r>
              <a:rPr lang="en-US" sz="6000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50ml x 1</a:t>
            </a: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). </a:t>
            </a:r>
            <a:endParaRPr/>
          </a:p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Whisk well these two substances together.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419653" y="442059"/>
            <a:ext cx="3999947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2) Instruction</a:t>
            </a:r>
            <a:endParaRPr/>
          </a:p>
        </p:txBody>
      </p:sp>
      <p:sp>
        <p:nvSpPr>
          <p:cNvPr id="364" name="Google Shape;364;p15"/>
          <p:cNvSpPr txBox="1"/>
          <p:nvPr/>
        </p:nvSpPr>
        <p:spPr>
          <a:xfrm>
            <a:off x="4800600" y="387732"/>
            <a:ext cx="1087413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highlight>
                  <a:srgbClr val="FFFF00"/>
                </a:highlight>
                <a:latin typeface="Forum"/>
                <a:ea typeface="Forum"/>
                <a:cs typeface="Forum"/>
                <a:sym typeface="Forum"/>
              </a:rPr>
              <a:t>Formula for 100ml of hand sanitizer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311606" y="5772242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 txBox="1"/>
          <p:nvPr/>
        </p:nvSpPr>
        <p:spPr>
          <a:xfrm>
            <a:off x="7331922" y="2845837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3  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659024" y="4358913"/>
            <a:ext cx="17073901" cy="102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Add 5 - 6 drops of essential oil. Continue mixing well.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419653" y="442059"/>
            <a:ext cx="3999947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3) Instruction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4800600" y="387732"/>
            <a:ext cx="1087413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highlight>
                  <a:srgbClr val="FFFF00"/>
                </a:highlight>
                <a:latin typeface="Forum"/>
                <a:ea typeface="Forum"/>
                <a:cs typeface="Forum"/>
                <a:sym typeface="Forum"/>
              </a:rPr>
              <a:t>Formula for 100ml of hand sanitizer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7844549" y="2918188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4 </a:t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669579" y="4331035"/>
            <a:ext cx="17073901" cy="207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02F2F"/>
                </a:solidFill>
                <a:latin typeface="Forum"/>
                <a:ea typeface="Forum"/>
                <a:cs typeface="Forum"/>
                <a:sym typeface="Forum"/>
              </a:rPr>
              <a:t>Pour the solution into the plastic dropper bottle and label the bottle "hand sanitizer".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419653" y="442059"/>
            <a:ext cx="3999947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3) Instruction</a:t>
            </a:r>
            <a:endParaRPr/>
          </a:p>
        </p:txBody>
      </p:sp>
      <p:sp>
        <p:nvSpPr>
          <p:cNvPr id="402" name="Google Shape;402;p17"/>
          <p:cNvSpPr txBox="1"/>
          <p:nvPr/>
        </p:nvSpPr>
        <p:spPr>
          <a:xfrm>
            <a:off x="4800600" y="387732"/>
            <a:ext cx="1087413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highlight>
                  <a:srgbClr val="FFFF00"/>
                </a:highlight>
                <a:latin typeface="Forum"/>
                <a:ea typeface="Forum"/>
                <a:cs typeface="Forum"/>
                <a:sym typeface="Forum"/>
              </a:rPr>
              <a:t>Formula for 100ml of hand sanitizer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 txBox="1"/>
          <p:nvPr/>
        </p:nvSpPr>
        <p:spPr>
          <a:xfrm>
            <a:off x="419653" y="442059"/>
            <a:ext cx="3999947" cy="830997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3) Instruction</a:t>
            </a:r>
            <a:endParaRPr/>
          </a:p>
        </p:txBody>
      </p:sp>
      <p:graphicFrame>
        <p:nvGraphicFramePr>
          <p:cNvPr id="419" name="Google Shape;419;p18"/>
          <p:cNvGraphicFramePr/>
          <p:nvPr/>
        </p:nvGraphicFramePr>
        <p:xfrm>
          <a:off x="1094203" y="20215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{497E16C5-E09C-45BA-BE99-32CA8C98C2E7}</a:tableStyleId>
              </a:tblPr>
              <a:tblGrid>
                <a:gridCol w="46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0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0">
                        <a:latin typeface="Forum"/>
                        <a:ea typeface="Forum"/>
                        <a:cs typeface="Forum"/>
                        <a:sym typeface="Forum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solidFill>
                            <a:srgbClr val="002060"/>
                          </a:solidFill>
                          <a:latin typeface="Forum"/>
                          <a:ea typeface="Forum"/>
                          <a:cs typeface="Forum"/>
                          <a:sym typeface="Forum"/>
                        </a:rPr>
                        <a:t>Group of 5-6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>
                          <a:latin typeface="Forum"/>
                          <a:ea typeface="Forum"/>
                          <a:cs typeface="Forum"/>
                          <a:sym typeface="Forum"/>
                        </a:rPr>
                        <a:t>(200ml of hand sanitizer)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6000"/>
                        <a:buFont typeface="Forum"/>
                        <a:buNone/>
                      </a:pPr>
                      <a:r>
                        <a:rPr lang="en-US" sz="6000">
                          <a:solidFill>
                            <a:srgbClr val="002060"/>
                          </a:solidFill>
                          <a:latin typeface="Forum"/>
                          <a:ea typeface="Forum"/>
                          <a:cs typeface="Forum"/>
                          <a:sym typeface="Forum"/>
                        </a:rPr>
                        <a:t>Group of 7-8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>
                          <a:latin typeface="Forum"/>
                          <a:ea typeface="Forum"/>
                          <a:cs typeface="Forum"/>
                          <a:sym typeface="Forum"/>
                        </a:rPr>
                        <a:t>(300ml of hand sanitizer)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 b="1">
                          <a:latin typeface="Forum"/>
                          <a:ea typeface="Forum"/>
                          <a:cs typeface="Forum"/>
                          <a:sym typeface="Forum"/>
                        </a:rPr>
                        <a:t>Alcohol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latin typeface="Forum"/>
                          <a:ea typeface="Forum"/>
                          <a:cs typeface="Forum"/>
                          <a:sym typeface="Forum"/>
                        </a:rPr>
                        <a:t>4 cups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latin typeface="Forum"/>
                          <a:ea typeface="Forum"/>
                          <a:cs typeface="Forum"/>
                          <a:sym typeface="Forum"/>
                        </a:rPr>
                        <a:t>6 cups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 b="1">
                          <a:latin typeface="Forum"/>
                          <a:ea typeface="Forum"/>
                          <a:cs typeface="Forum"/>
                          <a:sym typeface="Forum"/>
                        </a:rPr>
                        <a:t>Aloe vera gel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latin typeface="Forum"/>
                          <a:ea typeface="Forum"/>
                          <a:cs typeface="Forum"/>
                          <a:sym typeface="Forum"/>
                        </a:rPr>
                        <a:t>2 cups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latin typeface="Forum"/>
                          <a:ea typeface="Forum"/>
                          <a:cs typeface="Forum"/>
                          <a:sym typeface="Forum"/>
                        </a:rPr>
                        <a:t>3 cups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 b="1">
                          <a:latin typeface="Forum"/>
                          <a:ea typeface="Forum"/>
                          <a:cs typeface="Forum"/>
                          <a:sym typeface="Forum"/>
                        </a:rPr>
                        <a:t>Essential oil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latin typeface="Forum"/>
                          <a:ea typeface="Forum"/>
                          <a:cs typeface="Forum"/>
                          <a:sym typeface="Forum"/>
                        </a:rPr>
                        <a:t>5-6 drops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0">
                          <a:latin typeface="Forum"/>
                          <a:ea typeface="Forum"/>
                          <a:cs typeface="Forum"/>
                          <a:sym typeface="Forum"/>
                        </a:rPr>
                        <a:t>7-8 drops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4392546" y="5981592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9656627" y="8400706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9" y="0"/>
                </a:lnTo>
                <a:lnTo>
                  <a:pt x="3473219" y="3745909"/>
                </a:lnTo>
                <a:lnTo>
                  <a:pt x="0" y="374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13840152" y="3278610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1  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4191000" y="570041"/>
            <a:ext cx="9677907" cy="2072639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Add …drops of </a:t>
            </a:r>
            <a:r>
              <a:rPr lang="en-US" sz="4400">
                <a:solidFill>
                  <a:srgbClr val="FFFF00"/>
                </a:solidFill>
                <a:latin typeface="Forum"/>
                <a:ea typeface="Forum"/>
                <a:cs typeface="Forum"/>
                <a:sym typeface="Forum"/>
              </a:rPr>
              <a:t>essential oil</a:t>
            </a: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. Continue mixing well.</a:t>
            </a:r>
            <a:endParaRPr/>
          </a:p>
        </p:txBody>
      </p:sp>
      <p:sp>
        <p:nvSpPr>
          <p:cNvPr id="437" name="Google Shape;437;p19"/>
          <p:cNvSpPr txBox="1"/>
          <p:nvPr/>
        </p:nvSpPr>
        <p:spPr>
          <a:xfrm>
            <a:off x="4214002" y="2909531"/>
            <a:ext cx="9677907" cy="2072639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Add … cups of </a:t>
            </a:r>
            <a:r>
              <a:rPr lang="en-US" sz="4400">
                <a:solidFill>
                  <a:srgbClr val="FFFF00"/>
                </a:solidFill>
                <a:latin typeface="Forum"/>
                <a:ea typeface="Forum"/>
                <a:cs typeface="Forum"/>
                <a:sym typeface="Forum"/>
              </a:rPr>
              <a:t>rubbing alcohol </a:t>
            </a: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(50ml x ...) into the plastic cup.</a:t>
            </a:r>
            <a:endParaRPr/>
          </a:p>
        </p:txBody>
      </p:sp>
      <p:sp>
        <p:nvSpPr>
          <p:cNvPr id="438" name="Google Shape;438;p19"/>
          <p:cNvSpPr txBox="1"/>
          <p:nvPr/>
        </p:nvSpPr>
        <p:spPr>
          <a:xfrm>
            <a:off x="4214002" y="5324204"/>
            <a:ext cx="9677907" cy="2011641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Pour the solution into the plastic dropper bottle and label the bottle "hand sanitizer”.</a:t>
            </a:r>
            <a:endParaRPr/>
          </a:p>
        </p:txBody>
      </p:sp>
      <p:sp>
        <p:nvSpPr>
          <p:cNvPr id="439" name="Google Shape;439;p19"/>
          <p:cNvSpPr txBox="1"/>
          <p:nvPr/>
        </p:nvSpPr>
        <p:spPr>
          <a:xfrm>
            <a:off x="4214002" y="7741632"/>
            <a:ext cx="9677907" cy="2072639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Add … cup of </a:t>
            </a:r>
            <a:r>
              <a:rPr lang="en-US" sz="4400">
                <a:solidFill>
                  <a:srgbClr val="FFFF00"/>
                </a:solidFill>
                <a:latin typeface="Forum"/>
                <a:ea typeface="Forum"/>
                <a:cs typeface="Forum"/>
                <a:sym typeface="Forum"/>
              </a:rPr>
              <a:t>aloe vera gel </a:t>
            </a: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(50ml x …). </a:t>
            </a:r>
            <a:endParaRPr/>
          </a:p>
          <a:p>
            <a:pPr marL="0" marR="0" lvl="0" indent="0" algn="ctr" rtl="0">
              <a:lnSpc>
                <a:spcPct val="18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Whisk well these two substances together.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13840152" y="8156707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2  </a:t>
            </a:r>
            <a:endParaRPr/>
          </a:p>
        </p:txBody>
      </p:sp>
      <p:sp>
        <p:nvSpPr>
          <p:cNvPr id="441" name="Google Shape;441;p19"/>
          <p:cNvSpPr txBox="1"/>
          <p:nvPr/>
        </p:nvSpPr>
        <p:spPr>
          <a:xfrm>
            <a:off x="13840152" y="1109400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3  </a:t>
            </a:r>
            <a:endParaRPr/>
          </a:p>
        </p:txBody>
      </p:sp>
      <p:sp>
        <p:nvSpPr>
          <p:cNvPr id="442" name="Google Shape;442;p19"/>
          <p:cNvSpPr txBox="1"/>
          <p:nvPr/>
        </p:nvSpPr>
        <p:spPr>
          <a:xfrm>
            <a:off x="13828650" y="5696080"/>
            <a:ext cx="3624156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A7194"/>
                </a:solidFill>
                <a:latin typeface="Forum"/>
                <a:ea typeface="Forum"/>
                <a:cs typeface="Forum"/>
                <a:sym typeface="Forum"/>
              </a:rPr>
              <a:t>Step 4  </a:t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0" y="0"/>
            <a:ext cx="3166399" cy="4147090"/>
          </a:xfrm>
          <a:prstGeom prst="flowChartOffpageConnector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215628" y="465872"/>
            <a:ext cx="2735142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rPr>
              <a:t>Put the steps into the correct order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"/>
          <p:cNvSpPr/>
          <p:nvPr/>
        </p:nvSpPr>
        <p:spPr>
          <a:xfrm>
            <a:off x="-2820600" y="7143645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598195" y="58495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 rot="10800000">
            <a:off x="16457519" y="-899679"/>
            <a:ext cx="5408581" cy="2782729"/>
          </a:xfrm>
          <a:custGeom>
            <a:avLst/>
            <a:gdLst/>
            <a:ahLst/>
            <a:cxnLst/>
            <a:rect l="l" t="t" r="r" b="b"/>
            <a:pathLst>
              <a:path w="7211441" h="3710305" extrusionOk="0">
                <a:moveTo>
                  <a:pt x="220726" y="0"/>
                </a:moveTo>
                <a:lnTo>
                  <a:pt x="0" y="3710305"/>
                </a:lnTo>
                <a:lnTo>
                  <a:pt x="6356858" y="3710305"/>
                </a:lnTo>
                <a:cubicBezTo>
                  <a:pt x="7211441" y="1527937"/>
                  <a:pt x="5987796" y="0"/>
                  <a:pt x="4237863" y="0"/>
                </a:cubicBezTo>
                <a:cubicBezTo>
                  <a:pt x="2487930" y="0"/>
                  <a:pt x="2330704" y="863473"/>
                  <a:pt x="1391031" y="863473"/>
                </a:cubicBezTo>
                <a:cubicBezTo>
                  <a:pt x="451358" y="863473"/>
                  <a:pt x="220726" y="0"/>
                  <a:pt x="220726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17574645" y="2375499"/>
            <a:ext cx="316706" cy="316706"/>
          </a:xfrm>
          <a:custGeom>
            <a:avLst/>
            <a:gdLst/>
            <a:ahLst/>
            <a:cxnLst/>
            <a:rect l="l" t="t" r="r" b="b"/>
            <a:pathLst>
              <a:path w="422275" h="422275" extrusionOk="0">
                <a:moveTo>
                  <a:pt x="211709" y="0"/>
                </a:moveTo>
                <a:cubicBezTo>
                  <a:pt x="94996" y="0"/>
                  <a:pt x="0" y="94996"/>
                  <a:pt x="0" y="211709"/>
                </a:cubicBezTo>
                <a:cubicBezTo>
                  <a:pt x="0" y="327152"/>
                  <a:pt x="95123" y="422275"/>
                  <a:pt x="211709" y="422275"/>
                </a:cubicBezTo>
                <a:cubicBezTo>
                  <a:pt x="328295" y="422275"/>
                  <a:pt x="422275" y="327152"/>
                  <a:pt x="422275" y="211709"/>
                </a:cubicBezTo>
                <a:cubicBezTo>
                  <a:pt x="422148" y="94996"/>
                  <a:pt x="328295" y="0"/>
                  <a:pt x="21170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-1772608" y="2146908"/>
            <a:ext cx="3166399" cy="3166399"/>
          </a:xfrm>
          <a:custGeom>
            <a:avLst/>
            <a:gdLst/>
            <a:ahLst/>
            <a:cxnLst/>
            <a:rect l="l" t="t" r="r" b="b"/>
            <a:pathLst>
              <a:path w="3166399" h="3166399" extrusionOk="0">
                <a:moveTo>
                  <a:pt x="0" y="0"/>
                </a:moveTo>
                <a:lnTo>
                  <a:pt x="3166399" y="0"/>
                </a:lnTo>
                <a:lnTo>
                  <a:pt x="3166399" y="3166399"/>
                </a:lnTo>
                <a:lnTo>
                  <a:pt x="0" y="3166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16252797" y="2280380"/>
            <a:ext cx="2960256" cy="2863120"/>
          </a:xfrm>
          <a:custGeom>
            <a:avLst/>
            <a:gdLst/>
            <a:ahLst/>
            <a:cxnLst/>
            <a:rect l="l" t="t" r="r" b="b"/>
            <a:pathLst>
              <a:path w="2960256" h="2863120" extrusionOk="0">
                <a:moveTo>
                  <a:pt x="0" y="0"/>
                </a:moveTo>
                <a:lnTo>
                  <a:pt x="2960256" y="0"/>
                </a:lnTo>
                <a:lnTo>
                  <a:pt x="2960256" y="2863120"/>
                </a:lnTo>
                <a:lnTo>
                  <a:pt x="0" y="28631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14516188" y="8414045"/>
            <a:ext cx="3473219" cy="3745909"/>
          </a:xfrm>
          <a:custGeom>
            <a:avLst/>
            <a:gdLst/>
            <a:ahLst/>
            <a:cxnLst/>
            <a:rect l="l" t="t" r="r" b="b"/>
            <a:pathLst>
              <a:path w="3473219" h="3745909" extrusionOk="0">
                <a:moveTo>
                  <a:pt x="0" y="0"/>
                </a:moveTo>
                <a:lnTo>
                  <a:pt x="3473218" y="0"/>
                </a:lnTo>
                <a:lnTo>
                  <a:pt x="3473218" y="3745910"/>
                </a:lnTo>
                <a:lnTo>
                  <a:pt x="0" y="3745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 txBox="1"/>
          <p:nvPr/>
        </p:nvSpPr>
        <p:spPr>
          <a:xfrm>
            <a:off x="5498200" y="275321"/>
            <a:ext cx="7291600" cy="119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002060"/>
                </a:solidFill>
                <a:latin typeface="Forum"/>
                <a:ea typeface="Forum"/>
                <a:cs typeface="Forum"/>
                <a:sym typeface="Forum"/>
              </a:rPr>
              <a:t>Watch a video</a:t>
            </a:r>
            <a:endParaRPr/>
          </a:p>
        </p:txBody>
      </p:sp>
      <p:pic>
        <p:nvPicPr>
          <p:cNvPr id="461" name="Google Shape;461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7115" y="1714500"/>
            <a:ext cx="14500403" cy="81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"/>
          <p:cNvSpPr/>
          <p:nvPr/>
        </p:nvSpPr>
        <p:spPr>
          <a:xfrm rot="10800000">
            <a:off x="12517934" y="-921459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/>
          <p:nvPr/>
        </p:nvSpPr>
        <p:spPr>
          <a:xfrm rot="10800000">
            <a:off x="-2350752" y="8025660"/>
            <a:ext cx="9944005" cy="2992660"/>
          </a:xfrm>
          <a:custGeom>
            <a:avLst/>
            <a:gdLst/>
            <a:ahLst/>
            <a:cxnLst/>
            <a:rect l="l" t="t" r="r" b="b"/>
            <a:pathLst>
              <a:path w="13258673" h="3990213" extrusionOk="0">
                <a:moveTo>
                  <a:pt x="12116054" y="0"/>
                </a:moveTo>
                <a:lnTo>
                  <a:pt x="0" y="423545"/>
                </a:lnTo>
                <a:cubicBezTo>
                  <a:pt x="0" y="423545"/>
                  <a:pt x="1405255" y="2066671"/>
                  <a:pt x="4496816" y="2066671"/>
                </a:cubicBezTo>
                <a:cubicBezTo>
                  <a:pt x="7585456" y="2066671"/>
                  <a:pt x="6400038" y="3990213"/>
                  <a:pt x="9830943" y="3990213"/>
                </a:cubicBezTo>
                <a:cubicBezTo>
                  <a:pt x="13258673" y="3990213"/>
                  <a:pt x="12116054" y="127"/>
                  <a:pt x="1211605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-2040300" y="3524243"/>
            <a:ext cx="4252993" cy="2988575"/>
          </a:xfrm>
          <a:custGeom>
            <a:avLst/>
            <a:gdLst/>
            <a:ahLst/>
            <a:cxnLst/>
            <a:rect l="l" t="t" r="r" b="b"/>
            <a:pathLst>
              <a:path w="4252993" h="2988575" extrusionOk="0">
                <a:moveTo>
                  <a:pt x="0" y="0"/>
                </a:moveTo>
                <a:lnTo>
                  <a:pt x="4252994" y="0"/>
                </a:lnTo>
                <a:lnTo>
                  <a:pt x="4252994" y="2988576"/>
                </a:lnTo>
                <a:lnTo>
                  <a:pt x="0" y="298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16459883" y="3725951"/>
            <a:ext cx="2115548" cy="4784726"/>
          </a:xfrm>
          <a:custGeom>
            <a:avLst/>
            <a:gdLst/>
            <a:ahLst/>
            <a:cxnLst/>
            <a:rect l="l" t="t" r="r" b="b"/>
            <a:pathLst>
              <a:path w="2115548" h="4784726" extrusionOk="0">
                <a:moveTo>
                  <a:pt x="0" y="0"/>
                </a:moveTo>
                <a:lnTo>
                  <a:pt x="2115548" y="0"/>
                </a:lnTo>
                <a:lnTo>
                  <a:pt x="2115548" y="4784726"/>
                </a:lnTo>
                <a:lnTo>
                  <a:pt x="0" y="4784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2163495" y="74041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14609295" y="2054349"/>
            <a:ext cx="375571" cy="375571"/>
          </a:xfrm>
          <a:custGeom>
            <a:avLst/>
            <a:gdLst/>
            <a:ahLst/>
            <a:cxnLst/>
            <a:rect l="l" t="t" r="r" b="b"/>
            <a:pathLst>
              <a:path w="500761" h="500761" extrusionOk="0">
                <a:moveTo>
                  <a:pt x="251079" y="0"/>
                </a:moveTo>
                <a:cubicBezTo>
                  <a:pt x="112649" y="0"/>
                  <a:pt x="0" y="112649"/>
                  <a:pt x="0" y="251079"/>
                </a:cubicBezTo>
                <a:cubicBezTo>
                  <a:pt x="0" y="387858"/>
                  <a:pt x="112776" y="500761"/>
                  <a:pt x="251079" y="500761"/>
                </a:cubicBezTo>
                <a:cubicBezTo>
                  <a:pt x="389382" y="500761"/>
                  <a:pt x="500761" y="387985"/>
                  <a:pt x="500761" y="251079"/>
                </a:cubicBezTo>
                <a:cubicBezTo>
                  <a:pt x="500634" y="112649"/>
                  <a:pt x="389382" y="0"/>
                  <a:pt x="25107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9467433" y="-768189"/>
            <a:ext cx="2607346" cy="2566628"/>
          </a:xfrm>
          <a:custGeom>
            <a:avLst/>
            <a:gdLst/>
            <a:ahLst/>
            <a:cxnLst/>
            <a:rect l="l" t="t" r="r" b="b"/>
            <a:pathLst>
              <a:path w="2607346" h="2566628" extrusionOk="0">
                <a:moveTo>
                  <a:pt x="0" y="0"/>
                </a:moveTo>
                <a:lnTo>
                  <a:pt x="2607346" y="0"/>
                </a:lnTo>
                <a:lnTo>
                  <a:pt x="2607346" y="2566628"/>
                </a:lnTo>
                <a:lnTo>
                  <a:pt x="0" y="2566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1632150" y="7909340"/>
            <a:ext cx="3694222" cy="3694222"/>
          </a:xfrm>
          <a:custGeom>
            <a:avLst/>
            <a:gdLst/>
            <a:ahLst/>
            <a:cxnLst/>
            <a:rect l="l" t="t" r="r" b="b"/>
            <a:pathLst>
              <a:path w="3694222" h="3694222" extrusionOk="0">
                <a:moveTo>
                  <a:pt x="0" y="0"/>
                </a:moveTo>
                <a:lnTo>
                  <a:pt x="3694222" y="0"/>
                </a:lnTo>
                <a:lnTo>
                  <a:pt x="3694222" y="3694222"/>
                </a:lnTo>
                <a:lnTo>
                  <a:pt x="0" y="3694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311511" y="-63273"/>
            <a:ext cx="2720544" cy="1869718"/>
          </a:xfrm>
          <a:custGeom>
            <a:avLst/>
            <a:gdLst/>
            <a:ahLst/>
            <a:cxnLst/>
            <a:rect l="l" t="t" r="r" b="b"/>
            <a:pathLst>
              <a:path w="2720544" h="1869718" extrusionOk="0">
                <a:moveTo>
                  <a:pt x="0" y="0"/>
                </a:moveTo>
                <a:lnTo>
                  <a:pt x="2720544" y="0"/>
                </a:lnTo>
                <a:lnTo>
                  <a:pt x="2720544" y="1869718"/>
                </a:lnTo>
                <a:lnTo>
                  <a:pt x="0" y="1869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2922506" y="4589502"/>
            <a:ext cx="7848600" cy="1107996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3) Make the products</a:t>
            </a:r>
            <a:endParaRPr/>
          </a:p>
        </p:txBody>
      </p:sp>
      <p:pic>
        <p:nvPicPr>
          <p:cNvPr id="480" name="Google Shape;480;p21"/>
          <p:cNvPicPr preferRelativeResize="0"/>
          <p:nvPr/>
        </p:nvPicPr>
        <p:blipFill rotWithShape="1">
          <a:blip r:embed="rId8">
            <a:alphaModFix/>
          </a:blip>
          <a:srcRect l="7405" t="19971" r="18477"/>
          <a:stretch/>
        </p:blipFill>
        <p:spPr>
          <a:xfrm>
            <a:off x="11480919" y="808591"/>
            <a:ext cx="6022097" cy="8669818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"/>
          <p:cNvSpPr/>
          <p:nvPr/>
        </p:nvSpPr>
        <p:spPr>
          <a:xfrm rot="10800000">
            <a:off x="12517934" y="-921459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/>
          <p:nvPr/>
        </p:nvSpPr>
        <p:spPr>
          <a:xfrm rot="10800000">
            <a:off x="-2350752" y="8025660"/>
            <a:ext cx="9944005" cy="2992660"/>
          </a:xfrm>
          <a:custGeom>
            <a:avLst/>
            <a:gdLst/>
            <a:ahLst/>
            <a:cxnLst/>
            <a:rect l="l" t="t" r="r" b="b"/>
            <a:pathLst>
              <a:path w="13258673" h="3990213" extrusionOk="0">
                <a:moveTo>
                  <a:pt x="12116054" y="0"/>
                </a:moveTo>
                <a:lnTo>
                  <a:pt x="0" y="423545"/>
                </a:lnTo>
                <a:cubicBezTo>
                  <a:pt x="0" y="423545"/>
                  <a:pt x="1405255" y="2066671"/>
                  <a:pt x="4496816" y="2066671"/>
                </a:cubicBezTo>
                <a:cubicBezTo>
                  <a:pt x="7585456" y="2066671"/>
                  <a:pt x="6400038" y="3990213"/>
                  <a:pt x="9830943" y="3990213"/>
                </a:cubicBezTo>
                <a:cubicBezTo>
                  <a:pt x="13258673" y="3990213"/>
                  <a:pt x="12116054" y="127"/>
                  <a:pt x="1211605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-2040300" y="3524243"/>
            <a:ext cx="4252993" cy="2988575"/>
          </a:xfrm>
          <a:custGeom>
            <a:avLst/>
            <a:gdLst/>
            <a:ahLst/>
            <a:cxnLst/>
            <a:rect l="l" t="t" r="r" b="b"/>
            <a:pathLst>
              <a:path w="4252993" h="2988575" extrusionOk="0">
                <a:moveTo>
                  <a:pt x="0" y="0"/>
                </a:moveTo>
                <a:lnTo>
                  <a:pt x="4252994" y="0"/>
                </a:lnTo>
                <a:lnTo>
                  <a:pt x="4252994" y="2988576"/>
                </a:lnTo>
                <a:lnTo>
                  <a:pt x="0" y="298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16459883" y="3725951"/>
            <a:ext cx="2115548" cy="4784726"/>
          </a:xfrm>
          <a:custGeom>
            <a:avLst/>
            <a:gdLst/>
            <a:ahLst/>
            <a:cxnLst/>
            <a:rect l="l" t="t" r="r" b="b"/>
            <a:pathLst>
              <a:path w="2115548" h="4784726" extrusionOk="0">
                <a:moveTo>
                  <a:pt x="0" y="0"/>
                </a:moveTo>
                <a:lnTo>
                  <a:pt x="2115548" y="0"/>
                </a:lnTo>
                <a:lnTo>
                  <a:pt x="2115548" y="4784726"/>
                </a:lnTo>
                <a:lnTo>
                  <a:pt x="0" y="4784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2163495" y="74041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14609295" y="2054349"/>
            <a:ext cx="375571" cy="375571"/>
          </a:xfrm>
          <a:custGeom>
            <a:avLst/>
            <a:gdLst/>
            <a:ahLst/>
            <a:cxnLst/>
            <a:rect l="l" t="t" r="r" b="b"/>
            <a:pathLst>
              <a:path w="500761" h="500761" extrusionOk="0">
                <a:moveTo>
                  <a:pt x="251079" y="0"/>
                </a:moveTo>
                <a:cubicBezTo>
                  <a:pt x="112649" y="0"/>
                  <a:pt x="0" y="112649"/>
                  <a:pt x="0" y="251079"/>
                </a:cubicBezTo>
                <a:cubicBezTo>
                  <a:pt x="0" y="387858"/>
                  <a:pt x="112776" y="500761"/>
                  <a:pt x="251079" y="500761"/>
                </a:cubicBezTo>
                <a:cubicBezTo>
                  <a:pt x="389382" y="500761"/>
                  <a:pt x="500761" y="387985"/>
                  <a:pt x="500761" y="251079"/>
                </a:cubicBezTo>
                <a:cubicBezTo>
                  <a:pt x="500634" y="112649"/>
                  <a:pt x="389382" y="0"/>
                  <a:pt x="25107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9467433" y="-768189"/>
            <a:ext cx="2607346" cy="2566628"/>
          </a:xfrm>
          <a:custGeom>
            <a:avLst/>
            <a:gdLst/>
            <a:ahLst/>
            <a:cxnLst/>
            <a:rect l="l" t="t" r="r" b="b"/>
            <a:pathLst>
              <a:path w="2607346" h="2566628" extrusionOk="0">
                <a:moveTo>
                  <a:pt x="0" y="0"/>
                </a:moveTo>
                <a:lnTo>
                  <a:pt x="2607346" y="0"/>
                </a:lnTo>
                <a:lnTo>
                  <a:pt x="2607346" y="2566628"/>
                </a:lnTo>
                <a:lnTo>
                  <a:pt x="0" y="2566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1632150" y="7909340"/>
            <a:ext cx="3694222" cy="3694222"/>
          </a:xfrm>
          <a:custGeom>
            <a:avLst/>
            <a:gdLst/>
            <a:ahLst/>
            <a:cxnLst/>
            <a:rect l="l" t="t" r="r" b="b"/>
            <a:pathLst>
              <a:path w="3694222" h="3694222" extrusionOk="0">
                <a:moveTo>
                  <a:pt x="0" y="0"/>
                </a:moveTo>
                <a:lnTo>
                  <a:pt x="3694222" y="0"/>
                </a:lnTo>
                <a:lnTo>
                  <a:pt x="3694222" y="3694222"/>
                </a:lnTo>
                <a:lnTo>
                  <a:pt x="0" y="3694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311511" y="-63273"/>
            <a:ext cx="2720544" cy="1869718"/>
          </a:xfrm>
          <a:custGeom>
            <a:avLst/>
            <a:gdLst/>
            <a:ahLst/>
            <a:cxnLst/>
            <a:rect l="l" t="t" r="r" b="b"/>
            <a:pathLst>
              <a:path w="2720544" h="1869718" extrusionOk="0">
                <a:moveTo>
                  <a:pt x="0" y="0"/>
                </a:moveTo>
                <a:lnTo>
                  <a:pt x="2720544" y="0"/>
                </a:lnTo>
                <a:lnTo>
                  <a:pt x="2720544" y="1869718"/>
                </a:lnTo>
                <a:lnTo>
                  <a:pt x="0" y="1869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 txBox="1"/>
          <p:nvPr/>
        </p:nvSpPr>
        <p:spPr>
          <a:xfrm>
            <a:off x="5219700" y="4035504"/>
            <a:ext cx="7848600" cy="1107996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4) Clean up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/>
          <p:nvPr/>
        </p:nvSpPr>
        <p:spPr>
          <a:xfrm rot="10800000">
            <a:off x="12517934" y="-921459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 rot="10800000">
            <a:off x="-2350752" y="8025660"/>
            <a:ext cx="9944005" cy="2992660"/>
          </a:xfrm>
          <a:custGeom>
            <a:avLst/>
            <a:gdLst/>
            <a:ahLst/>
            <a:cxnLst/>
            <a:rect l="l" t="t" r="r" b="b"/>
            <a:pathLst>
              <a:path w="13258673" h="3990213" extrusionOk="0">
                <a:moveTo>
                  <a:pt x="12116054" y="0"/>
                </a:moveTo>
                <a:lnTo>
                  <a:pt x="0" y="423545"/>
                </a:lnTo>
                <a:cubicBezTo>
                  <a:pt x="0" y="423545"/>
                  <a:pt x="1405255" y="2066671"/>
                  <a:pt x="4496816" y="2066671"/>
                </a:cubicBezTo>
                <a:cubicBezTo>
                  <a:pt x="7585456" y="2066671"/>
                  <a:pt x="6400038" y="3990213"/>
                  <a:pt x="9830943" y="3990213"/>
                </a:cubicBezTo>
                <a:cubicBezTo>
                  <a:pt x="13258673" y="3990213"/>
                  <a:pt x="12116054" y="127"/>
                  <a:pt x="1211605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-2040300" y="3524243"/>
            <a:ext cx="4252993" cy="2988575"/>
          </a:xfrm>
          <a:custGeom>
            <a:avLst/>
            <a:gdLst/>
            <a:ahLst/>
            <a:cxnLst/>
            <a:rect l="l" t="t" r="r" b="b"/>
            <a:pathLst>
              <a:path w="4252993" h="2988575" extrusionOk="0">
                <a:moveTo>
                  <a:pt x="0" y="0"/>
                </a:moveTo>
                <a:lnTo>
                  <a:pt x="4252994" y="0"/>
                </a:lnTo>
                <a:lnTo>
                  <a:pt x="4252994" y="2988576"/>
                </a:lnTo>
                <a:lnTo>
                  <a:pt x="0" y="298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16459883" y="3725951"/>
            <a:ext cx="2115548" cy="4784726"/>
          </a:xfrm>
          <a:custGeom>
            <a:avLst/>
            <a:gdLst/>
            <a:ahLst/>
            <a:cxnLst/>
            <a:rect l="l" t="t" r="r" b="b"/>
            <a:pathLst>
              <a:path w="2115548" h="4784726" extrusionOk="0">
                <a:moveTo>
                  <a:pt x="0" y="0"/>
                </a:moveTo>
                <a:lnTo>
                  <a:pt x="2115548" y="0"/>
                </a:lnTo>
                <a:lnTo>
                  <a:pt x="2115548" y="4784726"/>
                </a:lnTo>
                <a:lnTo>
                  <a:pt x="0" y="4784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2163495" y="74041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14609295" y="2054349"/>
            <a:ext cx="375571" cy="375571"/>
          </a:xfrm>
          <a:custGeom>
            <a:avLst/>
            <a:gdLst/>
            <a:ahLst/>
            <a:cxnLst/>
            <a:rect l="l" t="t" r="r" b="b"/>
            <a:pathLst>
              <a:path w="500761" h="500761" extrusionOk="0">
                <a:moveTo>
                  <a:pt x="251079" y="0"/>
                </a:moveTo>
                <a:cubicBezTo>
                  <a:pt x="112649" y="0"/>
                  <a:pt x="0" y="112649"/>
                  <a:pt x="0" y="251079"/>
                </a:cubicBezTo>
                <a:cubicBezTo>
                  <a:pt x="0" y="387858"/>
                  <a:pt x="112776" y="500761"/>
                  <a:pt x="251079" y="500761"/>
                </a:cubicBezTo>
                <a:cubicBezTo>
                  <a:pt x="389382" y="500761"/>
                  <a:pt x="500761" y="387985"/>
                  <a:pt x="500761" y="251079"/>
                </a:cubicBezTo>
                <a:cubicBezTo>
                  <a:pt x="500634" y="112649"/>
                  <a:pt x="389382" y="0"/>
                  <a:pt x="25107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9467433" y="-768189"/>
            <a:ext cx="2607346" cy="2566628"/>
          </a:xfrm>
          <a:custGeom>
            <a:avLst/>
            <a:gdLst/>
            <a:ahLst/>
            <a:cxnLst/>
            <a:rect l="l" t="t" r="r" b="b"/>
            <a:pathLst>
              <a:path w="2607346" h="2566628" extrusionOk="0">
                <a:moveTo>
                  <a:pt x="0" y="0"/>
                </a:moveTo>
                <a:lnTo>
                  <a:pt x="2607346" y="0"/>
                </a:lnTo>
                <a:lnTo>
                  <a:pt x="2607346" y="2566628"/>
                </a:lnTo>
                <a:lnTo>
                  <a:pt x="0" y="2566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1632150" y="7909340"/>
            <a:ext cx="3694222" cy="3694222"/>
          </a:xfrm>
          <a:custGeom>
            <a:avLst/>
            <a:gdLst/>
            <a:ahLst/>
            <a:cxnLst/>
            <a:rect l="l" t="t" r="r" b="b"/>
            <a:pathLst>
              <a:path w="3694222" h="3694222" extrusionOk="0">
                <a:moveTo>
                  <a:pt x="0" y="0"/>
                </a:moveTo>
                <a:lnTo>
                  <a:pt x="3694222" y="0"/>
                </a:lnTo>
                <a:lnTo>
                  <a:pt x="3694222" y="3694222"/>
                </a:lnTo>
                <a:lnTo>
                  <a:pt x="0" y="3694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311511" y="-63273"/>
            <a:ext cx="2720544" cy="1869718"/>
          </a:xfrm>
          <a:custGeom>
            <a:avLst/>
            <a:gdLst/>
            <a:ahLst/>
            <a:cxnLst/>
            <a:rect l="l" t="t" r="r" b="b"/>
            <a:pathLst>
              <a:path w="2720544" h="1869718" extrusionOk="0">
                <a:moveTo>
                  <a:pt x="0" y="0"/>
                </a:moveTo>
                <a:lnTo>
                  <a:pt x="2720544" y="0"/>
                </a:lnTo>
                <a:lnTo>
                  <a:pt x="2720544" y="1869718"/>
                </a:lnTo>
                <a:lnTo>
                  <a:pt x="0" y="1869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>
            <a:off x="3714750" y="4035504"/>
            <a:ext cx="10858500" cy="2123658"/>
          </a:xfrm>
          <a:prstGeom prst="rect">
            <a:avLst/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rPr>
              <a:t>5) Test and evaluate the product creation process.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4"/>
          <p:cNvSpPr/>
          <p:nvPr/>
        </p:nvSpPr>
        <p:spPr>
          <a:xfrm rot="10800000">
            <a:off x="12517934" y="-921459"/>
            <a:ext cx="7884414" cy="4147090"/>
          </a:xfrm>
          <a:custGeom>
            <a:avLst/>
            <a:gdLst/>
            <a:ahLst/>
            <a:cxnLst/>
            <a:rect l="l" t="t" r="r" b="b"/>
            <a:pathLst>
              <a:path w="10512552" h="5529453" extrusionOk="0">
                <a:moveTo>
                  <a:pt x="3865880" y="0"/>
                </a:moveTo>
                <a:cubicBezTo>
                  <a:pt x="6561201" y="0"/>
                  <a:pt x="5558028" y="2683129"/>
                  <a:pt x="8035290" y="2683129"/>
                </a:cubicBezTo>
                <a:cubicBezTo>
                  <a:pt x="10512552" y="2683129"/>
                  <a:pt x="9917303" y="5529453"/>
                  <a:pt x="9917303" y="5529453"/>
                </a:cubicBezTo>
                <a:lnTo>
                  <a:pt x="0" y="5529453"/>
                </a:lnTo>
                <a:cubicBezTo>
                  <a:pt x="0" y="2988945"/>
                  <a:pt x="1172337" y="0"/>
                  <a:pt x="3865880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 rot="10800000">
            <a:off x="-2350752" y="8025660"/>
            <a:ext cx="9944005" cy="2992660"/>
          </a:xfrm>
          <a:custGeom>
            <a:avLst/>
            <a:gdLst/>
            <a:ahLst/>
            <a:cxnLst/>
            <a:rect l="l" t="t" r="r" b="b"/>
            <a:pathLst>
              <a:path w="13258673" h="3990213" extrusionOk="0">
                <a:moveTo>
                  <a:pt x="12116054" y="0"/>
                </a:moveTo>
                <a:lnTo>
                  <a:pt x="0" y="423545"/>
                </a:lnTo>
                <a:cubicBezTo>
                  <a:pt x="0" y="423545"/>
                  <a:pt x="1405255" y="2066671"/>
                  <a:pt x="4496816" y="2066671"/>
                </a:cubicBezTo>
                <a:cubicBezTo>
                  <a:pt x="7585456" y="2066671"/>
                  <a:pt x="6400038" y="3990213"/>
                  <a:pt x="9830943" y="3990213"/>
                </a:cubicBezTo>
                <a:cubicBezTo>
                  <a:pt x="13258673" y="3990213"/>
                  <a:pt x="12116054" y="127"/>
                  <a:pt x="1211605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-1814986" y="4775315"/>
            <a:ext cx="4252993" cy="2988575"/>
          </a:xfrm>
          <a:custGeom>
            <a:avLst/>
            <a:gdLst/>
            <a:ahLst/>
            <a:cxnLst/>
            <a:rect l="l" t="t" r="r" b="b"/>
            <a:pathLst>
              <a:path w="4252993" h="2988575" extrusionOk="0">
                <a:moveTo>
                  <a:pt x="0" y="0"/>
                </a:moveTo>
                <a:lnTo>
                  <a:pt x="4252994" y="0"/>
                </a:lnTo>
                <a:lnTo>
                  <a:pt x="4252994" y="2988576"/>
                </a:lnTo>
                <a:lnTo>
                  <a:pt x="0" y="298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16459883" y="3725951"/>
            <a:ext cx="2115548" cy="4784726"/>
          </a:xfrm>
          <a:custGeom>
            <a:avLst/>
            <a:gdLst/>
            <a:ahLst/>
            <a:cxnLst/>
            <a:rect l="l" t="t" r="r" b="b"/>
            <a:pathLst>
              <a:path w="2115548" h="4784726" extrusionOk="0">
                <a:moveTo>
                  <a:pt x="0" y="0"/>
                </a:moveTo>
                <a:lnTo>
                  <a:pt x="2115548" y="0"/>
                </a:lnTo>
                <a:lnTo>
                  <a:pt x="2115548" y="4784726"/>
                </a:lnTo>
                <a:lnTo>
                  <a:pt x="0" y="4784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 txBox="1"/>
          <p:nvPr/>
        </p:nvSpPr>
        <p:spPr>
          <a:xfrm>
            <a:off x="4085524" y="3764257"/>
            <a:ext cx="10329998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99" b="1">
                <a:solidFill>
                  <a:srgbClr val="00328E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  <a:endParaRPr/>
          </a:p>
        </p:txBody>
      </p:sp>
      <p:sp>
        <p:nvSpPr>
          <p:cNvPr id="530" name="Google Shape;530;p24"/>
          <p:cNvSpPr/>
          <p:nvPr/>
        </p:nvSpPr>
        <p:spPr>
          <a:xfrm>
            <a:off x="2163495" y="7404145"/>
            <a:ext cx="621506" cy="621506"/>
          </a:xfrm>
          <a:custGeom>
            <a:avLst/>
            <a:gdLst/>
            <a:ahLst/>
            <a:cxnLst/>
            <a:rect l="l" t="t" r="r" b="b"/>
            <a:pathLst>
              <a:path w="828675" h="828675" extrusionOk="0">
                <a:moveTo>
                  <a:pt x="415544" y="0"/>
                </a:moveTo>
                <a:cubicBezTo>
                  <a:pt x="186563" y="0"/>
                  <a:pt x="0" y="186563"/>
                  <a:pt x="0" y="415544"/>
                </a:cubicBezTo>
                <a:cubicBezTo>
                  <a:pt x="0" y="641985"/>
                  <a:pt x="186563" y="828675"/>
                  <a:pt x="415544" y="828675"/>
                </a:cubicBezTo>
                <a:cubicBezTo>
                  <a:pt x="644525" y="828675"/>
                  <a:pt x="828675" y="641985"/>
                  <a:pt x="828675" y="415544"/>
                </a:cubicBezTo>
                <a:cubicBezTo>
                  <a:pt x="828675" y="186563"/>
                  <a:pt x="644398" y="0"/>
                  <a:pt x="415544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14609295" y="2054349"/>
            <a:ext cx="375571" cy="375571"/>
          </a:xfrm>
          <a:custGeom>
            <a:avLst/>
            <a:gdLst/>
            <a:ahLst/>
            <a:cxnLst/>
            <a:rect l="l" t="t" r="r" b="b"/>
            <a:pathLst>
              <a:path w="500761" h="500761" extrusionOk="0">
                <a:moveTo>
                  <a:pt x="251079" y="0"/>
                </a:moveTo>
                <a:cubicBezTo>
                  <a:pt x="112649" y="0"/>
                  <a:pt x="0" y="112649"/>
                  <a:pt x="0" y="251079"/>
                </a:cubicBezTo>
                <a:cubicBezTo>
                  <a:pt x="0" y="387858"/>
                  <a:pt x="112776" y="500761"/>
                  <a:pt x="251079" y="500761"/>
                </a:cubicBezTo>
                <a:cubicBezTo>
                  <a:pt x="389382" y="500761"/>
                  <a:pt x="500761" y="387985"/>
                  <a:pt x="500761" y="251079"/>
                </a:cubicBezTo>
                <a:cubicBezTo>
                  <a:pt x="500634" y="112649"/>
                  <a:pt x="389382" y="0"/>
                  <a:pt x="251079" y="0"/>
                </a:cubicBezTo>
                <a:close/>
              </a:path>
            </a:pathLst>
          </a:custGeom>
          <a:solidFill>
            <a:srgbClr val="E1E5F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9467433" y="-768189"/>
            <a:ext cx="2607346" cy="2566628"/>
          </a:xfrm>
          <a:custGeom>
            <a:avLst/>
            <a:gdLst/>
            <a:ahLst/>
            <a:cxnLst/>
            <a:rect l="l" t="t" r="r" b="b"/>
            <a:pathLst>
              <a:path w="2607346" h="2566628" extrusionOk="0">
                <a:moveTo>
                  <a:pt x="0" y="0"/>
                </a:moveTo>
                <a:lnTo>
                  <a:pt x="2607346" y="0"/>
                </a:lnTo>
                <a:lnTo>
                  <a:pt x="2607346" y="2566628"/>
                </a:lnTo>
                <a:lnTo>
                  <a:pt x="0" y="2566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15816734" y="386638"/>
            <a:ext cx="2509394" cy="969896"/>
          </a:xfrm>
          <a:custGeom>
            <a:avLst/>
            <a:gdLst/>
            <a:ahLst/>
            <a:cxnLst/>
            <a:rect l="l" t="t" r="r" b="b"/>
            <a:pathLst>
              <a:path w="2509394" h="969896" extrusionOk="0">
                <a:moveTo>
                  <a:pt x="0" y="0"/>
                </a:moveTo>
                <a:lnTo>
                  <a:pt x="2509394" y="0"/>
                </a:lnTo>
                <a:lnTo>
                  <a:pt x="2509394" y="969896"/>
                </a:lnTo>
                <a:lnTo>
                  <a:pt x="0" y="969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1632150" y="7909340"/>
            <a:ext cx="3694222" cy="3694222"/>
          </a:xfrm>
          <a:custGeom>
            <a:avLst/>
            <a:gdLst/>
            <a:ahLst/>
            <a:cxnLst/>
            <a:rect l="l" t="t" r="r" b="b"/>
            <a:pathLst>
              <a:path w="3694222" h="3694222" extrusionOk="0">
                <a:moveTo>
                  <a:pt x="0" y="0"/>
                </a:moveTo>
                <a:lnTo>
                  <a:pt x="3694222" y="0"/>
                </a:lnTo>
                <a:lnTo>
                  <a:pt x="3694222" y="3694222"/>
                </a:lnTo>
                <a:lnTo>
                  <a:pt x="0" y="3694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Custom</PresentationFormat>
  <Paragraphs>134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Arimo</vt:lpstr>
      <vt:lpstr>Forum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tutrinh.1602@gmail.com</cp:lastModifiedBy>
  <cp:revision>1</cp:revision>
  <dcterms:created xsi:type="dcterms:W3CDTF">2006-08-16T00:00:00Z</dcterms:created>
  <dcterms:modified xsi:type="dcterms:W3CDTF">2026-09-28T03:43:00Z</dcterms:modified>
</cp:coreProperties>
</file>